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79" r:id="rId1"/>
    <p:sldMasterId id="2147484091" r:id="rId2"/>
  </p:sldMasterIdLst>
  <p:notesMasterIdLst>
    <p:notesMasterId r:id="rId54"/>
  </p:notesMasterIdLst>
  <p:handoutMasterIdLst>
    <p:handoutMasterId r:id="rId55"/>
  </p:handoutMasterIdLst>
  <p:sldIdLst>
    <p:sldId id="1182" r:id="rId3"/>
    <p:sldId id="1128" r:id="rId4"/>
    <p:sldId id="1185" r:id="rId5"/>
    <p:sldId id="1190" r:id="rId6"/>
    <p:sldId id="1191" r:id="rId7"/>
    <p:sldId id="1192" r:id="rId8"/>
    <p:sldId id="777" r:id="rId9"/>
    <p:sldId id="785" r:id="rId10"/>
    <p:sldId id="778" r:id="rId11"/>
    <p:sldId id="1193" r:id="rId12"/>
    <p:sldId id="755" r:id="rId13"/>
    <p:sldId id="758" r:id="rId14"/>
    <p:sldId id="762" r:id="rId15"/>
    <p:sldId id="1153" r:id="rId16"/>
    <p:sldId id="1131" r:id="rId17"/>
    <p:sldId id="1132" r:id="rId18"/>
    <p:sldId id="1133" r:id="rId19"/>
    <p:sldId id="1154" r:id="rId20"/>
    <p:sldId id="1155" r:id="rId21"/>
    <p:sldId id="1156" r:id="rId22"/>
    <p:sldId id="1157" r:id="rId23"/>
    <p:sldId id="1194" r:id="rId24"/>
    <p:sldId id="1158" r:id="rId25"/>
    <p:sldId id="1061" r:id="rId26"/>
    <p:sldId id="1062" r:id="rId27"/>
    <p:sldId id="1063" r:id="rId28"/>
    <p:sldId id="1064" r:id="rId29"/>
    <p:sldId id="1065" r:id="rId30"/>
    <p:sldId id="1066" r:id="rId31"/>
    <p:sldId id="1067" r:id="rId32"/>
    <p:sldId id="1068" r:id="rId33"/>
    <p:sldId id="1195" r:id="rId34"/>
    <p:sldId id="1160" r:id="rId35"/>
    <p:sldId id="1161" r:id="rId36"/>
    <p:sldId id="1163" r:id="rId37"/>
    <p:sldId id="1196" r:id="rId38"/>
    <p:sldId id="1162" r:id="rId39"/>
    <p:sldId id="1164" r:id="rId40"/>
    <p:sldId id="1165" r:id="rId41"/>
    <p:sldId id="1167" r:id="rId42"/>
    <p:sldId id="1166" r:id="rId43"/>
    <p:sldId id="1168" r:id="rId44"/>
    <p:sldId id="1169" r:id="rId45"/>
    <p:sldId id="1170" r:id="rId46"/>
    <p:sldId id="1175" r:id="rId47"/>
    <p:sldId id="1174" r:id="rId48"/>
    <p:sldId id="1171" r:id="rId49"/>
    <p:sldId id="1177" r:id="rId50"/>
    <p:sldId id="1176" r:id="rId51"/>
    <p:sldId id="1178" r:id="rId52"/>
    <p:sldId id="1189" r:id="rId53"/>
  </p:sldIdLst>
  <p:sldSz cx="12192000" cy="6858000"/>
  <p:notesSz cx="6757988" cy="98663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07">
          <p15:clr>
            <a:srgbClr val="A4A3A4"/>
          </p15:clr>
        </p15:guide>
        <p15:guide id="2" pos="212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683" autoAdjust="0"/>
    <p:restoredTop sz="86601" autoAdjust="0"/>
  </p:normalViewPr>
  <p:slideViewPr>
    <p:cSldViewPr>
      <p:cViewPr varScale="1">
        <p:scale>
          <a:sx n="100" d="100"/>
          <a:sy n="100" d="100"/>
        </p:scale>
        <p:origin x="498" y="57"/>
      </p:cViewPr>
      <p:guideLst>
        <p:guide orient="horz" pos="2160"/>
        <p:guide pos="3840"/>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100" d="100"/>
        <a:sy n="100" d="100"/>
      </p:scale>
      <p:origin x="0" y="189912"/>
    </p:cViewPr>
  </p:sorterViewPr>
  <p:notesViewPr>
    <p:cSldViewPr>
      <p:cViewPr varScale="1">
        <p:scale>
          <a:sx n="62" d="100"/>
          <a:sy n="62" d="100"/>
        </p:scale>
        <p:origin x="-3474" y="-90"/>
      </p:cViewPr>
      <p:guideLst>
        <p:guide orient="horz" pos="3107"/>
        <p:guide pos="212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handoutMaster" Target="handoutMasters/handout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heme" Target="theme/theme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14E5E6EF-23AC-0A4E-AD50-A14F3CFA6D8A}"/>
              </a:ext>
            </a:extLst>
          </p:cNvPr>
          <p:cNvSpPr>
            <a:spLocks noGrp="1" noChangeArrowheads="1"/>
          </p:cNvSpPr>
          <p:nvPr>
            <p:ph type="hdr" sz="quarter"/>
          </p:nvPr>
        </p:nvSpPr>
        <p:spPr bwMode="auto">
          <a:xfrm>
            <a:off x="0" y="0"/>
            <a:ext cx="2928938" cy="493713"/>
          </a:xfrm>
          <a:prstGeom prst="rect">
            <a:avLst/>
          </a:prstGeom>
          <a:noFill/>
          <a:ln w="9525">
            <a:noFill/>
            <a:miter lim="800000"/>
            <a:headEnd/>
            <a:tailEnd/>
          </a:ln>
          <a:effectLst/>
        </p:spPr>
        <p:txBody>
          <a:bodyPr vert="horz" wrap="square" lIns="91422" tIns="45711" rIns="91422" bIns="45711" numCol="1" anchor="t" anchorCtr="0" compatLnSpc="1">
            <a:prstTxWarp prst="textNoShape">
              <a:avLst/>
            </a:prstTxWarp>
          </a:bodyPr>
          <a:lstStyle>
            <a:lvl1pPr eaLnBrk="1" hangingPunct="1">
              <a:lnSpc>
                <a:spcPct val="100000"/>
              </a:lnSpc>
              <a:spcBef>
                <a:spcPct val="0"/>
              </a:spcBef>
              <a:spcAft>
                <a:spcPct val="0"/>
              </a:spcAft>
              <a:buClrTx/>
              <a:buSzTx/>
              <a:buFontTx/>
              <a:buNone/>
              <a:defRPr sz="1200">
                <a:latin typeface="Times New Roman" pitchFamily="18" charset="0"/>
                <a:ea typeface="宋体" pitchFamily="2" charset="-122"/>
              </a:defRPr>
            </a:lvl1pPr>
          </a:lstStyle>
          <a:p>
            <a:pPr>
              <a:defRPr/>
            </a:pPr>
            <a:endParaRPr lang="en-US" altLang="zh-CN"/>
          </a:p>
        </p:txBody>
      </p:sp>
      <p:sp>
        <p:nvSpPr>
          <p:cNvPr id="123907" name="Rectangle 3">
            <a:extLst>
              <a:ext uri="{FF2B5EF4-FFF2-40B4-BE49-F238E27FC236}">
                <a16:creationId xmlns:a16="http://schemas.microsoft.com/office/drawing/2014/main" id="{C672F6F3-07F2-A642-8707-A1DB030BE756}"/>
              </a:ext>
            </a:extLst>
          </p:cNvPr>
          <p:cNvSpPr>
            <a:spLocks noGrp="1" noChangeArrowheads="1"/>
          </p:cNvSpPr>
          <p:nvPr>
            <p:ph type="dt" sz="quarter" idx="1"/>
          </p:nvPr>
        </p:nvSpPr>
        <p:spPr bwMode="auto">
          <a:xfrm>
            <a:off x="3829050" y="0"/>
            <a:ext cx="2928938" cy="493713"/>
          </a:xfrm>
          <a:prstGeom prst="rect">
            <a:avLst/>
          </a:prstGeom>
          <a:noFill/>
          <a:ln w="9525">
            <a:noFill/>
            <a:miter lim="800000"/>
            <a:headEnd/>
            <a:tailEnd/>
          </a:ln>
          <a:effectLst/>
        </p:spPr>
        <p:txBody>
          <a:bodyPr vert="horz" wrap="square" lIns="91422" tIns="45711" rIns="91422" bIns="45711" numCol="1" anchor="t" anchorCtr="0" compatLnSpc="1">
            <a:prstTxWarp prst="textNoShape">
              <a:avLst/>
            </a:prstTxWarp>
          </a:bodyPr>
          <a:lstStyle>
            <a:lvl1pPr algn="r" eaLnBrk="1" hangingPunct="1">
              <a:lnSpc>
                <a:spcPct val="100000"/>
              </a:lnSpc>
              <a:spcBef>
                <a:spcPct val="0"/>
              </a:spcBef>
              <a:spcAft>
                <a:spcPct val="0"/>
              </a:spcAft>
              <a:buClrTx/>
              <a:buSzTx/>
              <a:buFontTx/>
              <a:buNone/>
              <a:defRPr sz="1200">
                <a:latin typeface="Times New Roman" pitchFamily="18" charset="0"/>
                <a:ea typeface="宋体" pitchFamily="2" charset="-122"/>
              </a:defRPr>
            </a:lvl1pPr>
          </a:lstStyle>
          <a:p>
            <a:pPr>
              <a:defRPr/>
            </a:pPr>
            <a:endParaRPr lang="en-US" altLang="zh-CN"/>
          </a:p>
        </p:txBody>
      </p:sp>
      <p:sp>
        <p:nvSpPr>
          <p:cNvPr id="123908" name="Rectangle 4">
            <a:extLst>
              <a:ext uri="{FF2B5EF4-FFF2-40B4-BE49-F238E27FC236}">
                <a16:creationId xmlns:a16="http://schemas.microsoft.com/office/drawing/2014/main" id="{22909F7C-308B-FB42-A26A-0EFC037E236B}"/>
              </a:ext>
            </a:extLst>
          </p:cNvPr>
          <p:cNvSpPr>
            <a:spLocks noGrp="1" noChangeArrowheads="1"/>
          </p:cNvSpPr>
          <p:nvPr>
            <p:ph type="ftr" sz="quarter" idx="2"/>
          </p:nvPr>
        </p:nvSpPr>
        <p:spPr bwMode="auto">
          <a:xfrm>
            <a:off x="0" y="9372600"/>
            <a:ext cx="2928938" cy="493713"/>
          </a:xfrm>
          <a:prstGeom prst="rect">
            <a:avLst/>
          </a:prstGeom>
          <a:noFill/>
          <a:ln w="9525">
            <a:noFill/>
            <a:miter lim="800000"/>
            <a:headEnd/>
            <a:tailEnd/>
          </a:ln>
          <a:effectLst/>
        </p:spPr>
        <p:txBody>
          <a:bodyPr vert="horz" wrap="square" lIns="91422" tIns="45711" rIns="91422" bIns="45711" numCol="1" anchor="b" anchorCtr="0" compatLnSpc="1">
            <a:prstTxWarp prst="textNoShape">
              <a:avLst/>
            </a:prstTxWarp>
          </a:bodyPr>
          <a:lstStyle>
            <a:lvl1pPr eaLnBrk="1" hangingPunct="1">
              <a:lnSpc>
                <a:spcPct val="100000"/>
              </a:lnSpc>
              <a:spcBef>
                <a:spcPct val="0"/>
              </a:spcBef>
              <a:spcAft>
                <a:spcPct val="0"/>
              </a:spcAft>
              <a:buClrTx/>
              <a:buSzTx/>
              <a:buFontTx/>
              <a:buNone/>
              <a:defRPr sz="1200">
                <a:latin typeface="Times New Roman" pitchFamily="18" charset="0"/>
                <a:ea typeface="宋体" pitchFamily="2" charset="-122"/>
              </a:defRPr>
            </a:lvl1pPr>
          </a:lstStyle>
          <a:p>
            <a:pPr>
              <a:defRPr/>
            </a:pPr>
            <a:endParaRPr lang="en-US" altLang="zh-CN"/>
          </a:p>
        </p:txBody>
      </p:sp>
      <p:sp>
        <p:nvSpPr>
          <p:cNvPr id="123909" name="Rectangle 5">
            <a:extLst>
              <a:ext uri="{FF2B5EF4-FFF2-40B4-BE49-F238E27FC236}">
                <a16:creationId xmlns:a16="http://schemas.microsoft.com/office/drawing/2014/main" id="{EF2EC097-3220-6848-BC93-62BF856CA985}"/>
              </a:ext>
            </a:extLst>
          </p:cNvPr>
          <p:cNvSpPr>
            <a:spLocks noGrp="1" noChangeArrowheads="1"/>
          </p:cNvSpPr>
          <p:nvPr>
            <p:ph type="sldNum" sz="quarter" idx="3"/>
          </p:nvPr>
        </p:nvSpPr>
        <p:spPr bwMode="auto">
          <a:xfrm>
            <a:off x="3829050" y="9372600"/>
            <a:ext cx="2928938" cy="493713"/>
          </a:xfrm>
          <a:prstGeom prst="rect">
            <a:avLst/>
          </a:prstGeom>
          <a:noFill/>
          <a:ln w="9525">
            <a:noFill/>
            <a:miter lim="800000"/>
            <a:headEnd/>
            <a:tailEnd/>
          </a:ln>
          <a:effectLst/>
        </p:spPr>
        <p:txBody>
          <a:bodyPr vert="horz" wrap="square" lIns="91422" tIns="45711" rIns="91422" bIns="45711"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47B9CDB1-3280-EA44-92C9-2E225E86599A}" type="slidenum">
              <a:rPr lang="zh-CN" altLang="en-US"/>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1394" name="Rectangle 2">
            <a:extLst>
              <a:ext uri="{FF2B5EF4-FFF2-40B4-BE49-F238E27FC236}">
                <a16:creationId xmlns:a16="http://schemas.microsoft.com/office/drawing/2014/main" id="{8916A10C-21DC-7445-A6C2-75C590F531DA}"/>
              </a:ext>
            </a:extLst>
          </p:cNvPr>
          <p:cNvSpPr>
            <a:spLocks noGrp="1" noChangeArrowheads="1"/>
          </p:cNvSpPr>
          <p:nvPr>
            <p:ph type="hdr" sz="quarter"/>
          </p:nvPr>
        </p:nvSpPr>
        <p:spPr bwMode="auto">
          <a:xfrm>
            <a:off x="0" y="0"/>
            <a:ext cx="2895600" cy="457200"/>
          </a:xfrm>
          <a:prstGeom prst="rect">
            <a:avLst/>
          </a:prstGeom>
          <a:noFill/>
          <a:ln w="9525">
            <a:noFill/>
            <a:miter lim="800000"/>
            <a:headEnd/>
            <a:tailEnd/>
          </a:ln>
          <a:effectLst/>
        </p:spPr>
        <p:txBody>
          <a:bodyPr vert="horz" wrap="square" lIns="91422" tIns="45711" rIns="91422" bIns="45711" numCol="1" anchor="t" anchorCtr="0" compatLnSpc="1">
            <a:prstTxWarp prst="textNoShape">
              <a:avLst/>
            </a:prstTxWarp>
          </a:bodyPr>
          <a:lstStyle>
            <a:lvl1pPr eaLnBrk="1" hangingPunct="1">
              <a:lnSpc>
                <a:spcPct val="100000"/>
              </a:lnSpc>
              <a:spcBef>
                <a:spcPct val="0"/>
              </a:spcBef>
              <a:spcAft>
                <a:spcPct val="0"/>
              </a:spcAft>
              <a:buClrTx/>
              <a:buSzTx/>
              <a:buFontTx/>
              <a:buNone/>
              <a:defRPr sz="1200">
                <a:latin typeface="Times New Roman" pitchFamily="18" charset="0"/>
                <a:ea typeface="宋体" pitchFamily="2" charset="-122"/>
              </a:defRPr>
            </a:lvl1pPr>
          </a:lstStyle>
          <a:p>
            <a:pPr>
              <a:defRPr/>
            </a:pPr>
            <a:endParaRPr lang="en-US" altLang="zh-CN"/>
          </a:p>
        </p:txBody>
      </p:sp>
      <p:sp>
        <p:nvSpPr>
          <p:cNvPr id="571395" name="Rectangle 3">
            <a:extLst>
              <a:ext uri="{FF2B5EF4-FFF2-40B4-BE49-F238E27FC236}">
                <a16:creationId xmlns:a16="http://schemas.microsoft.com/office/drawing/2014/main" id="{E86C64A5-1564-B946-AA57-3AFCBF0EF77A}"/>
              </a:ext>
            </a:extLst>
          </p:cNvPr>
          <p:cNvSpPr>
            <a:spLocks noGrp="1" noChangeArrowheads="1"/>
          </p:cNvSpPr>
          <p:nvPr>
            <p:ph type="dt" idx="1"/>
          </p:nvPr>
        </p:nvSpPr>
        <p:spPr bwMode="auto">
          <a:xfrm>
            <a:off x="3808413" y="0"/>
            <a:ext cx="2971800" cy="457200"/>
          </a:xfrm>
          <a:prstGeom prst="rect">
            <a:avLst/>
          </a:prstGeom>
          <a:noFill/>
          <a:ln w="9525">
            <a:noFill/>
            <a:miter lim="800000"/>
            <a:headEnd/>
            <a:tailEnd/>
          </a:ln>
          <a:effectLst/>
        </p:spPr>
        <p:txBody>
          <a:bodyPr vert="horz" wrap="square" lIns="91422" tIns="45711" rIns="91422" bIns="45711" numCol="1" anchor="t" anchorCtr="0" compatLnSpc="1">
            <a:prstTxWarp prst="textNoShape">
              <a:avLst/>
            </a:prstTxWarp>
          </a:bodyPr>
          <a:lstStyle>
            <a:lvl1pPr algn="r" eaLnBrk="1" hangingPunct="1">
              <a:lnSpc>
                <a:spcPct val="100000"/>
              </a:lnSpc>
              <a:spcBef>
                <a:spcPct val="0"/>
              </a:spcBef>
              <a:spcAft>
                <a:spcPct val="0"/>
              </a:spcAft>
              <a:buClrTx/>
              <a:buSzTx/>
              <a:buFontTx/>
              <a:buNone/>
              <a:defRPr sz="1200">
                <a:latin typeface="Times New Roman" pitchFamily="18" charset="0"/>
                <a:ea typeface="宋体" pitchFamily="2" charset="-122"/>
              </a:defRPr>
            </a:lvl1pPr>
          </a:lstStyle>
          <a:p>
            <a:pPr>
              <a:defRPr/>
            </a:pPr>
            <a:endParaRPr lang="en-US" altLang="zh-CN"/>
          </a:p>
        </p:txBody>
      </p:sp>
      <p:sp>
        <p:nvSpPr>
          <p:cNvPr id="5124" name="Rectangle 4">
            <a:extLst>
              <a:ext uri="{FF2B5EF4-FFF2-40B4-BE49-F238E27FC236}">
                <a16:creationId xmlns:a16="http://schemas.microsoft.com/office/drawing/2014/main" id="{D9390CF0-0E2C-BB43-BF32-1FD0405717C2}"/>
              </a:ext>
            </a:extLst>
          </p:cNvPr>
          <p:cNvSpPr>
            <a:spLocks noGrp="1" noRot="1" noChangeAspect="1" noChangeArrowheads="1" noTextEdit="1"/>
          </p:cNvSpPr>
          <p:nvPr>
            <p:ph type="sldImg" idx="2"/>
          </p:nvPr>
        </p:nvSpPr>
        <p:spPr bwMode="auto">
          <a:xfrm>
            <a:off x="139700" y="762000"/>
            <a:ext cx="6502400" cy="36576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1397" name="Rectangle 5">
            <a:extLst>
              <a:ext uri="{FF2B5EF4-FFF2-40B4-BE49-F238E27FC236}">
                <a16:creationId xmlns:a16="http://schemas.microsoft.com/office/drawing/2014/main" id="{2CA8ECC7-23DF-DC4A-A9F0-C278B1904915}"/>
              </a:ext>
            </a:extLst>
          </p:cNvPr>
          <p:cNvSpPr>
            <a:spLocks noGrp="1" noChangeArrowheads="1"/>
          </p:cNvSpPr>
          <p:nvPr>
            <p:ph type="body" sz="quarter" idx="3"/>
          </p:nvPr>
        </p:nvSpPr>
        <p:spPr bwMode="auto">
          <a:xfrm>
            <a:off x="914400" y="4724400"/>
            <a:ext cx="4951413" cy="4418013"/>
          </a:xfrm>
          <a:prstGeom prst="rect">
            <a:avLst/>
          </a:prstGeom>
          <a:noFill/>
          <a:ln w="9525">
            <a:noFill/>
            <a:miter lim="800000"/>
            <a:headEnd/>
            <a:tailEnd/>
          </a:ln>
          <a:effectLst/>
        </p:spPr>
        <p:txBody>
          <a:bodyPr vert="horz" wrap="square" lIns="91422" tIns="45711" rIns="91422" bIns="45711"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71398" name="Rectangle 6">
            <a:extLst>
              <a:ext uri="{FF2B5EF4-FFF2-40B4-BE49-F238E27FC236}">
                <a16:creationId xmlns:a16="http://schemas.microsoft.com/office/drawing/2014/main" id="{16CF7F4D-9EEF-4841-9090-E103CEEB318A}"/>
              </a:ext>
            </a:extLst>
          </p:cNvPr>
          <p:cNvSpPr>
            <a:spLocks noGrp="1" noChangeArrowheads="1"/>
          </p:cNvSpPr>
          <p:nvPr>
            <p:ph type="ftr" sz="quarter" idx="4"/>
          </p:nvPr>
        </p:nvSpPr>
        <p:spPr bwMode="auto">
          <a:xfrm>
            <a:off x="0" y="9371013"/>
            <a:ext cx="2895600" cy="457200"/>
          </a:xfrm>
          <a:prstGeom prst="rect">
            <a:avLst/>
          </a:prstGeom>
          <a:noFill/>
          <a:ln w="9525">
            <a:noFill/>
            <a:miter lim="800000"/>
            <a:headEnd/>
            <a:tailEnd/>
          </a:ln>
          <a:effectLst/>
        </p:spPr>
        <p:txBody>
          <a:bodyPr vert="horz" wrap="square" lIns="91422" tIns="45711" rIns="91422" bIns="45711" numCol="1" anchor="b" anchorCtr="0" compatLnSpc="1">
            <a:prstTxWarp prst="textNoShape">
              <a:avLst/>
            </a:prstTxWarp>
          </a:bodyPr>
          <a:lstStyle>
            <a:lvl1pPr eaLnBrk="1" hangingPunct="1">
              <a:lnSpc>
                <a:spcPct val="100000"/>
              </a:lnSpc>
              <a:spcBef>
                <a:spcPct val="0"/>
              </a:spcBef>
              <a:spcAft>
                <a:spcPct val="0"/>
              </a:spcAft>
              <a:buClrTx/>
              <a:buSzTx/>
              <a:buFontTx/>
              <a:buNone/>
              <a:defRPr sz="1200">
                <a:latin typeface="Times New Roman" pitchFamily="18" charset="0"/>
                <a:ea typeface="宋体" pitchFamily="2" charset="-122"/>
              </a:defRPr>
            </a:lvl1pPr>
          </a:lstStyle>
          <a:p>
            <a:pPr>
              <a:defRPr/>
            </a:pPr>
            <a:endParaRPr lang="en-US" altLang="zh-CN"/>
          </a:p>
        </p:txBody>
      </p:sp>
      <p:sp>
        <p:nvSpPr>
          <p:cNvPr id="571399" name="Rectangle 7">
            <a:extLst>
              <a:ext uri="{FF2B5EF4-FFF2-40B4-BE49-F238E27FC236}">
                <a16:creationId xmlns:a16="http://schemas.microsoft.com/office/drawing/2014/main" id="{AB9D5106-8B59-364C-9F1E-63E3BE48A9CB}"/>
              </a:ext>
            </a:extLst>
          </p:cNvPr>
          <p:cNvSpPr>
            <a:spLocks noGrp="1" noChangeArrowheads="1"/>
          </p:cNvSpPr>
          <p:nvPr>
            <p:ph type="sldNum" sz="quarter" idx="5"/>
          </p:nvPr>
        </p:nvSpPr>
        <p:spPr bwMode="auto">
          <a:xfrm>
            <a:off x="3808413" y="9371013"/>
            <a:ext cx="2971800" cy="457200"/>
          </a:xfrm>
          <a:prstGeom prst="rect">
            <a:avLst/>
          </a:prstGeom>
          <a:noFill/>
          <a:ln w="9525">
            <a:noFill/>
            <a:miter lim="800000"/>
            <a:headEnd/>
            <a:tailEnd/>
          </a:ln>
          <a:effectLst/>
        </p:spPr>
        <p:txBody>
          <a:bodyPr vert="horz" wrap="square" lIns="91422" tIns="45711" rIns="91422" bIns="45711"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B7974A86-2C03-D848-9699-F43BB68498BB}"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spect="1" noChangeArrowheads="1" noTextEdit="1"/>
          </p:cNvSpPr>
          <p:nvPr>
            <p:ph type="sldImg" idx="4294967295"/>
          </p:nvPr>
        </p:nvSpPr>
        <p:spPr>
          <a:xfrm>
            <a:off x="88900" y="739775"/>
            <a:ext cx="6580188" cy="3702050"/>
          </a:xfrm>
        </p:spPr>
      </p:sp>
      <p:sp>
        <p:nvSpPr>
          <p:cNvPr id="8195" name="Rectangle 3"/>
          <p:cNvSpPr>
            <a:spLocks noGrp="1" noChangeArrowheads="1"/>
          </p:cNvSpPr>
          <p:nvPr>
            <p:ph type="body" idx="4294967295"/>
          </p:nvPr>
        </p:nvSpPr>
        <p:spPr>
          <a:xfrm>
            <a:off x="677863" y="4686300"/>
            <a:ext cx="5405437" cy="4440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个人简介，教材简介</a:t>
            </a:r>
          </a:p>
        </p:txBody>
      </p:sp>
    </p:spTree>
    <p:extLst>
      <p:ext uri="{BB962C8B-B14F-4D97-AF65-F5344CB8AC3E}">
        <p14:creationId xmlns:p14="http://schemas.microsoft.com/office/powerpoint/2010/main" val="16129912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a:extLst>
              <a:ext uri="{FF2B5EF4-FFF2-40B4-BE49-F238E27FC236}">
                <a16:creationId xmlns:a16="http://schemas.microsoft.com/office/drawing/2014/main" id="{AFD12F4C-AE6B-40FB-A64A-B625052EDDB3}"/>
              </a:ext>
            </a:extLst>
          </p:cNvPr>
          <p:cNvSpPr>
            <a:spLocks noGrp="1" noRot="1" noChangeAspect="1" noChangeArrowheads="1" noTextEdit="1"/>
          </p:cNvSpPr>
          <p:nvPr>
            <p:ph type="sldImg" idx="4294967295"/>
          </p:nvPr>
        </p:nvSpPr>
        <p:spPr>
          <a:xfrm>
            <a:off x="139700" y="762000"/>
            <a:ext cx="6502400" cy="3657600"/>
          </a:xfrm>
          <a:ln/>
        </p:spPr>
      </p:sp>
      <p:sp>
        <p:nvSpPr>
          <p:cNvPr id="12291" name="备注占位符 2">
            <a:extLst>
              <a:ext uri="{FF2B5EF4-FFF2-40B4-BE49-F238E27FC236}">
                <a16:creationId xmlns:a16="http://schemas.microsoft.com/office/drawing/2014/main" id="{C7D6B4BC-D89E-4756-AFB7-0E89763C7DC4}"/>
              </a:ext>
            </a:extLst>
          </p:cNvPr>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2292" name="灯片编号占位符 3">
            <a:extLst>
              <a:ext uri="{FF2B5EF4-FFF2-40B4-BE49-F238E27FC236}">
                <a16:creationId xmlns:a16="http://schemas.microsoft.com/office/drawing/2014/main" id="{A8E729A2-7D0B-4DDE-8A42-20AEDB3371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457200" rtl="0" eaLnBrk="1" fontAlgn="auto" latinLnBrk="0" hangingPunct="1">
              <a:lnSpc>
                <a:spcPct val="100000"/>
              </a:lnSpc>
              <a:spcBef>
                <a:spcPct val="0"/>
              </a:spcBef>
              <a:spcAft>
                <a:spcPts val="0"/>
              </a:spcAft>
              <a:buClrTx/>
              <a:buSzTx/>
              <a:buFontTx/>
              <a:buNone/>
              <a:tabLst/>
              <a:defRPr/>
            </a:pPr>
            <a:fld id="{5EE0D78A-0672-4D05-B470-9A5BEA4F850A}" type="slidenum">
              <a:rPr kumimoji="0"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457200" rtl="0" eaLnBrk="1" fontAlgn="auto" latinLnBrk="0" hangingPunct="1">
                <a:lnSpc>
                  <a:spcPct val="100000"/>
                </a:lnSpc>
                <a:spcBef>
                  <a:spcPct val="0"/>
                </a:spcBef>
                <a:spcAft>
                  <a:spcPts val="0"/>
                </a:spcAft>
                <a:buClrTx/>
                <a:buSzTx/>
                <a:buFontTx/>
                <a:buNone/>
                <a:tabLst/>
                <a:defRPr/>
              </a:pPr>
              <a:t>2</a:t>
            </a:fld>
            <a:endParaRPr kumimoji="0" lang="zh-CN" alt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305521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B397AC9D-1126-E9B0-37F6-6FA37AC37BBF}"/>
              </a:ext>
            </a:extLst>
          </p:cNvPr>
          <p:cNvSpPr>
            <a:spLocks noGrp="1" noRot="1" noChangeAspect="1" noChangeArrowheads="1" noTextEdit="1"/>
          </p:cNvSpPr>
          <p:nvPr>
            <p:ph type="sldImg" idx="4294967295"/>
          </p:nvPr>
        </p:nvSpPr>
        <p:spPr>
          <a:xfrm>
            <a:off x="139700" y="762000"/>
            <a:ext cx="6502400" cy="3657600"/>
          </a:xfrm>
          <a:ln/>
        </p:spPr>
      </p:sp>
      <p:sp>
        <p:nvSpPr>
          <p:cNvPr id="74755" name="Notes Placeholder 2">
            <a:extLst>
              <a:ext uri="{FF2B5EF4-FFF2-40B4-BE49-F238E27FC236}">
                <a16:creationId xmlns:a16="http://schemas.microsoft.com/office/drawing/2014/main" id="{E1018724-47AC-DFB8-A9B8-EA4A85D4C1FB}"/>
              </a:ext>
            </a:extLst>
          </p:cNvPr>
          <p:cNvSpPr>
            <a:spLocks noGrp="1" noChangeArrowheads="1"/>
          </p:cNvSpPr>
          <p:nvPr>
            <p:ph type="body" idx="4294967295"/>
          </p:nvPr>
        </p:nvSpPr>
        <p:spPr/>
        <p:txBody>
          <a:bodyPr>
            <a:prstTxWarp prst="textNoShape">
              <a:avLst/>
            </a:prstTxWarp>
          </a:bodyPr>
          <a:lstStyle/>
          <a:p>
            <a:endParaRPr lang="zh-CN" altLang="en-US">
              <a:latin typeface="Times New Roman" panose="02020603050405020304" pitchFamily="18" charset="0"/>
            </a:endParaRPr>
          </a:p>
        </p:txBody>
      </p:sp>
      <p:sp>
        <p:nvSpPr>
          <p:cNvPr id="74756" name="Slide Number Placeholder 3">
            <a:extLst>
              <a:ext uri="{FF2B5EF4-FFF2-40B4-BE49-F238E27FC236}">
                <a16:creationId xmlns:a16="http://schemas.microsoft.com/office/drawing/2014/main" id="{97D7D4A4-419A-93F8-7F22-2B8111F0FC2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buFontTx/>
              <a:buChar char="•"/>
            </a:pPr>
            <a:fld id="{2F80C907-82EE-4501-90CA-B1427DC85448}" type="slidenum">
              <a:rPr altLang="en-US" sz="1800">
                <a:solidFill>
                  <a:srgbClr val="000000"/>
                </a:solidFill>
                <a:latin typeface="Tahoma" panose="020B0604030504040204" pitchFamily="34" charset="0"/>
              </a:rPr>
              <a:pPr>
                <a:buFontTx/>
                <a:buChar char="•"/>
              </a:pPr>
              <a:t>3</a:t>
            </a:fld>
            <a:endParaRPr lang="zh-CN" altLang="en-US" sz="1800">
              <a:solidFill>
                <a:srgbClr val="000000"/>
              </a:solidFill>
              <a:latin typeface="Tahoma" panose="020B0604030504040204" pitchFamily="34" charset="0"/>
            </a:endParaRPr>
          </a:p>
        </p:txBody>
      </p:sp>
    </p:spTree>
    <p:extLst>
      <p:ext uri="{BB962C8B-B14F-4D97-AF65-F5344CB8AC3E}">
        <p14:creationId xmlns:p14="http://schemas.microsoft.com/office/powerpoint/2010/main" val="842843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B397AC9D-1126-E9B0-37F6-6FA37AC37BBF}"/>
              </a:ext>
            </a:extLst>
          </p:cNvPr>
          <p:cNvSpPr>
            <a:spLocks noGrp="1" noRot="1" noChangeAspect="1" noChangeArrowheads="1" noTextEdit="1"/>
          </p:cNvSpPr>
          <p:nvPr>
            <p:ph type="sldImg" idx="4294967295"/>
          </p:nvPr>
        </p:nvSpPr>
        <p:spPr>
          <a:xfrm>
            <a:off x="139700" y="762000"/>
            <a:ext cx="6502400" cy="3657600"/>
          </a:xfrm>
          <a:ln/>
        </p:spPr>
      </p:sp>
      <p:sp>
        <p:nvSpPr>
          <p:cNvPr id="74755" name="Notes Placeholder 2">
            <a:extLst>
              <a:ext uri="{FF2B5EF4-FFF2-40B4-BE49-F238E27FC236}">
                <a16:creationId xmlns:a16="http://schemas.microsoft.com/office/drawing/2014/main" id="{E1018724-47AC-DFB8-A9B8-EA4A85D4C1FB}"/>
              </a:ext>
            </a:extLst>
          </p:cNvPr>
          <p:cNvSpPr>
            <a:spLocks noGrp="1" noChangeArrowheads="1"/>
          </p:cNvSpPr>
          <p:nvPr>
            <p:ph type="body" idx="4294967295"/>
          </p:nvPr>
        </p:nvSpPr>
        <p:spPr/>
        <p:txBody>
          <a:bodyPr>
            <a:prstTxWarp prst="textNoShape">
              <a:avLst/>
            </a:prstTxWarp>
          </a:bodyPr>
          <a:lstStyle/>
          <a:p>
            <a:endParaRPr lang="zh-CN" altLang="en-US">
              <a:latin typeface="Times New Roman" panose="02020603050405020304" pitchFamily="18" charset="0"/>
            </a:endParaRPr>
          </a:p>
        </p:txBody>
      </p:sp>
      <p:sp>
        <p:nvSpPr>
          <p:cNvPr id="74756" name="Slide Number Placeholder 3">
            <a:extLst>
              <a:ext uri="{FF2B5EF4-FFF2-40B4-BE49-F238E27FC236}">
                <a16:creationId xmlns:a16="http://schemas.microsoft.com/office/drawing/2014/main" id="{97D7D4A4-419A-93F8-7F22-2B8111F0FC2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buFontTx/>
              <a:buChar char="•"/>
            </a:pPr>
            <a:fld id="{2F80C907-82EE-4501-90CA-B1427DC85448}" type="slidenum">
              <a:rPr altLang="en-US" sz="1800">
                <a:solidFill>
                  <a:srgbClr val="000000"/>
                </a:solidFill>
                <a:latin typeface="Tahoma" panose="020B0604030504040204" pitchFamily="34" charset="0"/>
              </a:rPr>
              <a:pPr>
                <a:buFontTx/>
                <a:buChar char="•"/>
              </a:pPr>
              <a:t>4</a:t>
            </a:fld>
            <a:endParaRPr lang="zh-CN" altLang="en-US" sz="1800">
              <a:solidFill>
                <a:srgbClr val="000000"/>
              </a:solidFill>
              <a:latin typeface="Tahoma" panose="020B0604030504040204" pitchFamily="34" charset="0"/>
            </a:endParaRPr>
          </a:p>
        </p:txBody>
      </p:sp>
    </p:spTree>
    <p:extLst>
      <p:ext uri="{BB962C8B-B14F-4D97-AF65-F5344CB8AC3E}">
        <p14:creationId xmlns:p14="http://schemas.microsoft.com/office/powerpoint/2010/main" val="13977207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a:extLst>
              <a:ext uri="{FF2B5EF4-FFF2-40B4-BE49-F238E27FC236}">
                <a16:creationId xmlns:a16="http://schemas.microsoft.com/office/drawing/2014/main" id="{7909D6A4-313B-C627-E272-C7F9AED4A8ED}"/>
              </a:ext>
            </a:extLst>
          </p:cNvPr>
          <p:cNvSpPr>
            <a:spLocks noGrp="1" noRot="1" noChangeAspect="1" noChangeArrowheads="1" noTextEdit="1"/>
          </p:cNvSpPr>
          <p:nvPr>
            <p:ph type="sldImg" idx="4294967295"/>
          </p:nvPr>
        </p:nvSpPr>
        <p:spPr>
          <a:xfrm>
            <a:off x="139700" y="762000"/>
            <a:ext cx="6502400" cy="3657600"/>
          </a:xfrm>
          <a:ln/>
        </p:spPr>
      </p:sp>
      <p:sp>
        <p:nvSpPr>
          <p:cNvPr id="76803" name="文本占位符 2">
            <a:extLst>
              <a:ext uri="{FF2B5EF4-FFF2-40B4-BE49-F238E27FC236}">
                <a16:creationId xmlns:a16="http://schemas.microsoft.com/office/drawing/2014/main" id="{A3CC0B16-B16C-0FD3-8A61-DA24FFF73FCA}"/>
              </a:ext>
            </a:extLst>
          </p:cNvPr>
          <p:cNvSpPr>
            <a:spLocks noGrp="1" noChangeArrowheads="1"/>
          </p:cNvSpPr>
          <p:nvPr>
            <p:ph type="body" idx="4294967295"/>
          </p:nvPr>
        </p:nvSpPr>
        <p:spPr/>
        <p:txBody>
          <a:bodyPr>
            <a:prstTxWarp prst="textNoShape">
              <a:avLst/>
            </a:prstTxWarp>
          </a:bodyPr>
          <a:lstStyle/>
          <a:p>
            <a:endParaRPr lang="zh-CN" altLang="en-US" dirty="0">
              <a:latin typeface="Times New Roman" panose="02020603050405020304" pitchFamily="18" charset="0"/>
            </a:endParaRPr>
          </a:p>
        </p:txBody>
      </p:sp>
    </p:spTree>
    <p:extLst>
      <p:ext uri="{BB962C8B-B14F-4D97-AF65-F5344CB8AC3E}">
        <p14:creationId xmlns:p14="http://schemas.microsoft.com/office/powerpoint/2010/main" val="10178975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B397AC9D-1126-E9B0-37F6-6FA37AC37BBF}"/>
              </a:ext>
            </a:extLst>
          </p:cNvPr>
          <p:cNvSpPr>
            <a:spLocks noGrp="1" noRot="1" noChangeAspect="1" noChangeArrowheads="1" noTextEdit="1"/>
          </p:cNvSpPr>
          <p:nvPr>
            <p:ph type="sldImg" idx="4294967295"/>
          </p:nvPr>
        </p:nvSpPr>
        <p:spPr>
          <a:xfrm>
            <a:off x="139700" y="762000"/>
            <a:ext cx="6502400" cy="3657600"/>
          </a:xfrm>
          <a:ln/>
        </p:spPr>
      </p:sp>
      <p:sp>
        <p:nvSpPr>
          <p:cNvPr id="74755" name="Notes Placeholder 2">
            <a:extLst>
              <a:ext uri="{FF2B5EF4-FFF2-40B4-BE49-F238E27FC236}">
                <a16:creationId xmlns:a16="http://schemas.microsoft.com/office/drawing/2014/main" id="{E1018724-47AC-DFB8-A9B8-EA4A85D4C1FB}"/>
              </a:ext>
            </a:extLst>
          </p:cNvPr>
          <p:cNvSpPr>
            <a:spLocks noGrp="1" noChangeArrowheads="1"/>
          </p:cNvSpPr>
          <p:nvPr>
            <p:ph type="body" idx="4294967295"/>
          </p:nvPr>
        </p:nvSpPr>
        <p:spPr/>
        <p:txBody>
          <a:bodyPr>
            <a:prstTxWarp prst="textNoShape">
              <a:avLst/>
            </a:prstTxWarp>
          </a:bodyPr>
          <a:lstStyle/>
          <a:p>
            <a:endParaRPr lang="zh-CN" altLang="en-US">
              <a:latin typeface="Times New Roman" panose="02020603050405020304" pitchFamily="18" charset="0"/>
            </a:endParaRPr>
          </a:p>
        </p:txBody>
      </p:sp>
      <p:sp>
        <p:nvSpPr>
          <p:cNvPr id="74756" name="Slide Number Placeholder 3">
            <a:extLst>
              <a:ext uri="{FF2B5EF4-FFF2-40B4-BE49-F238E27FC236}">
                <a16:creationId xmlns:a16="http://schemas.microsoft.com/office/drawing/2014/main" id="{97D7D4A4-419A-93F8-7F22-2B8111F0FC2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buFontTx/>
              <a:buChar char="•"/>
            </a:pPr>
            <a:fld id="{2F80C907-82EE-4501-90CA-B1427DC85448}" type="slidenum">
              <a:rPr altLang="en-US" sz="1800">
                <a:solidFill>
                  <a:srgbClr val="000000"/>
                </a:solidFill>
                <a:latin typeface="Tahoma" panose="020B0604030504040204" pitchFamily="34" charset="0"/>
              </a:rPr>
              <a:pPr>
                <a:buFontTx/>
                <a:buChar char="•"/>
              </a:pPr>
              <a:t>6</a:t>
            </a:fld>
            <a:endParaRPr lang="zh-CN" altLang="en-US" sz="1800">
              <a:solidFill>
                <a:srgbClr val="000000"/>
              </a:solidFill>
              <a:latin typeface="Tahoma" panose="020B0604030504040204" pitchFamily="34" charset="0"/>
            </a:endParaRPr>
          </a:p>
        </p:txBody>
      </p:sp>
    </p:spTree>
    <p:extLst>
      <p:ext uri="{BB962C8B-B14F-4D97-AF65-F5344CB8AC3E}">
        <p14:creationId xmlns:p14="http://schemas.microsoft.com/office/powerpoint/2010/main" val="39195877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a:extLst>
              <a:ext uri="{FF2B5EF4-FFF2-40B4-BE49-F238E27FC236}">
                <a16:creationId xmlns:a16="http://schemas.microsoft.com/office/drawing/2014/main" id="{7909D6A4-313B-C627-E272-C7F9AED4A8ED}"/>
              </a:ext>
            </a:extLst>
          </p:cNvPr>
          <p:cNvSpPr>
            <a:spLocks noGrp="1" noRot="1" noChangeAspect="1" noChangeArrowheads="1" noTextEdit="1"/>
          </p:cNvSpPr>
          <p:nvPr>
            <p:ph type="sldImg" idx="4294967295"/>
          </p:nvPr>
        </p:nvSpPr>
        <p:spPr>
          <a:xfrm>
            <a:off x="139700" y="762000"/>
            <a:ext cx="6502400" cy="3657600"/>
          </a:xfrm>
          <a:ln/>
        </p:spPr>
      </p:sp>
      <p:sp>
        <p:nvSpPr>
          <p:cNvPr id="76803" name="文本占位符 2">
            <a:extLst>
              <a:ext uri="{FF2B5EF4-FFF2-40B4-BE49-F238E27FC236}">
                <a16:creationId xmlns:a16="http://schemas.microsoft.com/office/drawing/2014/main" id="{A3CC0B16-B16C-0FD3-8A61-DA24FFF73FCA}"/>
              </a:ext>
            </a:extLst>
          </p:cNvPr>
          <p:cNvSpPr>
            <a:spLocks noGrp="1" noChangeArrowheads="1"/>
          </p:cNvSpPr>
          <p:nvPr>
            <p:ph type="body" idx="4294967295"/>
          </p:nvPr>
        </p:nvSpPr>
        <p:spPr/>
        <p:txBody>
          <a:bodyPr>
            <a:prstTxWarp prst="textNoShape">
              <a:avLst/>
            </a:prstTxWarp>
          </a:bodyPr>
          <a:lstStyle/>
          <a:p>
            <a:endParaRPr lang="zh-CN" altLang="en-US" dirty="0">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a:extLst>
              <a:ext uri="{FF2B5EF4-FFF2-40B4-BE49-F238E27FC236}">
                <a16:creationId xmlns:a16="http://schemas.microsoft.com/office/drawing/2014/main" id="{2BFBE4AC-28EF-7EC5-398F-DEEF4E460EB5}"/>
              </a:ext>
            </a:extLst>
          </p:cNvPr>
          <p:cNvSpPr>
            <a:spLocks noGrp="1" noRot="1" noChangeAspect="1" noChangeArrowheads="1" noTextEdit="1"/>
          </p:cNvSpPr>
          <p:nvPr>
            <p:ph type="sldImg" idx="4294967295"/>
          </p:nvPr>
        </p:nvSpPr>
        <p:spPr>
          <a:xfrm>
            <a:off x="139700" y="762000"/>
            <a:ext cx="6502400" cy="3657600"/>
          </a:xfrm>
          <a:ln/>
        </p:spPr>
      </p:sp>
      <p:sp>
        <p:nvSpPr>
          <p:cNvPr id="78851" name="文本占位符 2">
            <a:extLst>
              <a:ext uri="{FF2B5EF4-FFF2-40B4-BE49-F238E27FC236}">
                <a16:creationId xmlns:a16="http://schemas.microsoft.com/office/drawing/2014/main" id="{AB35D0B5-A209-B22A-0636-6EB20ED1BDDC}"/>
              </a:ext>
            </a:extLst>
          </p:cNvPr>
          <p:cNvSpPr>
            <a:spLocks noGrp="1"/>
          </p:cNvSpPr>
          <p:nvPr>
            <p:ph type="body" idx="3"/>
          </p:nvPr>
        </p:nvSpPr>
        <p:spPr/>
        <p:txBody>
          <a:bodyPr>
            <a:prstTxWarp prst="textNoShape">
              <a:avLst/>
            </a:prstTxWarp>
          </a:bodyPr>
          <a:lstStyle/>
          <a:p>
            <a:endParaRPr lang="zh-CN" altLang="en-US" noProof="1">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a:extLst>
              <a:ext uri="{FF2B5EF4-FFF2-40B4-BE49-F238E27FC236}">
                <a16:creationId xmlns:a16="http://schemas.microsoft.com/office/drawing/2014/main" id="{359C6976-B6C9-B404-E25F-166BECE23E07}"/>
              </a:ext>
            </a:extLst>
          </p:cNvPr>
          <p:cNvSpPr>
            <a:spLocks noGrp="1" noRot="1" noChangeAspect="1" noChangeArrowheads="1" noTextEdit="1"/>
          </p:cNvSpPr>
          <p:nvPr>
            <p:ph type="sldImg" idx="4294967295"/>
          </p:nvPr>
        </p:nvSpPr>
        <p:spPr>
          <a:xfrm>
            <a:off x="139700" y="762000"/>
            <a:ext cx="6502400" cy="3657600"/>
          </a:xfrm>
          <a:ln/>
        </p:spPr>
      </p:sp>
      <p:sp>
        <p:nvSpPr>
          <p:cNvPr id="80899" name="文本占位符 2">
            <a:extLst>
              <a:ext uri="{FF2B5EF4-FFF2-40B4-BE49-F238E27FC236}">
                <a16:creationId xmlns:a16="http://schemas.microsoft.com/office/drawing/2014/main" id="{6DB0AFF9-F694-B0DB-39A3-A05C7691545C}"/>
              </a:ext>
            </a:extLst>
          </p:cNvPr>
          <p:cNvSpPr>
            <a:spLocks noGrp="1" noChangeArrowheads="1"/>
          </p:cNvSpPr>
          <p:nvPr>
            <p:ph type="body" idx="4294967295"/>
          </p:nvPr>
        </p:nvSpPr>
        <p:spPr/>
        <p:txBody>
          <a:bodyPr>
            <a:prstTxWarp prst="textNoShape">
              <a:avLst/>
            </a:prstTxWarp>
          </a:bodyPr>
          <a:lstStyle/>
          <a:p>
            <a:endParaRPr lang="zh-CN"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B397AC9D-1126-E9B0-37F6-6FA37AC37BBF}"/>
              </a:ext>
            </a:extLst>
          </p:cNvPr>
          <p:cNvSpPr>
            <a:spLocks noGrp="1" noRot="1" noChangeAspect="1" noChangeArrowheads="1" noTextEdit="1"/>
          </p:cNvSpPr>
          <p:nvPr>
            <p:ph type="sldImg" idx="4294967295"/>
          </p:nvPr>
        </p:nvSpPr>
        <p:spPr>
          <a:xfrm>
            <a:off x="139700" y="762000"/>
            <a:ext cx="6502400" cy="3657600"/>
          </a:xfrm>
          <a:ln/>
        </p:spPr>
      </p:sp>
      <p:sp>
        <p:nvSpPr>
          <p:cNvPr id="74755" name="Notes Placeholder 2">
            <a:extLst>
              <a:ext uri="{FF2B5EF4-FFF2-40B4-BE49-F238E27FC236}">
                <a16:creationId xmlns:a16="http://schemas.microsoft.com/office/drawing/2014/main" id="{E1018724-47AC-DFB8-A9B8-EA4A85D4C1FB}"/>
              </a:ext>
            </a:extLst>
          </p:cNvPr>
          <p:cNvSpPr>
            <a:spLocks noGrp="1" noChangeArrowheads="1"/>
          </p:cNvSpPr>
          <p:nvPr>
            <p:ph type="body" idx="4294967295"/>
          </p:nvPr>
        </p:nvSpPr>
        <p:spPr/>
        <p:txBody>
          <a:bodyPr>
            <a:prstTxWarp prst="textNoShape">
              <a:avLst/>
            </a:prstTxWarp>
          </a:bodyPr>
          <a:lstStyle/>
          <a:p>
            <a:endParaRPr lang="zh-CN" altLang="en-US">
              <a:latin typeface="Times New Roman" panose="02020603050405020304" pitchFamily="18" charset="0"/>
            </a:endParaRPr>
          </a:p>
        </p:txBody>
      </p:sp>
      <p:sp>
        <p:nvSpPr>
          <p:cNvPr id="74756" name="Slide Number Placeholder 3">
            <a:extLst>
              <a:ext uri="{FF2B5EF4-FFF2-40B4-BE49-F238E27FC236}">
                <a16:creationId xmlns:a16="http://schemas.microsoft.com/office/drawing/2014/main" id="{97D7D4A4-419A-93F8-7F22-2B8111F0FC2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buFontTx/>
              <a:buChar char="•"/>
            </a:pPr>
            <a:fld id="{2F80C907-82EE-4501-90CA-B1427DC85448}" type="slidenum">
              <a:rPr altLang="en-US" sz="1800">
                <a:solidFill>
                  <a:srgbClr val="000000"/>
                </a:solidFill>
                <a:latin typeface="Tahoma" panose="020B0604030504040204" pitchFamily="34" charset="0"/>
              </a:rPr>
              <a:pPr>
                <a:buFontTx/>
                <a:buChar char="•"/>
              </a:pPr>
              <a:t>10</a:t>
            </a:fld>
            <a:endParaRPr lang="zh-CN" altLang="en-US" sz="1800">
              <a:solidFill>
                <a:srgbClr val="000000"/>
              </a:solidFill>
              <a:latin typeface="Tahoma" panose="020B0604030504040204" pitchFamily="34" charset="0"/>
            </a:endParaRPr>
          </a:p>
        </p:txBody>
      </p:sp>
    </p:spTree>
    <p:extLst>
      <p:ext uri="{BB962C8B-B14F-4D97-AF65-F5344CB8AC3E}">
        <p14:creationId xmlns:p14="http://schemas.microsoft.com/office/powerpoint/2010/main" val="8942862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a:extLst>
              <a:ext uri="{FF2B5EF4-FFF2-40B4-BE49-F238E27FC236}">
                <a16:creationId xmlns:a16="http://schemas.microsoft.com/office/drawing/2014/main" id="{67DB6CCC-979E-6138-E496-F66FF7FC8CDD}"/>
              </a:ext>
            </a:extLst>
          </p:cNvPr>
          <p:cNvSpPr>
            <a:spLocks noGrp="1" noRot="1" noChangeAspect="1" noChangeArrowheads="1" noTextEdit="1"/>
          </p:cNvSpPr>
          <p:nvPr>
            <p:ph type="sldImg" idx="4294967295"/>
          </p:nvPr>
        </p:nvSpPr>
        <p:spPr>
          <a:xfrm>
            <a:off x="139700" y="762000"/>
            <a:ext cx="6502400" cy="3657600"/>
          </a:xfrm>
          <a:ln/>
        </p:spPr>
      </p:sp>
      <p:sp>
        <p:nvSpPr>
          <p:cNvPr id="109571" name="文本占位符 2">
            <a:extLst>
              <a:ext uri="{FF2B5EF4-FFF2-40B4-BE49-F238E27FC236}">
                <a16:creationId xmlns:a16="http://schemas.microsoft.com/office/drawing/2014/main" id="{F3F1B6F7-4EF6-55C9-9A41-4F939FD367E1}"/>
              </a:ext>
            </a:extLst>
          </p:cNvPr>
          <p:cNvSpPr>
            <a:spLocks noGrp="1" noChangeArrowheads="1"/>
          </p:cNvSpPr>
          <p:nvPr>
            <p:ph type="body" idx="4294967295"/>
          </p:nvPr>
        </p:nvSpPr>
        <p:spPr/>
        <p:txBody>
          <a:bodyPr>
            <a:prstTxWarp prst="textNoShape">
              <a:avLst/>
            </a:prstTxWarp>
          </a:bodyPr>
          <a:lstStyle/>
          <a:p>
            <a:endParaRPr lang="en-US" altLang="zh-CN">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a:extLst>
              <a:ext uri="{FF2B5EF4-FFF2-40B4-BE49-F238E27FC236}">
                <a16:creationId xmlns:a16="http://schemas.microsoft.com/office/drawing/2014/main" id="{1E8F05D0-24D7-3ED2-9D61-DC8566DAB763}"/>
              </a:ext>
            </a:extLst>
          </p:cNvPr>
          <p:cNvSpPr>
            <a:spLocks noGrp="1" noRot="1" noChangeAspect="1" noChangeArrowheads="1" noTextEdit="1"/>
          </p:cNvSpPr>
          <p:nvPr>
            <p:ph type="sldImg" idx="4294967295"/>
          </p:nvPr>
        </p:nvSpPr>
        <p:spPr>
          <a:xfrm>
            <a:off x="139700" y="762000"/>
            <a:ext cx="6502400" cy="3657600"/>
          </a:xfrm>
          <a:ln/>
        </p:spPr>
      </p:sp>
      <p:sp>
        <p:nvSpPr>
          <p:cNvPr id="113667" name="文本占位符 2">
            <a:extLst>
              <a:ext uri="{FF2B5EF4-FFF2-40B4-BE49-F238E27FC236}">
                <a16:creationId xmlns:a16="http://schemas.microsoft.com/office/drawing/2014/main" id="{1FB545C3-7B04-D27F-94A5-6C48AAA143CC}"/>
              </a:ext>
            </a:extLst>
          </p:cNvPr>
          <p:cNvSpPr>
            <a:spLocks noGrp="1" noChangeArrowheads="1"/>
          </p:cNvSpPr>
          <p:nvPr>
            <p:ph type="body" idx="4294967295"/>
          </p:nvPr>
        </p:nvSpPr>
        <p:spPr/>
        <p:txBody>
          <a:bodyPr>
            <a:prstTxWarp prst="textNoShape">
              <a:avLst/>
            </a:prstTxWarp>
          </a:bodyPr>
          <a:lstStyle/>
          <a:p>
            <a:endParaRPr lang="zh-CN"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幻灯片图像占位符 1">
            <a:extLst>
              <a:ext uri="{FF2B5EF4-FFF2-40B4-BE49-F238E27FC236}">
                <a16:creationId xmlns:a16="http://schemas.microsoft.com/office/drawing/2014/main" id="{1ABB9CAB-7F32-C63C-416A-11C152C7A30B}"/>
              </a:ext>
            </a:extLst>
          </p:cNvPr>
          <p:cNvSpPr>
            <a:spLocks noGrp="1" noRot="1" noChangeAspect="1" noChangeArrowheads="1" noTextEdit="1"/>
          </p:cNvSpPr>
          <p:nvPr>
            <p:ph type="sldImg" idx="4294967295"/>
          </p:nvPr>
        </p:nvSpPr>
        <p:spPr>
          <a:xfrm>
            <a:off x="139700" y="762000"/>
            <a:ext cx="6502400" cy="3657600"/>
          </a:xfrm>
          <a:ln/>
        </p:spPr>
      </p:sp>
      <p:sp>
        <p:nvSpPr>
          <p:cNvPr id="118787" name="文本占位符 2">
            <a:extLst>
              <a:ext uri="{FF2B5EF4-FFF2-40B4-BE49-F238E27FC236}">
                <a16:creationId xmlns:a16="http://schemas.microsoft.com/office/drawing/2014/main" id="{63FC2CB4-C8FE-F37D-F22B-5EBA11371611}"/>
              </a:ext>
            </a:extLst>
          </p:cNvPr>
          <p:cNvSpPr>
            <a:spLocks noGrp="1" noChangeArrowheads="1"/>
          </p:cNvSpPr>
          <p:nvPr>
            <p:ph type="body" idx="4294967295"/>
          </p:nvPr>
        </p:nvSpPr>
        <p:spPr/>
        <p:txBody>
          <a:bodyPr>
            <a:prstTxWarp prst="textNoShape">
              <a:avLst/>
            </a:prstTxWarp>
          </a:bodyPr>
          <a:lstStyle/>
          <a:p>
            <a:endParaRPr lang="zh-CN"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2000"/>
            <a:ext cx="6502400" cy="36576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7974A86-2C03-D848-9699-F43BB68498BB}" type="slidenum">
              <a:rPr lang="zh-CN" altLang="en-US" smtClean="0"/>
              <a:pPr>
                <a:defRPr/>
              </a:pPr>
              <a:t>16</a:t>
            </a:fld>
            <a:endParaRPr lang="en-US" altLang="zh-CN"/>
          </a:p>
        </p:txBody>
      </p:sp>
    </p:spTree>
    <p:extLst>
      <p:ext uri="{BB962C8B-B14F-4D97-AF65-F5344CB8AC3E}">
        <p14:creationId xmlns:p14="http://schemas.microsoft.com/office/powerpoint/2010/main" val="29776648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2000"/>
            <a:ext cx="6502400" cy="36576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7974A86-2C03-D848-9699-F43BB68498BB}" type="slidenum">
              <a:rPr lang="zh-CN" altLang="en-US" smtClean="0"/>
              <a:pPr>
                <a:defRPr/>
              </a:pPr>
              <a:t>19</a:t>
            </a:fld>
            <a:endParaRPr lang="en-US" altLang="zh-CN"/>
          </a:p>
        </p:txBody>
      </p:sp>
    </p:spTree>
    <p:extLst>
      <p:ext uri="{BB962C8B-B14F-4D97-AF65-F5344CB8AC3E}">
        <p14:creationId xmlns:p14="http://schemas.microsoft.com/office/powerpoint/2010/main" val="10587335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B397AC9D-1126-E9B0-37F6-6FA37AC37BBF}"/>
              </a:ext>
            </a:extLst>
          </p:cNvPr>
          <p:cNvSpPr>
            <a:spLocks noGrp="1" noRot="1" noChangeAspect="1" noChangeArrowheads="1" noTextEdit="1"/>
          </p:cNvSpPr>
          <p:nvPr>
            <p:ph type="sldImg" idx="4294967295"/>
          </p:nvPr>
        </p:nvSpPr>
        <p:spPr>
          <a:xfrm>
            <a:off x="139700" y="762000"/>
            <a:ext cx="6502400" cy="3657600"/>
          </a:xfrm>
          <a:ln/>
        </p:spPr>
      </p:sp>
      <p:sp>
        <p:nvSpPr>
          <p:cNvPr id="74755" name="Notes Placeholder 2">
            <a:extLst>
              <a:ext uri="{FF2B5EF4-FFF2-40B4-BE49-F238E27FC236}">
                <a16:creationId xmlns:a16="http://schemas.microsoft.com/office/drawing/2014/main" id="{E1018724-47AC-DFB8-A9B8-EA4A85D4C1FB}"/>
              </a:ext>
            </a:extLst>
          </p:cNvPr>
          <p:cNvSpPr>
            <a:spLocks noGrp="1" noChangeArrowheads="1"/>
          </p:cNvSpPr>
          <p:nvPr>
            <p:ph type="body" idx="4294967295"/>
          </p:nvPr>
        </p:nvSpPr>
        <p:spPr/>
        <p:txBody>
          <a:bodyPr>
            <a:prstTxWarp prst="textNoShape">
              <a:avLst/>
            </a:prstTxWarp>
          </a:bodyPr>
          <a:lstStyle/>
          <a:p>
            <a:endParaRPr lang="zh-CN" altLang="en-US">
              <a:latin typeface="Times New Roman" panose="02020603050405020304" pitchFamily="18" charset="0"/>
            </a:endParaRPr>
          </a:p>
        </p:txBody>
      </p:sp>
      <p:sp>
        <p:nvSpPr>
          <p:cNvPr id="74756" name="Slide Number Placeholder 3">
            <a:extLst>
              <a:ext uri="{FF2B5EF4-FFF2-40B4-BE49-F238E27FC236}">
                <a16:creationId xmlns:a16="http://schemas.microsoft.com/office/drawing/2014/main" id="{97D7D4A4-419A-93F8-7F22-2B8111F0FC2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buFontTx/>
              <a:buChar char="•"/>
            </a:pPr>
            <a:fld id="{2F80C907-82EE-4501-90CA-B1427DC85448}" type="slidenum">
              <a:rPr altLang="en-US" sz="1800">
                <a:solidFill>
                  <a:srgbClr val="000000"/>
                </a:solidFill>
                <a:latin typeface="Tahoma" panose="020B0604030504040204" pitchFamily="34" charset="0"/>
              </a:rPr>
              <a:pPr>
                <a:buFontTx/>
                <a:buChar char="•"/>
              </a:pPr>
              <a:t>22</a:t>
            </a:fld>
            <a:endParaRPr lang="zh-CN" altLang="en-US" sz="1800">
              <a:solidFill>
                <a:srgbClr val="000000"/>
              </a:solidFill>
              <a:latin typeface="Tahoma" panose="020B0604030504040204" pitchFamily="34" charset="0"/>
            </a:endParaRPr>
          </a:p>
        </p:txBody>
      </p:sp>
    </p:spTree>
    <p:extLst>
      <p:ext uri="{BB962C8B-B14F-4D97-AF65-F5344CB8AC3E}">
        <p14:creationId xmlns:p14="http://schemas.microsoft.com/office/powerpoint/2010/main" val="38697106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幻灯片图像占位符 1">
            <a:extLst>
              <a:ext uri="{FF2B5EF4-FFF2-40B4-BE49-F238E27FC236}">
                <a16:creationId xmlns:a16="http://schemas.microsoft.com/office/drawing/2014/main" id="{25D8FBC5-A8E2-9341-B0DE-3BE013698C39}"/>
              </a:ext>
            </a:extLst>
          </p:cNvPr>
          <p:cNvSpPr>
            <a:spLocks noGrp="1" noRot="1" noChangeAspect="1" noTextEdit="1"/>
          </p:cNvSpPr>
          <p:nvPr>
            <p:ph type="sldImg"/>
          </p:nvPr>
        </p:nvSpPr>
        <p:spPr>
          <a:xfrm>
            <a:off x="139700" y="762000"/>
            <a:ext cx="6502400" cy="3657600"/>
          </a:xfrm>
          <a:ln/>
        </p:spPr>
      </p:sp>
      <p:sp>
        <p:nvSpPr>
          <p:cNvPr id="86018" name="备注占位符 2">
            <a:extLst>
              <a:ext uri="{FF2B5EF4-FFF2-40B4-BE49-F238E27FC236}">
                <a16:creationId xmlns:a16="http://schemas.microsoft.com/office/drawing/2014/main" id="{DD5187CE-932A-A740-9BC0-CE4DD532A12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019" name="灯片编号占位符 3">
            <a:extLst>
              <a:ext uri="{FF2B5EF4-FFF2-40B4-BE49-F238E27FC236}">
                <a16:creationId xmlns:a16="http://schemas.microsoft.com/office/drawing/2014/main" id="{68CBBA7D-A8BB-C44B-AF4E-08AB59F2E68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C2C4257-E8AD-9949-93BC-0DC436AF4BF7}" type="slidenum">
              <a:rPr lang="zh-CN" altLang="en-US" smtClean="0">
                <a:ea typeface="宋体" panose="02010600030101010101" pitchFamily="2" charset="-122"/>
              </a:rPr>
              <a:pPr>
                <a:spcBef>
                  <a:spcPct val="0"/>
                </a:spcBef>
              </a:pPr>
              <a:t>25</a:t>
            </a:fld>
            <a:endParaRPr lang="en-US" altLang="zh-CN">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幻灯片图像占位符 1">
            <a:extLst>
              <a:ext uri="{FF2B5EF4-FFF2-40B4-BE49-F238E27FC236}">
                <a16:creationId xmlns:a16="http://schemas.microsoft.com/office/drawing/2014/main" id="{5319C7F6-22AC-FB4F-A5CE-2D75B3D52322}"/>
              </a:ext>
            </a:extLst>
          </p:cNvPr>
          <p:cNvSpPr>
            <a:spLocks noGrp="1" noRot="1" noChangeAspect="1" noTextEdit="1"/>
          </p:cNvSpPr>
          <p:nvPr>
            <p:ph type="sldImg"/>
          </p:nvPr>
        </p:nvSpPr>
        <p:spPr>
          <a:xfrm>
            <a:off x="139700" y="762000"/>
            <a:ext cx="6502400" cy="3657600"/>
          </a:xfrm>
          <a:ln/>
        </p:spPr>
      </p:sp>
      <p:sp>
        <p:nvSpPr>
          <p:cNvPr id="88066" name="备注占位符 2">
            <a:extLst>
              <a:ext uri="{FF2B5EF4-FFF2-40B4-BE49-F238E27FC236}">
                <a16:creationId xmlns:a16="http://schemas.microsoft.com/office/drawing/2014/main" id="{351D3C27-99E0-8B4B-A157-6EBD085B85F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8067" name="灯片编号占位符 3">
            <a:extLst>
              <a:ext uri="{FF2B5EF4-FFF2-40B4-BE49-F238E27FC236}">
                <a16:creationId xmlns:a16="http://schemas.microsoft.com/office/drawing/2014/main" id="{635A1BCC-61D8-AD45-864B-1F0FF4AB947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2AA966D-161F-144E-BB55-8A35355B3AE4}" type="slidenum">
              <a:rPr lang="zh-CN" altLang="en-US" smtClean="0">
                <a:ea typeface="宋体" panose="02010600030101010101" pitchFamily="2" charset="-122"/>
              </a:rPr>
              <a:pPr>
                <a:spcBef>
                  <a:spcPct val="0"/>
                </a:spcBef>
              </a:pPr>
              <a:t>26</a:t>
            </a:fld>
            <a:endParaRPr lang="en-US" altLang="zh-CN">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幻灯片图像占位符 1">
            <a:extLst>
              <a:ext uri="{FF2B5EF4-FFF2-40B4-BE49-F238E27FC236}">
                <a16:creationId xmlns:a16="http://schemas.microsoft.com/office/drawing/2014/main" id="{A798D2D3-AABE-0048-B594-88DA980D4D87}"/>
              </a:ext>
            </a:extLst>
          </p:cNvPr>
          <p:cNvSpPr>
            <a:spLocks noGrp="1" noRot="1" noChangeAspect="1" noTextEdit="1"/>
          </p:cNvSpPr>
          <p:nvPr>
            <p:ph type="sldImg"/>
          </p:nvPr>
        </p:nvSpPr>
        <p:spPr>
          <a:xfrm>
            <a:off x="139700" y="762000"/>
            <a:ext cx="6502400" cy="3657600"/>
          </a:xfrm>
          <a:ln/>
        </p:spPr>
      </p:sp>
      <p:sp>
        <p:nvSpPr>
          <p:cNvPr id="90114" name="备注占位符 2">
            <a:extLst>
              <a:ext uri="{FF2B5EF4-FFF2-40B4-BE49-F238E27FC236}">
                <a16:creationId xmlns:a16="http://schemas.microsoft.com/office/drawing/2014/main" id="{A3116498-71B6-6648-AC9C-0442D60521A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0115" name="灯片编号占位符 3">
            <a:extLst>
              <a:ext uri="{FF2B5EF4-FFF2-40B4-BE49-F238E27FC236}">
                <a16:creationId xmlns:a16="http://schemas.microsoft.com/office/drawing/2014/main" id="{A0EB32B9-B1EB-D34F-8DA2-82573F881172}"/>
              </a:ext>
            </a:extLst>
          </p:cNvPr>
          <p:cNvSpPr txBox="1">
            <a:spLocks noGrp="1"/>
          </p:cNvSpPr>
          <p:nvPr/>
        </p:nvSpPr>
        <p:spPr bwMode="auto">
          <a:xfrm>
            <a:off x="3808413" y="93710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2" tIns="45711" rIns="91422" bIns="45711" anchor="b"/>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lgn="r" eaLnBrk="1" hangingPunct="1">
              <a:spcBef>
                <a:spcPct val="0"/>
              </a:spcBef>
            </a:pPr>
            <a:fld id="{B0B31D9B-9AF2-0345-9B5D-0A62CC769297}" type="slidenum">
              <a:rPr lang="zh-CN" altLang="en-US"/>
              <a:pPr algn="r" eaLnBrk="1" hangingPunct="1">
                <a:spcBef>
                  <a:spcPct val="0"/>
                </a:spcBef>
              </a:pPr>
              <a:t>27</a:t>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幻灯片图像占位符 1">
            <a:extLst>
              <a:ext uri="{FF2B5EF4-FFF2-40B4-BE49-F238E27FC236}">
                <a16:creationId xmlns:a16="http://schemas.microsoft.com/office/drawing/2014/main" id="{322DEB3A-5C6D-B843-9287-4EC3B2D06930}"/>
              </a:ext>
            </a:extLst>
          </p:cNvPr>
          <p:cNvSpPr>
            <a:spLocks noGrp="1" noRot="1" noChangeAspect="1" noTextEdit="1"/>
          </p:cNvSpPr>
          <p:nvPr>
            <p:ph type="sldImg"/>
          </p:nvPr>
        </p:nvSpPr>
        <p:spPr>
          <a:xfrm>
            <a:off x="139700" y="762000"/>
            <a:ext cx="6502400" cy="3657600"/>
          </a:xfrm>
          <a:ln/>
        </p:spPr>
      </p:sp>
      <p:sp>
        <p:nvSpPr>
          <p:cNvPr id="120834" name="备注占位符 2">
            <a:extLst>
              <a:ext uri="{FF2B5EF4-FFF2-40B4-BE49-F238E27FC236}">
                <a16:creationId xmlns:a16="http://schemas.microsoft.com/office/drawing/2014/main" id="{957BF018-3A4D-C84B-A3A5-6E38DEE1809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altLang="zh-CN"/>
              <a:t>Here again</a:t>
            </a:r>
            <a:endParaRPr kumimoji="1" lang="zh-CN" altLang="en-US"/>
          </a:p>
        </p:txBody>
      </p:sp>
      <p:sp>
        <p:nvSpPr>
          <p:cNvPr id="120835" name="幻灯片编号占位符 3">
            <a:extLst>
              <a:ext uri="{FF2B5EF4-FFF2-40B4-BE49-F238E27FC236}">
                <a16:creationId xmlns:a16="http://schemas.microsoft.com/office/drawing/2014/main" id="{EB50A117-5834-4B43-9AA8-CE52205A8F6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fld id="{F4AB6F32-9AEF-0B46-B858-08BD96251781}" type="slidenum">
              <a:rPr lang="zh-CN" altLang="en-US" sz="1200" smtClean="0">
                <a:latin typeface="Times New Roman" panose="02020603050405020304" pitchFamily="18" charset="0"/>
              </a:rPr>
              <a:pPr/>
              <a:t>30</a:t>
            </a:fld>
            <a:endParaRPr lang="en-US" altLang="zh-CN" sz="1200">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B397AC9D-1126-E9B0-37F6-6FA37AC37BBF}"/>
              </a:ext>
            </a:extLst>
          </p:cNvPr>
          <p:cNvSpPr>
            <a:spLocks noGrp="1" noRot="1" noChangeAspect="1" noChangeArrowheads="1" noTextEdit="1"/>
          </p:cNvSpPr>
          <p:nvPr>
            <p:ph type="sldImg" idx="4294967295"/>
          </p:nvPr>
        </p:nvSpPr>
        <p:spPr>
          <a:xfrm>
            <a:off x="139700" y="762000"/>
            <a:ext cx="6502400" cy="3657600"/>
          </a:xfrm>
          <a:ln/>
        </p:spPr>
      </p:sp>
      <p:sp>
        <p:nvSpPr>
          <p:cNvPr id="74755" name="Notes Placeholder 2">
            <a:extLst>
              <a:ext uri="{FF2B5EF4-FFF2-40B4-BE49-F238E27FC236}">
                <a16:creationId xmlns:a16="http://schemas.microsoft.com/office/drawing/2014/main" id="{E1018724-47AC-DFB8-A9B8-EA4A85D4C1FB}"/>
              </a:ext>
            </a:extLst>
          </p:cNvPr>
          <p:cNvSpPr>
            <a:spLocks noGrp="1" noChangeArrowheads="1"/>
          </p:cNvSpPr>
          <p:nvPr>
            <p:ph type="body" idx="4294967295"/>
          </p:nvPr>
        </p:nvSpPr>
        <p:spPr/>
        <p:txBody>
          <a:bodyPr>
            <a:prstTxWarp prst="textNoShape">
              <a:avLst/>
            </a:prstTxWarp>
          </a:bodyPr>
          <a:lstStyle/>
          <a:p>
            <a:endParaRPr lang="zh-CN" altLang="en-US">
              <a:latin typeface="Times New Roman" panose="02020603050405020304" pitchFamily="18" charset="0"/>
            </a:endParaRPr>
          </a:p>
        </p:txBody>
      </p:sp>
      <p:sp>
        <p:nvSpPr>
          <p:cNvPr id="74756" name="Slide Number Placeholder 3">
            <a:extLst>
              <a:ext uri="{FF2B5EF4-FFF2-40B4-BE49-F238E27FC236}">
                <a16:creationId xmlns:a16="http://schemas.microsoft.com/office/drawing/2014/main" id="{97D7D4A4-419A-93F8-7F22-2B8111F0FC2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buFontTx/>
              <a:buChar char="•"/>
            </a:pPr>
            <a:fld id="{2F80C907-82EE-4501-90CA-B1427DC85448}" type="slidenum">
              <a:rPr altLang="en-US" sz="1800">
                <a:solidFill>
                  <a:srgbClr val="000000"/>
                </a:solidFill>
                <a:latin typeface="Tahoma" panose="020B0604030504040204" pitchFamily="34" charset="0"/>
              </a:rPr>
              <a:pPr>
                <a:buFontTx/>
                <a:buChar char="•"/>
              </a:pPr>
              <a:t>32</a:t>
            </a:fld>
            <a:endParaRPr lang="zh-CN" altLang="en-US" sz="1800">
              <a:solidFill>
                <a:srgbClr val="000000"/>
              </a:solidFill>
              <a:latin typeface="Tahoma" panose="020B0604030504040204" pitchFamily="34" charset="0"/>
            </a:endParaRPr>
          </a:p>
        </p:txBody>
      </p:sp>
    </p:spTree>
    <p:extLst>
      <p:ext uri="{BB962C8B-B14F-4D97-AF65-F5344CB8AC3E}">
        <p14:creationId xmlns:p14="http://schemas.microsoft.com/office/powerpoint/2010/main" val="21035942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jpeg"/><Relationship Id="rId4" Type="http://schemas.openxmlformats.org/officeDocument/2006/relationships/image" Target="../media/image3.jpe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3" name="矩形 2"/>
          <p:cNvSpPr/>
          <p:nvPr/>
        </p:nvSpPr>
        <p:spPr>
          <a:xfrm>
            <a:off x="914400" y="3197225"/>
            <a:ext cx="10363200" cy="17463"/>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lnSpc>
                <a:spcPct val="90000"/>
              </a:lnSpc>
              <a:spcBef>
                <a:spcPts val="590"/>
              </a:spcBef>
              <a:spcAft>
                <a:spcPts val="590"/>
              </a:spcAft>
              <a:buClr>
                <a:schemeClr val="tx2"/>
              </a:buClr>
              <a:buSzPct val="80000"/>
              <a:buFont typeface="Wingdings" panose="05000000000000000000" pitchFamily="2" charset="2"/>
              <a:buNone/>
              <a:defRPr/>
            </a:pPr>
            <a:endParaRPr lang="zh-CN" altLang="en-US"/>
          </a:p>
        </p:txBody>
      </p:sp>
      <p:pic>
        <p:nvPicPr>
          <p:cNvPr id="4" name="图片 5"/>
          <p:cNvPicPr>
            <a:picLocks noChangeAspect="1" noChangeArrowheads="1"/>
          </p:cNvPicPr>
          <p:nvPr userDrawn="1"/>
        </p:nvPicPr>
        <p:blipFill>
          <a:blip r:embed="rId2">
            <a:lum contrast="-14000"/>
            <a:extLst>
              <a:ext uri="{28A0092B-C50C-407E-A947-70E740481C1C}">
                <a14:useLocalDpi xmlns:a14="http://schemas.microsoft.com/office/drawing/2010/main" val="0"/>
              </a:ext>
            </a:extLst>
          </a:blip>
          <a:srcRect/>
          <a:stretch>
            <a:fillRect/>
          </a:stretch>
        </p:blipFill>
        <p:spPr bwMode="auto">
          <a:xfrm>
            <a:off x="0" y="-193675"/>
            <a:ext cx="12192000" cy="172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页脚占位符 4"/>
          <p:cNvSpPr txBox="1"/>
          <p:nvPr/>
        </p:nvSpPr>
        <p:spPr>
          <a:xfrm>
            <a:off x="2092325" y="6384925"/>
            <a:ext cx="4978400" cy="284163"/>
          </a:xfrm>
          <a:prstGeom prst="rect">
            <a:avLst/>
          </a:prstGeom>
        </p:spPr>
        <p:txBody>
          <a:bodyPr anchor="ct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9pPr>
          </a:lstStyle>
          <a:p>
            <a:pPr algn="r" eaLnBrk="1" hangingPunct="1">
              <a:lnSpc>
                <a:spcPct val="90000"/>
              </a:lnSpc>
              <a:spcBef>
                <a:spcPts val="590"/>
              </a:spcBef>
              <a:spcAft>
                <a:spcPts val="590"/>
              </a:spcAft>
              <a:buClr>
                <a:schemeClr val="tx2"/>
              </a:buClr>
              <a:buSzPct val="80000"/>
              <a:buFont typeface="Wingdings" panose="05000000000000000000" pitchFamily="2" charset="2"/>
              <a:buNone/>
              <a:defRPr/>
            </a:pPr>
            <a:r>
              <a:rPr lang="zh-CN" altLang="en-US" sz="1100">
                <a:solidFill>
                  <a:srgbClr val="636363"/>
                </a:solidFill>
                <a:sym typeface="+mn-ea"/>
              </a:rPr>
              <a:t>版权所有，违者必究</a:t>
            </a:r>
            <a:endParaRPr lang="en-US" altLang="zh-CN" sz="1100">
              <a:solidFill>
                <a:srgbClr val="636363"/>
              </a:solidFill>
              <a:sym typeface="+mn-ea"/>
            </a:endParaRPr>
          </a:p>
        </p:txBody>
      </p:sp>
      <p:sp>
        <p:nvSpPr>
          <p:cNvPr id="2" name="标题 1"/>
          <p:cNvSpPr>
            <a:spLocks noGrp="1"/>
          </p:cNvSpPr>
          <p:nvPr>
            <p:ph type="ctrTitle"/>
          </p:nvPr>
        </p:nvSpPr>
        <p:spPr>
          <a:xfrm>
            <a:off x="914400" y="1676401"/>
            <a:ext cx="10363200" cy="1538286"/>
          </a:xfrm>
        </p:spPr>
        <p:txBody>
          <a:bodyPr anchor="b"/>
          <a:lstStyle/>
          <a:p>
            <a:r>
              <a:rPr lang="zh-CN" altLang="en-US" noProof="1"/>
              <a:t>单击此处编辑母版标题样式</a:t>
            </a:r>
            <a:endParaRPr lang="en-US" noProof="1"/>
          </a:p>
        </p:txBody>
      </p:sp>
      <p:sp>
        <p:nvSpPr>
          <p:cNvPr id="6" name="日期占位符 3"/>
          <p:cNvSpPr>
            <a:spLocks noGrp="1"/>
          </p:cNvSpPr>
          <p:nvPr>
            <p:ph type="dt" sz="half" idx="10"/>
          </p:nvPr>
        </p:nvSpPr>
        <p:spPr>
          <a:xfrm>
            <a:off x="838200" y="6356350"/>
            <a:ext cx="2743200" cy="365125"/>
          </a:xfrm>
          <a:prstGeom prst="rect">
            <a:avLst/>
          </a:prstGeom>
        </p:spPr>
        <p:txBody>
          <a:bodyPr vert="horz" wrap="square" lIns="91440" tIns="45720" rIns="91440" bIns="45720" numCol="1" rtlCol="0" anchor="ctr" anchorCtr="0" compatLnSpc="1"/>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BF5ACD07-9B7B-4169-9E69-46E449EC9565}" type="datetime1">
              <a:rPr lang="zh-CN" altLang="en-US" smtClean="0"/>
              <a:t>2025/10/30</a:t>
            </a:fld>
            <a:endParaRPr lang="en-US" altLang="zh-CN"/>
          </a:p>
        </p:txBody>
      </p:sp>
      <p:sp>
        <p:nvSpPr>
          <p:cNvPr id="7" name="灯片编号占位符 5"/>
          <p:cNvSpPr>
            <a:spLocks noGrp="1"/>
          </p:cNvSpPr>
          <p:nvPr>
            <p:ph type="sldNum" sz="quarter" idx="11"/>
          </p:nvPr>
        </p:nvSpPr>
        <p:spPr/>
        <p:txBody>
          <a:bodyP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B6A04E11-073A-4057-9965-091BEE261A58}" type="slidenum">
              <a:rPr lang="en-US"/>
              <a:t>‹#›</a:t>
            </a:fld>
            <a:endParaRPr lang="zh-CN" altLang="en-US"/>
          </a:p>
        </p:txBody>
      </p:sp>
      <p:sp>
        <p:nvSpPr>
          <p:cNvPr id="8" name="页脚占位符 2"/>
          <p:cNvSpPr>
            <a:spLocks noGrp="1"/>
          </p:cNvSpPr>
          <p:nvPr>
            <p:ph type="ftr" sz="quarter" idx="12"/>
          </p:nvPr>
        </p:nvSpPr>
        <p:spPr>
          <a:xfrm>
            <a:off x="4038600" y="6356350"/>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endParaRPr lang="en-US" altLang="zh-CN"/>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838200" y="1825625"/>
            <a:ext cx="10515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 name="灯片编号占位符 5"/>
          <p:cNvSpPr>
            <a:spLocks noGrp="1"/>
          </p:cNvSpPr>
          <p:nvPr>
            <p:ph type="sldNum" sz="quarter" idx="10"/>
          </p:nvPr>
        </p:nvSpPr>
        <p:spPr>
          <a:xfrm>
            <a:off x="9364663" y="6376988"/>
            <a:ext cx="2743200" cy="365125"/>
          </a:xfrm>
        </p:spPr>
        <p:txBody>
          <a:bodyP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9569B3AA-7FDC-4393-AB45-B0FDCDC0F309}" type="slidenum">
              <a:rPr lang="en-US"/>
              <a:t>‹#›</a:t>
            </a:fld>
            <a:endParaRPr lang="zh-CN"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灯片编号占位符 5"/>
          <p:cNvSpPr txBox="1"/>
          <p:nvPr userDrawn="1"/>
        </p:nvSpPr>
        <p:spPr>
          <a:xfrm>
            <a:off x="9364663" y="6362700"/>
            <a:ext cx="2743200" cy="365125"/>
          </a:xfrm>
          <a:prstGeom prst="rect">
            <a:avLst/>
          </a:prstGeom>
        </p:spPr>
        <p:txBody>
          <a:bodyPr anchor="ctr"/>
          <a:lstStyle>
            <a:defPPr>
              <a:defRPr lang="en-US"/>
            </a:defPPr>
            <a:lvl1pPr marL="0" algn="r" defTabSz="457200" rtl="0" eaLnBrk="1" fontAlgn="base" latinLnBrk="0" hangingPunct="1">
              <a:spcBef>
                <a:spcPct val="0"/>
              </a:spcBef>
              <a:spcAft>
                <a:spcPct val="0"/>
              </a:spcAft>
              <a:defRPr sz="1200" kern="1200">
                <a:solidFill>
                  <a:schemeClr val="tx1">
                    <a:tint val="75000"/>
                  </a:schemeClr>
                </a:solidFill>
                <a:latin typeface="+mn-lt"/>
                <a:ea typeface="+mn-ea"/>
                <a:cs typeface="+mn-cs"/>
              </a:defRPr>
            </a:lvl1pPr>
            <a:lvl2pPr marL="457200" algn="l" defTabSz="4572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4572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4572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4572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E6A974F6-12D1-4D1A-BA65-794B2DB90B8F}" type="slidenum">
              <a:rPr lang="en-US" smtClean="0"/>
              <a:t>‹#›</a:t>
            </a:fld>
            <a:endParaRPr lang="zh-CN" altLang="en-US"/>
          </a:p>
        </p:txBody>
      </p:sp>
      <p:sp>
        <p:nvSpPr>
          <p:cNvPr id="3" name="内容占位符 2"/>
          <p:cNvSpPr>
            <a:spLocks noGrp="1"/>
          </p:cNvSpPr>
          <p:nvPr>
            <p:ph idx="1"/>
          </p:nvPr>
        </p:nvSpPr>
        <p:spPr>
          <a:xfrm>
            <a:off x="609600" y="1600200"/>
            <a:ext cx="10972800" cy="4686300"/>
          </a:xfrm>
        </p:spPr>
        <p:txBody>
          <a:bodyPr/>
          <a:lstStyle>
            <a:lvl1pPr>
              <a:lnSpc>
                <a:spcPct val="120000"/>
              </a:lnSpc>
              <a:spcBef>
                <a:spcPts val="600"/>
              </a:spcBef>
              <a:spcAft>
                <a:spcPts val="600"/>
              </a:spcAft>
              <a:defRPr sz="2800">
                <a:latin typeface="Times New Roman" panose="02020503050405090304" pitchFamily="18" charset="0"/>
                <a:cs typeface="Times New Roman" panose="02020503050405090304" pitchFamily="18" charset="0"/>
              </a:defRPr>
            </a:lvl1pPr>
            <a:lvl2pPr>
              <a:lnSpc>
                <a:spcPct val="120000"/>
              </a:lnSpc>
              <a:spcBef>
                <a:spcPts val="600"/>
              </a:spcBef>
              <a:spcAft>
                <a:spcPts val="600"/>
              </a:spcAft>
              <a:defRPr sz="2400">
                <a:solidFill>
                  <a:srgbClr val="333399"/>
                </a:solidFill>
                <a:latin typeface="Times New Roman" panose="02020503050405090304" pitchFamily="18" charset="0"/>
                <a:cs typeface="Times New Roman" panose="02020503050405090304" pitchFamily="18" charset="0"/>
              </a:defRPr>
            </a:lvl2pPr>
            <a:lvl3pPr>
              <a:lnSpc>
                <a:spcPct val="120000"/>
              </a:lnSpc>
              <a:spcBef>
                <a:spcPts val="600"/>
              </a:spcBef>
              <a:spcAft>
                <a:spcPts val="600"/>
              </a:spcAft>
              <a:defRPr sz="2000">
                <a:solidFill>
                  <a:srgbClr val="3333CC"/>
                </a:solidFill>
                <a:latin typeface="Times New Roman" panose="02020503050405090304" pitchFamily="18" charset="0"/>
                <a:cs typeface="Times New Roman" panose="02020503050405090304" pitchFamily="18" charset="0"/>
              </a:defRPr>
            </a:lvl3pPr>
            <a:lvl4pPr>
              <a:lnSpc>
                <a:spcPct val="120000"/>
              </a:lnSpc>
              <a:spcBef>
                <a:spcPts val="600"/>
              </a:spcBef>
              <a:spcAft>
                <a:spcPts val="600"/>
              </a:spcAft>
              <a:defRPr sz="1800">
                <a:latin typeface="Times New Roman" panose="02020503050405090304" pitchFamily="18" charset="0"/>
                <a:cs typeface="Times New Roman" panose="02020503050405090304" pitchFamily="18" charset="0"/>
              </a:defRPr>
            </a:lvl4pPr>
            <a:lvl5pPr>
              <a:lnSpc>
                <a:spcPct val="120000"/>
              </a:lnSpc>
              <a:spcBef>
                <a:spcPts val="600"/>
              </a:spcBef>
              <a:spcAft>
                <a:spcPts val="600"/>
              </a:spcAft>
              <a:defRPr sz="1800">
                <a:latin typeface="Times New Roman" panose="02020503050405090304" pitchFamily="18" charset="0"/>
                <a:cs typeface="Times New Roman" panose="0202050305040509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1" lang="zh-CN" altLang="en-US" dirty="0"/>
          </a:p>
        </p:txBody>
      </p:sp>
      <p:sp>
        <p:nvSpPr>
          <p:cNvPr id="4" name="日期占位符 3"/>
          <p:cNvSpPr>
            <a:spLocks noGrp="1"/>
          </p:cNvSpPr>
          <p:nvPr>
            <p:ph type="dt" sz="half" idx="10"/>
          </p:nvPr>
        </p:nvSpPr>
        <p:spPr/>
        <p:txBody>
          <a:bodyPr/>
          <a:lstStyle/>
          <a:p>
            <a:endParaRPr kumimoji="1" lang="zh-CN" altLang="en-US" dirty="0"/>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534ED35A-EF52-5B43-B95A-28F155A70807}" type="slidenum">
              <a:rPr kumimoji="1" lang="zh-CN" altLang="en-US" smtClean="0"/>
              <a:t>‹#›</a:t>
            </a:fld>
            <a:endParaRPr kumimoji="1"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kumimoji="1" lang="zh-CN" altLang="en-US" dirty="0"/>
          </a:p>
        </p:txBody>
      </p:sp>
      <p:sp>
        <p:nvSpPr>
          <p:cNvPr id="3" name="页脚占位符 2"/>
          <p:cNvSpPr>
            <a:spLocks noGrp="1"/>
          </p:cNvSpPr>
          <p:nvPr>
            <p:ph type="ftr" sz="quarter" idx="11"/>
          </p:nvPr>
        </p:nvSpPr>
        <p:spPr/>
        <p:txBody>
          <a:bodyPr/>
          <a:lstStyle/>
          <a:p>
            <a:endParaRPr kumimoji="1" lang="zh-CN" altLang="en-US" dirty="0"/>
          </a:p>
        </p:txBody>
      </p:sp>
      <p:sp>
        <p:nvSpPr>
          <p:cNvPr id="4" name="灯片编号占位符 3"/>
          <p:cNvSpPr>
            <a:spLocks noGrp="1"/>
          </p:cNvSpPr>
          <p:nvPr>
            <p:ph type="sldNum" sz="quarter" idx="12"/>
          </p:nvPr>
        </p:nvSpPr>
        <p:spPr/>
        <p:txBody>
          <a:bodyPr/>
          <a:lstStyle/>
          <a:p>
            <a:fld id="{534ED35A-EF52-5B43-B95A-28F155A70807}" type="slidenum">
              <a:rPr kumimoji="1" lang="zh-CN" altLang="en-US" smtClean="0"/>
              <a:t>‹#›</a:t>
            </a:fld>
            <a:endParaRPr kumimoji="1"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3" name="矩形 2"/>
          <p:cNvSpPr/>
          <p:nvPr/>
        </p:nvSpPr>
        <p:spPr>
          <a:xfrm>
            <a:off x="0" y="6678618"/>
            <a:ext cx="12192000" cy="179387"/>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lnSpc>
                <a:spcPct val="90000"/>
              </a:lnSpc>
              <a:spcBef>
                <a:spcPts val="590"/>
              </a:spcBef>
              <a:spcAft>
                <a:spcPts val="590"/>
              </a:spcAft>
              <a:buClr>
                <a:schemeClr val="tx2"/>
              </a:buClr>
              <a:buSzPct val="80000"/>
              <a:buFont typeface="Wingdings" panose="05000000000000000000" pitchFamily="2" charset="2"/>
              <a:buNone/>
              <a:defRPr/>
            </a:pPr>
            <a:endParaRPr lang="zh-CN" altLang="en-US" sz="2000"/>
          </a:p>
        </p:txBody>
      </p:sp>
      <p:sp>
        <p:nvSpPr>
          <p:cNvPr id="4" name="矩形 3"/>
          <p:cNvSpPr/>
          <p:nvPr/>
        </p:nvSpPr>
        <p:spPr>
          <a:xfrm>
            <a:off x="0" y="0"/>
            <a:ext cx="12192000" cy="10795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lnSpc>
                <a:spcPct val="90000"/>
              </a:lnSpc>
              <a:spcBef>
                <a:spcPts val="590"/>
              </a:spcBef>
              <a:spcAft>
                <a:spcPts val="590"/>
              </a:spcAft>
              <a:buClr>
                <a:schemeClr val="tx2"/>
              </a:buClr>
              <a:buSzPct val="80000"/>
              <a:buFont typeface="Wingdings" panose="05000000000000000000" pitchFamily="2" charset="2"/>
              <a:buNone/>
              <a:defRPr/>
            </a:pPr>
            <a:endParaRPr lang="zh-CN" altLang="en-US" sz="2000"/>
          </a:p>
        </p:txBody>
      </p:sp>
      <p:sp>
        <p:nvSpPr>
          <p:cNvPr id="5" name="矩形 4"/>
          <p:cNvSpPr/>
          <p:nvPr/>
        </p:nvSpPr>
        <p:spPr>
          <a:xfrm>
            <a:off x="914400" y="3197230"/>
            <a:ext cx="10363200" cy="17463"/>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lnSpc>
                <a:spcPct val="90000"/>
              </a:lnSpc>
              <a:spcBef>
                <a:spcPts val="590"/>
              </a:spcBef>
              <a:spcAft>
                <a:spcPts val="590"/>
              </a:spcAft>
              <a:buClr>
                <a:schemeClr val="tx2"/>
              </a:buClr>
              <a:buSzPct val="80000"/>
              <a:buFont typeface="Wingdings" panose="05000000000000000000" pitchFamily="2" charset="2"/>
              <a:buNone/>
              <a:defRPr/>
            </a:pPr>
            <a:endParaRPr lang="zh-CN" altLang="en-US" sz="2000"/>
          </a:p>
        </p:txBody>
      </p:sp>
      <p:grpSp>
        <p:nvGrpSpPr>
          <p:cNvPr id="6" name="Group 10"/>
          <p:cNvGrpSpPr/>
          <p:nvPr userDrawn="1"/>
        </p:nvGrpSpPr>
        <p:grpSpPr bwMode="auto">
          <a:xfrm>
            <a:off x="736603" y="2924180"/>
            <a:ext cx="10410092" cy="1463675"/>
            <a:chOff x="336" y="1824"/>
            <a:chExt cx="5328" cy="922"/>
          </a:xfrm>
        </p:grpSpPr>
        <p:pic>
          <p:nvPicPr>
            <p:cNvPr id="7" name="Picture 8" descr="ANABNR2"/>
            <p:cNvPicPr>
              <a:picLocks noChangeAspect="1" noChangeArrowheads="1"/>
            </p:cNvPicPr>
            <p:nvPr userDrawn="1"/>
          </p:nvPicPr>
          <p:blipFill>
            <a:blip r:embed="rId2">
              <a:extLst>
                <a:ext uri="{28A0092B-C50C-407E-A947-70E740481C1C}">
                  <a14:useLocalDpi xmlns:a14="http://schemas.microsoft.com/office/drawing/2010/main" val="0"/>
                </a:ext>
              </a:extLst>
            </a:blip>
            <a:srcRect l="-900" t="-1314" r="-2" b="-36961"/>
            <a:stretch>
              <a:fillRect/>
            </a:stretch>
          </p:blipFill>
          <p:spPr bwMode="auto">
            <a:xfrm>
              <a:off x="336" y="2016"/>
              <a:ext cx="5328" cy="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9"/>
            <p:cNvSpPr>
              <a:spLocks noChangeArrowheads="1"/>
            </p:cNvSpPr>
            <p:nvPr userDrawn="1"/>
          </p:nvSpPr>
          <p:spPr bwMode="hidden">
            <a:xfrm>
              <a:off x="501" y="1824"/>
              <a:ext cx="192" cy="624"/>
            </a:xfrm>
            <a:prstGeom prst="rect">
              <a:avLst/>
            </a:prstGeom>
            <a:solidFill>
              <a:srgbClr val="FFCC99">
                <a:alpha val="50195"/>
              </a:srgbClr>
            </a:solidFill>
            <a:ln>
              <a:noFill/>
            </a:ln>
          </p:spPr>
          <p:txBody>
            <a:bodyPr wrap="none" anchor="ctr"/>
            <a:lstStyle>
              <a:lvl1pPr>
                <a:defRPr sz="2000">
                  <a:solidFill>
                    <a:schemeClr val="tx1"/>
                  </a:solidFill>
                  <a:latin typeface="Arial" panose="020B0604020202090204" pitchFamily="34" charset="0"/>
                  <a:ea typeface="宋体" charset="0"/>
                </a:defRPr>
              </a:lvl1pPr>
              <a:lvl2pPr marL="742950" indent="-285750">
                <a:defRPr sz="2000">
                  <a:solidFill>
                    <a:schemeClr val="tx1"/>
                  </a:solidFill>
                  <a:latin typeface="Arial" panose="020B0604020202090204" pitchFamily="34" charset="0"/>
                  <a:ea typeface="宋体" charset="0"/>
                </a:defRPr>
              </a:lvl2pPr>
              <a:lvl3pPr marL="1143000" indent="-228600">
                <a:defRPr sz="2000">
                  <a:solidFill>
                    <a:schemeClr val="tx1"/>
                  </a:solidFill>
                  <a:latin typeface="Arial" panose="020B0604020202090204" pitchFamily="34" charset="0"/>
                  <a:ea typeface="宋体" charset="0"/>
                </a:defRPr>
              </a:lvl3pPr>
              <a:lvl4pPr marL="1600200" indent="-228600">
                <a:defRPr sz="2000">
                  <a:solidFill>
                    <a:schemeClr val="tx1"/>
                  </a:solidFill>
                  <a:latin typeface="Arial" panose="020B0604020202090204" pitchFamily="34" charset="0"/>
                  <a:ea typeface="宋体" charset="0"/>
                </a:defRPr>
              </a:lvl4pPr>
              <a:lvl5pPr marL="2057400" indent="-228600">
                <a:defRPr sz="2000">
                  <a:solidFill>
                    <a:schemeClr val="tx1"/>
                  </a:solidFill>
                  <a:latin typeface="Arial" panose="020B0604020202090204" pitchFamily="34" charset="0"/>
                  <a:ea typeface="宋体" charset="0"/>
                </a:defRPr>
              </a:lvl5pPr>
              <a:lvl6pPr marL="2514600" indent="-228600" eaLnBrk="0" fontAlgn="base" hangingPunct="0">
                <a:spcBef>
                  <a:spcPct val="0"/>
                </a:spcBef>
                <a:spcAft>
                  <a:spcPct val="0"/>
                </a:spcAft>
                <a:defRPr sz="2000">
                  <a:solidFill>
                    <a:schemeClr val="tx1"/>
                  </a:solidFill>
                  <a:latin typeface="Arial" panose="020B0604020202090204" pitchFamily="34" charset="0"/>
                  <a:ea typeface="宋体" charset="0"/>
                </a:defRPr>
              </a:lvl6pPr>
              <a:lvl7pPr marL="2971800" indent="-228600" eaLnBrk="0" fontAlgn="base" hangingPunct="0">
                <a:spcBef>
                  <a:spcPct val="0"/>
                </a:spcBef>
                <a:spcAft>
                  <a:spcPct val="0"/>
                </a:spcAft>
                <a:defRPr sz="2000">
                  <a:solidFill>
                    <a:schemeClr val="tx1"/>
                  </a:solidFill>
                  <a:latin typeface="Arial" panose="020B0604020202090204" pitchFamily="34" charset="0"/>
                  <a:ea typeface="宋体" charset="0"/>
                </a:defRPr>
              </a:lvl7pPr>
              <a:lvl8pPr marL="3429000" indent="-228600" eaLnBrk="0" fontAlgn="base" hangingPunct="0">
                <a:spcBef>
                  <a:spcPct val="0"/>
                </a:spcBef>
                <a:spcAft>
                  <a:spcPct val="0"/>
                </a:spcAft>
                <a:defRPr sz="2000">
                  <a:solidFill>
                    <a:schemeClr val="tx1"/>
                  </a:solidFill>
                  <a:latin typeface="Arial" panose="020B0604020202090204" pitchFamily="34" charset="0"/>
                  <a:ea typeface="宋体" charset="0"/>
                </a:defRPr>
              </a:lvl8pPr>
              <a:lvl9pPr marL="3886200" indent="-228600" eaLnBrk="0" fontAlgn="base" hangingPunct="0">
                <a:spcBef>
                  <a:spcPct val="0"/>
                </a:spcBef>
                <a:spcAft>
                  <a:spcPct val="0"/>
                </a:spcAft>
                <a:defRPr sz="2000">
                  <a:solidFill>
                    <a:schemeClr val="tx1"/>
                  </a:solidFill>
                  <a:latin typeface="Arial" panose="020B0604020202090204" pitchFamily="34" charset="0"/>
                  <a:ea typeface="宋体" charset="0"/>
                </a:defRPr>
              </a:lvl9pPr>
            </a:lstStyle>
            <a:p>
              <a:pPr algn="ctr">
                <a:lnSpc>
                  <a:spcPct val="90000"/>
                </a:lnSpc>
                <a:spcBef>
                  <a:spcPts val="590"/>
                </a:spcBef>
                <a:spcAft>
                  <a:spcPts val="590"/>
                </a:spcAft>
                <a:buClr>
                  <a:schemeClr val="tx2"/>
                </a:buClr>
                <a:buSzPct val="80000"/>
                <a:buFont typeface="Wingdings" panose="05000000000000000000" pitchFamily="2" charset="2"/>
                <a:buNone/>
                <a:defRPr/>
              </a:pPr>
              <a:endParaRPr kumimoji="1" lang="zh-CN" altLang="en-US" sz="2000"/>
            </a:p>
          </p:txBody>
        </p:sp>
      </p:grpSp>
      <p:pic>
        <p:nvPicPr>
          <p:cNvPr id="9" name="图片 5"/>
          <p:cNvPicPr>
            <a:picLocks noChangeAspect="1"/>
          </p:cNvPicPr>
          <p:nvPr userDrawn="1"/>
        </p:nvPicPr>
        <p:blipFill>
          <a:blip r:embed="rId3">
            <a:lum contrast="-14000"/>
            <a:extLst>
              <a:ext uri="{28A0092B-C50C-407E-A947-70E740481C1C}">
                <a14:useLocalDpi xmlns:a14="http://schemas.microsoft.com/office/drawing/2010/main" val="0"/>
              </a:ext>
            </a:extLst>
          </a:blip>
          <a:srcRect/>
          <a:stretch>
            <a:fillRect/>
          </a:stretch>
        </p:blipFill>
        <p:spPr bwMode="auto">
          <a:xfrm>
            <a:off x="0" y="0"/>
            <a:ext cx="12192000" cy="172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67510" y="4149725"/>
            <a:ext cx="2215663" cy="224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9020912" y="4149725"/>
            <a:ext cx="2176585" cy="224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页脚占位符 4"/>
          <p:cNvSpPr txBox="1"/>
          <p:nvPr userDrawn="1"/>
        </p:nvSpPr>
        <p:spPr>
          <a:xfrm>
            <a:off x="2092571" y="6384930"/>
            <a:ext cx="4978400" cy="284163"/>
          </a:xfrm>
          <a:prstGeom prst="rect">
            <a:avLst/>
          </a:prstGeom>
        </p:spPr>
        <p:txBody>
          <a:bodyPr anchor="ct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9pPr>
          </a:lstStyle>
          <a:p>
            <a:pPr algn="r" eaLnBrk="1" hangingPunct="1">
              <a:lnSpc>
                <a:spcPct val="90000"/>
              </a:lnSpc>
              <a:spcBef>
                <a:spcPts val="590"/>
              </a:spcBef>
              <a:spcAft>
                <a:spcPts val="590"/>
              </a:spcAft>
              <a:buClr>
                <a:schemeClr val="tx2"/>
              </a:buClr>
              <a:buSzPct val="80000"/>
              <a:buFont typeface="Wingdings" panose="05000000000000000000" pitchFamily="2" charset="2"/>
              <a:buNone/>
              <a:defRPr/>
            </a:pPr>
            <a:r>
              <a:rPr lang="zh-CN" altLang="en-US" sz="1100">
                <a:solidFill>
                  <a:srgbClr val="636363"/>
                </a:solidFill>
              </a:rPr>
              <a:t>版权所有，违者必究</a:t>
            </a:r>
            <a:endParaRPr lang="en-US" altLang="zh-CN" sz="1100">
              <a:solidFill>
                <a:srgbClr val="636363"/>
              </a:solidFill>
            </a:endParaRPr>
          </a:p>
        </p:txBody>
      </p:sp>
      <p:sp>
        <p:nvSpPr>
          <p:cNvPr id="2" name="标题 1"/>
          <p:cNvSpPr>
            <a:spLocks noGrp="1"/>
          </p:cNvSpPr>
          <p:nvPr>
            <p:ph type="ctrTitle"/>
          </p:nvPr>
        </p:nvSpPr>
        <p:spPr>
          <a:xfrm>
            <a:off x="914400" y="1676401"/>
            <a:ext cx="10363200" cy="1538286"/>
          </a:xfrm>
        </p:spPr>
        <p:txBody>
          <a:bodyPr anchor="b"/>
          <a:lstStyle/>
          <a:p>
            <a:r>
              <a:rPr lang="zh-CN" altLang="en-US" dirty="0"/>
              <a:t>单击此处编辑母版标题样式</a:t>
            </a:r>
            <a:endParaRPr lang="en-US" dirty="0"/>
          </a:p>
        </p:txBody>
      </p:sp>
      <p:sp>
        <p:nvSpPr>
          <p:cNvPr id="13" name="日期占位符 3"/>
          <p:cNvSpPr>
            <a:spLocks noGrp="1"/>
          </p:cNvSpPr>
          <p:nvPr>
            <p:ph type="dt" sz="half" idx="10"/>
          </p:nvPr>
        </p:nvSpPr>
        <p:spPr>
          <a:xfrm>
            <a:off x="101600" y="6400805"/>
            <a:ext cx="4267200" cy="284163"/>
          </a:xfrm>
          <a:prstGeom prst="rect">
            <a:avLst/>
          </a:prstGeom>
        </p:spPr>
        <p:txBody>
          <a:bodyPr vert="horz" wrap="square" lIns="91440" tIns="45720" rIns="91440" bIns="45720" numCol="1" anchor="t" anchorCtr="0" compatLnSpc="1"/>
          <a:lstStyle>
            <a:lvl1pPr eaLnBrk="0" hangingPunct="0">
              <a:lnSpc>
                <a:spcPct val="90000"/>
              </a:lnSpc>
              <a:spcBef>
                <a:spcPts val="590"/>
              </a:spcBef>
              <a:spcAft>
                <a:spcPts val="590"/>
              </a:spcAft>
              <a:buClr>
                <a:schemeClr val="tx2"/>
              </a:buClr>
              <a:buSzPct val="80000"/>
              <a:buFont typeface="Wingdings" panose="05000000000000000000" pitchFamily="2" charset="2"/>
              <a:buNone/>
              <a:defRPr>
                <a:latin typeface="Arial" panose="020B0604020202090204" pitchFamily="34" charset="0"/>
                <a:ea typeface="宋体" pitchFamily="2" charset="-122"/>
              </a:defRPr>
            </a:lvl1pPr>
          </a:lstStyle>
          <a:p>
            <a:pPr>
              <a:defRPr/>
            </a:pPr>
            <a:fld id="{95B38BFE-250B-42A7-9579-C8AE2AADDA36}" type="datetime1">
              <a:rPr lang="zh-CN" altLang="en-US" smtClean="0"/>
              <a:t>2025/10/30</a:t>
            </a:fld>
            <a:endParaRPr lang="en-US" altLang="zh-CN"/>
          </a:p>
        </p:txBody>
      </p:sp>
      <p:sp>
        <p:nvSpPr>
          <p:cNvPr id="14" name="页脚占位符 4"/>
          <p:cNvSpPr>
            <a:spLocks noGrp="1"/>
          </p:cNvSpPr>
          <p:nvPr>
            <p:ph type="ftr" sz="quarter" idx="11"/>
          </p:nvPr>
        </p:nvSpPr>
        <p:spPr>
          <a:xfrm>
            <a:off x="3171093" y="6400805"/>
            <a:ext cx="4978400" cy="284163"/>
          </a:xfrm>
          <a:prstGeom prst="rect">
            <a:avLst/>
          </a:prstGeom>
        </p:spPr>
        <p:txBody>
          <a:bodyPr/>
          <a:lstStyle>
            <a:lvl1pPr>
              <a:defRPr/>
            </a:lvl1pPr>
          </a:lstStyle>
          <a:p>
            <a:pPr>
              <a:defRPr/>
            </a:pPr>
            <a:endParaRPr lang="en-US" altLang="zh-CN"/>
          </a:p>
        </p:txBody>
      </p:sp>
      <p:sp>
        <p:nvSpPr>
          <p:cNvPr id="15" name="灯片编号占位符 5"/>
          <p:cNvSpPr>
            <a:spLocks noGrp="1"/>
          </p:cNvSpPr>
          <p:nvPr>
            <p:ph type="sldNum" sz="quarter" idx="12"/>
          </p:nvPr>
        </p:nvSpPr>
        <p:spPr/>
        <p:txBody>
          <a:bodyPr/>
          <a:lstStyle>
            <a:lvl1pPr>
              <a:defRPr/>
            </a:lvl1pPr>
          </a:lstStyle>
          <a:p>
            <a:pPr>
              <a:defRPr/>
            </a:pPr>
            <a:fld id="{15ABF2CD-B0EB-4D8C-A405-3A1F7C1A6F54}" type="slidenum">
              <a:rPr lang="en-US" altLang="zh-CN"/>
              <a:t>‹#›</a:t>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1937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2_空白">
    <p:spTree>
      <p:nvGrpSpPr>
        <p:cNvPr id="1" name=""/>
        <p:cNvGrpSpPr/>
        <p:nvPr/>
      </p:nvGrpSpPr>
      <p:grpSpPr>
        <a:xfrm>
          <a:off x="0" y="0"/>
          <a:ext cx="0" cy="0"/>
          <a:chOff x="0" y="0"/>
          <a:chExt cx="0" cy="0"/>
        </a:xfrm>
      </p:grpSpPr>
      <p:sp>
        <p:nvSpPr>
          <p:cNvPr id="6" name="页脚占位符 6">
            <a:extLst>
              <a:ext uri="{FF2B5EF4-FFF2-40B4-BE49-F238E27FC236}">
                <a16:creationId xmlns:a16="http://schemas.microsoft.com/office/drawing/2014/main" id="{0F2F3C4E-8C1B-294F-8865-C4FE0F961F03}"/>
              </a:ext>
            </a:extLst>
          </p:cNvPr>
          <p:cNvSpPr>
            <a:spLocks noGrp="1"/>
          </p:cNvSpPr>
          <p:nvPr userDrawn="1"/>
        </p:nvSpPr>
        <p:spPr>
          <a:xfrm>
            <a:off x="87924" y="6453189"/>
            <a:ext cx="2285817" cy="288925"/>
          </a:xfrm>
          <a:prstGeom prst="rect">
            <a:avLst/>
          </a:prstGeom>
        </p:spPr>
        <p:txBody>
          <a:bodyPr/>
          <a:lstStyle>
            <a:lvl1pPr eaLnBrk="0" hangingPunct="0">
              <a:defRPr sz="2000">
                <a:solidFill>
                  <a:schemeClr val="tx1"/>
                </a:solidFill>
                <a:latin typeface="Arial" charset="0"/>
                <a:ea typeface="宋体" charset="0"/>
              </a:defRPr>
            </a:lvl1pPr>
            <a:lvl2pPr marL="742950" indent="-285750" eaLnBrk="0" hangingPunct="0">
              <a:defRPr sz="2000">
                <a:solidFill>
                  <a:schemeClr val="tx1"/>
                </a:solidFill>
                <a:latin typeface="Arial" charset="0"/>
                <a:ea typeface="宋体" charset="0"/>
              </a:defRPr>
            </a:lvl2pPr>
            <a:lvl3pPr marL="1143000" indent="-228600" eaLnBrk="0" hangingPunct="0">
              <a:defRPr sz="2000">
                <a:solidFill>
                  <a:schemeClr val="tx1"/>
                </a:solidFill>
                <a:latin typeface="Arial" charset="0"/>
                <a:ea typeface="宋体" charset="0"/>
              </a:defRPr>
            </a:lvl3pPr>
            <a:lvl4pPr marL="1600200" indent="-228600" eaLnBrk="0" hangingPunct="0">
              <a:defRPr sz="2000">
                <a:solidFill>
                  <a:schemeClr val="tx1"/>
                </a:solidFill>
                <a:latin typeface="Arial" charset="0"/>
                <a:ea typeface="宋体" charset="0"/>
              </a:defRPr>
            </a:lvl4pPr>
            <a:lvl5pPr marL="2057400" indent="-228600" eaLnBrk="0" hangingPunct="0">
              <a:defRPr sz="2000">
                <a:solidFill>
                  <a:schemeClr val="tx1"/>
                </a:solidFill>
                <a:latin typeface="Arial" charset="0"/>
                <a:ea typeface="宋体" charset="0"/>
              </a:defRPr>
            </a:lvl5pPr>
            <a:lvl6pPr marL="2514600" indent="-228600" eaLnBrk="0" fontAlgn="base" hangingPunct="0">
              <a:spcBef>
                <a:spcPct val="0"/>
              </a:spcBef>
              <a:spcAft>
                <a:spcPct val="0"/>
              </a:spcAft>
              <a:defRPr sz="2000">
                <a:solidFill>
                  <a:schemeClr val="tx1"/>
                </a:solidFill>
                <a:latin typeface="Arial" charset="0"/>
                <a:ea typeface="宋体" charset="0"/>
              </a:defRPr>
            </a:lvl6pPr>
            <a:lvl7pPr marL="2971800" indent="-228600" eaLnBrk="0" fontAlgn="base" hangingPunct="0">
              <a:spcBef>
                <a:spcPct val="0"/>
              </a:spcBef>
              <a:spcAft>
                <a:spcPct val="0"/>
              </a:spcAft>
              <a:defRPr sz="2000">
                <a:solidFill>
                  <a:schemeClr val="tx1"/>
                </a:solidFill>
                <a:latin typeface="Arial" charset="0"/>
                <a:ea typeface="宋体" charset="0"/>
              </a:defRPr>
            </a:lvl7pPr>
            <a:lvl8pPr marL="3429000" indent="-228600" eaLnBrk="0" fontAlgn="base" hangingPunct="0">
              <a:spcBef>
                <a:spcPct val="0"/>
              </a:spcBef>
              <a:spcAft>
                <a:spcPct val="0"/>
              </a:spcAft>
              <a:defRPr sz="2000">
                <a:solidFill>
                  <a:schemeClr val="tx1"/>
                </a:solidFill>
                <a:latin typeface="Arial" charset="0"/>
                <a:ea typeface="宋体" charset="0"/>
              </a:defRPr>
            </a:lvl8pPr>
            <a:lvl9pPr marL="3886200" indent="-228600" eaLnBrk="0" fontAlgn="base" hangingPunct="0">
              <a:spcBef>
                <a:spcPct val="0"/>
              </a:spcBef>
              <a:spcAft>
                <a:spcPct val="0"/>
              </a:spcAft>
              <a:defRPr sz="2000">
                <a:solidFill>
                  <a:schemeClr val="tx1"/>
                </a:solidFill>
                <a:latin typeface="Arial" charset="0"/>
                <a:ea typeface="宋体" charset="0"/>
              </a:defRPr>
            </a:lvl9pPr>
          </a:lstStyle>
          <a:p>
            <a:pPr>
              <a:lnSpc>
                <a:spcPct val="90000"/>
              </a:lnSpc>
              <a:buClr>
                <a:schemeClr val="tx2"/>
              </a:buClr>
              <a:buSzPct val="80000"/>
              <a:buFont typeface="Wingdings" charset="2"/>
              <a:buNone/>
              <a:defRPr/>
            </a:pPr>
            <a:r>
              <a:rPr lang="zh-CN" altLang="en-US" sz="1400" dirty="0">
                <a:solidFill>
                  <a:srgbClr val="663300"/>
                </a:solidFill>
                <a:ea typeface="黑体" charset="0"/>
                <a:cs typeface="Arial" charset="0"/>
              </a:rPr>
              <a:t>程序设计思维与实践</a:t>
            </a:r>
            <a:endParaRPr lang="en-US" altLang="zh-CN" sz="1400" dirty="0">
              <a:solidFill>
                <a:srgbClr val="663300"/>
              </a:solidFill>
              <a:ea typeface="黑体" charset="0"/>
              <a:cs typeface="Arial" charset="0"/>
            </a:endParaRPr>
          </a:p>
        </p:txBody>
      </p:sp>
      <p:sp>
        <p:nvSpPr>
          <p:cNvPr id="2" name="文本占位符 2"/>
          <p:cNvSpPr>
            <a:spLocks noGrp="1"/>
          </p:cNvSpPr>
          <p:nvPr>
            <p:ph idx="1"/>
          </p:nvPr>
        </p:nvSpPr>
        <p:spPr bwMode="auto">
          <a:xfrm>
            <a:off x="609600" y="1600200"/>
            <a:ext cx="10972800" cy="4686300"/>
          </a:xfrm>
          <a:prstGeom prst="rect">
            <a:avLst/>
          </a:prstGeom>
          <a:noFill/>
          <a:ln>
            <a:noFill/>
          </a:ln>
        </p:spPr>
        <p:txBody>
          <a:bodyPr/>
          <a:lstStyle/>
          <a:p>
            <a:pPr lvl="0"/>
            <a:r>
              <a:rPr lang="zh-CN" altLang="en-US" noProof="0" dirty="0"/>
              <a:t>单击此处编辑母版文本样式</a:t>
            </a:r>
          </a:p>
          <a:p>
            <a:pPr lvl="1"/>
            <a:r>
              <a:rPr lang="zh-CN" altLang="en-US" noProof="0" dirty="0"/>
              <a:t>第二级</a:t>
            </a:r>
          </a:p>
          <a:p>
            <a:pPr lvl="2"/>
            <a:r>
              <a:rPr lang="zh-CN" altLang="en-US" noProof="0" dirty="0"/>
              <a:t>第三级</a:t>
            </a:r>
          </a:p>
          <a:p>
            <a:pPr lvl="3"/>
            <a:r>
              <a:rPr lang="zh-CN" altLang="en-US" noProof="0" dirty="0"/>
              <a:t>第四级</a:t>
            </a:r>
          </a:p>
          <a:p>
            <a:pPr lvl="4"/>
            <a:r>
              <a:rPr lang="zh-CN" altLang="en-US" noProof="0" dirty="0"/>
              <a:t>第五级</a:t>
            </a:r>
          </a:p>
        </p:txBody>
      </p:sp>
      <p:sp>
        <p:nvSpPr>
          <p:cNvPr id="3" name="标题占位符 1"/>
          <p:cNvSpPr>
            <a:spLocks noGrp="1"/>
          </p:cNvSpPr>
          <p:nvPr>
            <p:ph type="title"/>
          </p:nvPr>
        </p:nvSpPr>
        <p:spPr bwMode="auto">
          <a:xfrm>
            <a:off x="609600" y="274638"/>
            <a:ext cx="10972800" cy="1143000"/>
          </a:xfrm>
          <a:prstGeom prst="rect">
            <a:avLst/>
          </a:prstGeom>
          <a:noFill/>
          <a:ln>
            <a:noFill/>
          </a:ln>
        </p:spPr>
        <p:txBody>
          <a:bodyPr/>
          <a:lstStyle/>
          <a:p>
            <a:pPr lvl="0"/>
            <a:r>
              <a:rPr lang="zh-CN" altLang="en-US" dirty="0"/>
              <a:t>单击此处编辑母版标题样式</a:t>
            </a:r>
          </a:p>
        </p:txBody>
      </p:sp>
      <p:sp>
        <p:nvSpPr>
          <p:cNvPr id="8" name="灯片编号占位符 5">
            <a:extLst>
              <a:ext uri="{FF2B5EF4-FFF2-40B4-BE49-F238E27FC236}">
                <a16:creationId xmlns:a16="http://schemas.microsoft.com/office/drawing/2014/main" id="{C4D31749-625D-0B4A-9458-70B9EE7FC5CC}"/>
              </a:ext>
            </a:extLst>
          </p:cNvPr>
          <p:cNvSpPr>
            <a:spLocks noGrp="1"/>
          </p:cNvSpPr>
          <p:nvPr>
            <p:ph type="sldNum" sz="quarter" idx="10"/>
          </p:nvPr>
        </p:nvSpPr>
        <p:spPr>
          <a:xfrm>
            <a:off x="10793046" y="6381751"/>
            <a:ext cx="1219200" cy="284163"/>
          </a:xfrm>
        </p:spPr>
        <p:txBody>
          <a:bodyPr/>
          <a:lstStyle>
            <a:lvl1pPr>
              <a:defRPr/>
            </a:lvl1pPr>
          </a:lstStyle>
          <a:p>
            <a:pPr>
              <a:defRPr/>
            </a:pPr>
            <a:fld id="{C8D98E1D-7B5A-9646-9B81-7E432971A0A6}" type="slidenum">
              <a:rPr lang="en-US" altLang="zh-CN" smtClean="0"/>
              <a:pPr>
                <a:defRPr/>
              </a:pPr>
              <a:t>‹#›</a:t>
            </a:fld>
            <a:endParaRPr lang="zh-CN" altLang="en-US" dirty="0"/>
          </a:p>
        </p:txBody>
      </p:sp>
      <p:sp>
        <p:nvSpPr>
          <p:cNvPr id="9" name="Rectangle 9"/>
          <p:cNvSpPr>
            <a:spLocks noChangeArrowheads="1"/>
          </p:cNvSpPr>
          <p:nvPr userDrawn="1"/>
        </p:nvSpPr>
        <p:spPr bwMode="auto">
          <a:xfrm>
            <a:off x="0" y="1000125"/>
            <a:ext cx="646113" cy="166688"/>
          </a:xfrm>
          <a:prstGeom prst="rect">
            <a:avLst/>
          </a:prstGeom>
          <a:gradFill flip="none" rotWithShape="1">
            <a:gsLst>
              <a:gs pos="0">
                <a:srgbClr val="0066CC">
                  <a:shade val="30000"/>
                  <a:satMod val="115000"/>
                </a:srgbClr>
              </a:gs>
              <a:gs pos="50000">
                <a:srgbClr val="0066CC">
                  <a:shade val="67500"/>
                  <a:satMod val="115000"/>
                </a:srgbClr>
              </a:gs>
              <a:gs pos="100000">
                <a:srgbClr val="0066CC">
                  <a:shade val="100000"/>
                  <a:satMod val="115000"/>
                </a:srgbClr>
              </a:gs>
            </a:gsLst>
            <a:lin ang="0" scaled="1"/>
            <a:tileRect/>
          </a:gradFill>
          <a:ln>
            <a:noFill/>
          </a:ln>
          <a:effectLst/>
        </p:spPr>
        <p:txBody>
          <a:bodyPr wrap="none" anchor="ctr"/>
          <a:lstStyle>
            <a:lvl1pPr>
              <a:defRPr sz="2400">
                <a:solidFill>
                  <a:schemeClr val="tx1"/>
                </a:solidFill>
                <a:latin typeface="Arial" panose="020B0604020202090204" pitchFamily="34" charset="0"/>
                <a:ea typeface="微软雅黑" panose="020B0503020204020204" pitchFamily="34" charset="-122"/>
              </a:defRPr>
            </a:lvl1pPr>
            <a:lvl2pPr marL="742950" indent="-285750">
              <a:defRPr sz="2400">
                <a:solidFill>
                  <a:schemeClr val="tx1"/>
                </a:solidFill>
                <a:latin typeface="Arial" panose="020B0604020202090204" pitchFamily="34" charset="0"/>
                <a:ea typeface="微软雅黑" panose="020B0503020204020204" pitchFamily="34" charset="-122"/>
              </a:defRPr>
            </a:lvl2pPr>
            <a:lvl3pPr marL="1143000" indent="-228600">
              <a:defRPr sz="2400">
                <a:solidFill>
                  <a:schemeClr val="tx1"/>
                </a:solidFill>
                <a:latin typeface="Arial" panose="020B0604020202090204" pitchFamily="34" charset="0"/>
                <a:ea typeface="微软雅黑" panose="020B0503020204020204" pitchFamily="34" charset="-122"/>
              </a:defRPr>
            </a:lvl3pPr>
            <a:lvl4pPr marL="1600200" indent="-228600">
              <a:defRPr sz="2400">
                <a:solidFill>
                  <a:schemeClr val="tx1"/>
                </a:solidFill>
                <a:latin typeface="Arial" panose="020B0604020202090204" pitchFamily="34" charset="0"/>
                <a:ea typeface="微软雅黑" panose="020B0503020204020204" pitchFamily="34" charset="-122"/>
              </a:defRPr>
            </a:lvl4pPr>
            <a:lvl5pPr marL="2057400" indent="-228600">
              <a:defRPr sz="2400">
                <a:solidFill>
                  <a:schemeClr val="tx1"/>
                </a:solidFill>
                <a:latin typeface="Arial" panose="020B060402020209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9pPr>
          </a:lstStyle>
          <a:p>
            <a:pPr eaLnBrk="1" hangingPunct="1">
              <a:defRPr/>
            </a:pPr>
            <a:endParaRPr lang="zh-CN" altLang="en-US"/>
          </a:p>
        </p:txBody>
      </p:sp>
      <p:sp>
        <p:nvSpPr>
          <p:cNvPr id="10" name="Rectangle 10"/>
          <p:cNvSpPr>
            <a:spLocks noChangeArrowheads="1"/>
          </p:cNvSpPr>
          <p:nvPr userDrawn="1"/>
        </p:nvSpPr>
        <p:spPr bwMode="auto">
          <a:xfrm>
            <a:off x="703263" y="996950"/>
            <a:ext cx="11488737" cy="166688"/>
          </a:xfrm>
          <a:prstGeom prst="rect">
            <a:avLst/>
          </a:prstGeom>
          <a:solidFill>
            <a:srgbClr val="A50021"/>
          </a:solidFill>
          <a:ln>
            <a:noFill/>
          </a:ln>
          <a:effectLst/>
        </p:spPr>
        <p:txBody>
          <a:bodyPr wrap="none" anchor="ct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9pPr>
          </a:lstStyle>
          <a:p>
            <a:pPr eaLnBrk="1" hangingPunct="1">
              <a:defRPr/>
            </a:pPr>
            <a:endParaRPr lang="zh-CN" altLang="en-US" sz="1800"/>
          </a:p>
        </p:txBody>
      </p:sp>
    </p:spTree>
    <p:extLst>
      <p:ext uri="{BB962C8B-B14F-4D97-AF65-F5344CB8AC3E}">
        <p14:creationId xmlns:p14="http://schemas.microsoft.com/office/powerpoint/2010/main" val="7140008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3_空白">
    <p:spTree>
      <p:nvGrpSpPr>
        <p:cNvPr id="1" name=""/>
        <p:cNvGrpSpPr/>
        <p:nvPr/>
      </p:nvGrpSpPr>
      <p:grpSpPr>
        <a:xfrm>
          <a:off x="0" y="0"/>
          <a:ext cx="0" cy="0"/>
          <a:chOff x="0" y="0"/>
          <a:chExt cx="0" cy="0"/>
        </a:xfrm>
      </p:grpSpPr>
      <p:sp>
        <p:nvSpPr>
          <p:cNvPr id="6" name="页脚占位符 6">
            <a:extLst>
              <a:ext uri="{FF2B5EF4-FFF2-40B4-BE49-F238E27FC236}">
                <a16:creationId xmlns:a16="http://schemas.microsoft.com/office/drawing/2014/main" id="{0F2F3C4E-8C1B-294F-8865-C4FE0F961F03}"/>
              </a:ext>
            </a:extLst>
          </p:cNvPr>
          <p:cNvSpPr>
            <a:spLocks noGrp="1"/>
          </p:cNvSpPr>
          <p:nvPr userDrawn="1"/>
        </p:nvSpPr>
        <p:spPr>
          <a:xfrm>
            <a:off x="87924" y="6453189"/>
            <a:ext cx="2285817" cy="288925"/>
          </a:xfrm>
          <a:prstGeom prst="rect">
            <a:avLst/>
          </a:prstGeom>
        </p:spPr>
        <p:txBody>
          <a:bodyPr/>
          <a:lstStyle>
            <a:lvl1pPr eaLnBrk="0" hangingPunct="0">
              <a:defRPr sz="2000">
                <a:solidFill>
                  <a:schemeClr val="tx1"/>
                </a:solidFill>
                <a:latin typeface="Arial" charset="0"/>
                <a:ea typeface="宋体" charset="0"/>
              </a:defRPr>
            </a:lvl1pPr>
            <a:lvl2pPr marL="742950" indent="-285750" eaLnBrk="0" hangingPunct="0">
              <a:defRPr sz="2000">
                <a:solidFill>
                  <a:schemeClr val="tx1"/>
                </a:solidFill>
                <a:latin typeface="Arial" charset="0"/>
                <a:ea typeface="宋体" charset="0"/>
              </a:defRPr>
            </a:lvl2pPr>
            <a:lvl3pPr marL="1143000" indent="-228600" eaLnBrk="0" hangingPunct="0">
              <a:defRPr sz="2000">
                <a:solidFill>
                  <a:schemeClr val="tx1"/>
                </a:solidFill>
                <a:latin typeface="Arial" charset="0"/>
                <a:ea typeface="宋体" charset="0"/>
              </a:defRPr>
            </a:lvl3pPr>
            <a:lvl4pPr marL="1600200" indent="-228600" eaLnBrk="0" hangingPunct="0">
              <a:defRPr sz="2000">
                <a:solidFill>
                  <a:schemeClr val="tx1"/>
                </a:solidFill>
                <a:latin typeface="Arial" charset="0"/>
                <a:ea typeface="宋体" charset="0"/>
              </a:defRPr>
            </a:lvl4pPr>
            <a:lvl5pPr marL="2057400" indent="-228600" eaLnBrk="0" hangingPunct="0">
              <a:defRPr sz="2000">
                <a:solidFill>
                  <a:schemeClr val="tx1"/>
                </a:solidFill>
                <a:latin typeface="Arial" charset="0"/>
                <a:ea typeface="宋体" charset="0"/>
              </a:defRPr>
            </a:lvl5pPr>
            <a:lvl6pPr marL="2514600" indent="-228600" eaLnBrk="0" fontAlgn="base" hangingPunct="0">
              <a:spcBef>
                <a:spcPct val="0"/>
              </a:spcBef>
              <a:spcAft>
                <a:spcPct val="0"/>
              </a:spcAft>
              <a:defRPr sz="2000">
                <a:solidFill>
                  <a:schemeClr val="tx1"/>
                </a:solidFill>
                <a:latin typeface="Arial" charset="0"/>
                <a:ea typeface="宋体" charset="0"/>
              </a:defRPr>
            </a:lvl6pPr>
            <a:lvl7pPr marL="2971800" indent="-228600" eaLnBrk="0" fontAlgn="base" hangingPunct="0">
              <a:spcBef>
                <a:spcPct val="0"/>
              </a:spcBef>
              <a:spcAft>
                <a:spcPct val="0"/>
              </a:spcAft>
              <a:defRPr sz="2000">
                <a:solidFill>
                  <a:schemeClr val="tx1"/>
                </a:solidFill>
                <a:latin typeface="Arial" charset="0"/>
                <a:ea typeface="宋体" charset="0"/>
              </a:defRPr>
            </a:lvl7pPr>
            <a:lvl8pPr marL="3429000" indent="-228600" eaLnBrk="0" fontAlgn="base" hangingPunct="0">
              <a:spcBef>
                <a:spcPct val="0"/>
              </a:spcBef>
              <a:spcAft>
                <a:spcPct val="0"/>
              </a:spcAft>
              <a:defRPr sz="2000">
                <a:solidFill>
                  <a:schemeClr val="tx1"/>
                </a:solidFill>
                <a:latin typeface="Arial" charset="0"/>
                <a:ea typeface="宋体" charset="0"/>
              </a:defRPr>
            </a:lvl8pPr>
            <a:lvl9pPr marL="3886200" indent="-228600" eaLnBrk="0" fontAlgn="base" hangingPunct="0">
              <a:spcBef>
                <a:spcPct val="0"/>
              </a:spcBef>
              <a:spcAft>
                <a:spcPct val="0"/>
              </a:spcAft>
              <a:defRPr sz="2000">
                <a:solidFill>
                  <a:schemeClr val="tx1"/>
                </a:solidFill>
                <a:latin typeface="Arial" charset="0"/>
                <a:ea typeface="宋体" charset="0"/>
              </a:defRPr>
            </a:lvl9pPr>
          </a:lstStyle>
          <a:p>
            <a:pPr>
              <a:lnSpc>
                <a:spcPct val="90000"/>
              </a:lnSpc>
              <a:buClr>
                <a:schemeClr val="tx2"/>
              </a:buClr>
              <a:buSzPct val="80000"/>
              <a:buFont typeface="Wingdings" charset="2"/>
              <a:buNone/>
              <a:defRPr/>
            </a:pPr>
            <a:r>
              <a:rPr lang="zh-CN" altLang="en-US" sz="1400" dirty="0">
                <a:solidFill>
                  <a:srgbClr val="663300"/>
                </a:solidFill>
                <a:ea typeface="黑体" charset="0"/>
                <a:cs typeface="Arial" charset="0"/>
              </a:rPr>
              <a:t>程序设计思维与实践</a:t>
            </a:r>
            <a:endParaRPr lang="en-US" altLang="zh-CN" sz="1400" dirty="0">
              <a:solidFill>
                <a:srgbClr val="663300"/>
              </a:solidFill>
              <a:ea typeface="黑体" charset="0"/>
              <a:cs typeface="Arial" charset="0"/>
            </a:endParaRPr>
          </a:p>
        </p:txBody>
      </p:sp>
      <p:sp>
        <p:nvSpPr>
          <p:cNvPr id="7" name="页脚占位符 6">
            <a:extLst>
              <a:ext uri="{FF2B5EF4-FFF2-40B4-BE49-F238E27FC236}">
                <a16:creationId xmlns:a16="http://schemas.microsoft.com/office/drawing/2014/main" id="{6A03B55C-E7A4-B24B-A8FC-AF4A233894F8}"/>
              </a:ext>
            </a:extLst>
          </p:cNvPr>
          <p:cNvSpPr>
            <a:spLocks noGrp="1"/>
          </p:cNvSpPr>
          <p:nvPr userDrawn="1"/>
        </p:nvSpPr>
        <p:spPr bwMode="auto">
          <a:xfrm>
            <a:off x="10615247" y="115888"/>
            <a:ext cx="1506415" cy="360362"/>
          </a:xfrm>
          <a:prstGeom prst="rect">
            <a:avLst/>
          </a:prstGeom>
          <a:noFill/>
          <a:ln w="9525">
            <a:noFill/>
            <a:miter lim="800000"/>
            <a:headEnd/>
            <a:tailEnd/>
          </a:ln>
        </p:spPr>
        <p:txBody>
          <a:bodyPr/>
          <a:lstStyle>
            <a:lvl1pPr eaLnBrk="0" hangingPunct="0">
              <a:defRPr sz="2000">
                <a:solidFill>
                  <a:schemeClr val="tx1"/>
                </a:solidFill>
                <a:latin typeface="Arial" charset="0"/>
                <a:ea typeface="宋体" charset="0"/>
              </a:defRPr>
            </a:lvl1pPr>
            <a:lvl2pPr marL="742950" indent="-285750" eaLnBrk="0" hangingPunct="0">
              <a:defRPr sz="2000">
                <a:solidFill>
                  <a:schemeClr val="tx1"/>
                </a:solidFill>
                <a:latin typeface="Arial" charset="0"/>
                <a:ea typeface="宋体" charset="0"/>
              </a:defRPr>
            </a:lvl2pPr>
            <a:lvl3pPr marL="1143000" indent="-228600" eaLnBrk="0" hangingPunct="0">
              <a:defRPr sz="2000">
                <a:solidFill>
                  <a:schemeClr val="tx1"/>
                </a:solidFill>
                <a:latin typeface="Arial" charset="0"/>
                <a:ea typeface="宋体" charset="0"/>
              </a:defRPr>
            </a:lvl3pPr>
            <a:lvl4pPr marL="1600200" indent="-228600" eaLnBrk="0" hangingPunct="0">
              <a:defRPr sz="2000">
                <a:solidFill>
                  <a:schemeClr val="tx1"/>
                </a:solidFill>
                <a:latin typeface="Arial" charset="0"/>
                <a:ea typeface="宋体" charset="0"/>
              </a:defRPr>
            </a:lvl4pPr>
            <a:lvl5pPr marL="2057400" indent="-228600" eaLnBrk="0" hangingPunct="0">
              <a:defRPr sz="2000">
                <a:solidFill>
                  <a:schemeClr val="tx1"/>
                </a:solidFill>
                <a:latin typeface="Arial" charset="0"/>
                <a:ea typeface="宋体" charset="0"/>
              </a:defRPr>
            </a:lvl5pPr>
            <a:lvl6pPr marL="2514600" indent="-228600" eaLnBrk="0" fontAlgn="base" hangingPunct="0">
              <a:spcBef>
                <a:spcPct val="0"/>
              </a:spcBef>
              <a:spcAft>
                <a:spcPct val="0"/>
              </a:spcAft>
              <a:defRPr sz="2000">
                <a:solidFill>
                  <a:schemeClr val="tx1"/>
                </a:solidFill>
                <a:latin typeface="Arial" charset="0"/>
                <a:ea typeface="宋体" charset="0"/>
              </a:defRPr>
            </a:lvl6pPr>
            <a:lvl7pPr marL="2971800" indent="-228600" eaLnBrk="0" fontAlgn="base" hangingPunct="0">
              <a:spcBef>
                <a:spcPct val="0"/>
              </a:spcBef>
              <a:spcAft>
                <a:spcPct val="0"/>
              </a:spcAft>
              <a:defRPr sz="2000">
                <a:solidFill>
                  <a:schemeClr val="tx1"/>
                </a:solidFill>
                <a:latin typeface="Arial" charset="0"/>
                <a:ea typeface="宋体" charset="0"/>
              </a:defRPr>
            </a:lvl7pPr>
            <a:lvl8pPr marL="3429000" indent="-228600" eaLnBrk="0" fontAlgn="base" hangingPunct="0">
              <a:spcBef>
                <a:spcPct val="0"/>
              </a:spcBef>
              <a:spcAft>
                <a:spcPct val="0"/>
              </a:spcAft>
              <a:defRPr sz="2000">
                <a:solidFill>
                  <a:schemeClr val="tx1"/>
                </a:solidFill>
                <a:latin typeface="Arial" charset="0"/>
                <a:ea typeface="宋体" charset="0"/>
              </a:defRPr>
            </a:lvl8pPr>
            <a:lvl9pPr marL="3886200" indent="-228600" eaLnBrk="0" fontAlgn="base" hangingPunct="0">
              <a:spcBef>
                <a:spcPct val="0"/>
              </a:spcBef>
              <a:spcAft>
                <a:spcPct val="0"/>
              </a:spcAft>
              <a:defRPr sz="2000">
                <a:solidFill>
                  <a:schemeClr val="tx1"/>
                </a:solidFill>
                <a:latin typeface="Arial" charset="0"/>
                <a:ea typeface="宋体" charset="0"/>
              </a:defRPr>
            </a:lvl9pPr>
          </a:lstStyle>
          <a:p>
            <a:pPr>
              <a:lnSpc>
                <a:spcPct val="90000"/>
              </a:lnSpc>
              <a:buClr>
                <a:schemeClr val="tx2"/>
              </a:buClr>
              <a:buSzPct val="80000"/>
              <a:buFont typeface="Wingdings" charset="2"/>
              <a:buNone/>
              <a:defRPr/>
            </a:pPr>
            <a:r>
              <a:rPr lang="zh-CN" altLang="en-US" sz="1400" dirty="0">
                <a:solidFill>
                  <a:srgbClr val="663300"/>
                </a:solidFill>
                <a:latin typeface="黑体" charset="0"/>
                <a:ea typeface="黑体" charset="0"/>
              </a:rPr>
              <a:t>算法初步</a:t>
            </a:r>
            <a:endParaRPr lang="en-US" altLang="zh-CN" sz="1400" dirty="0">
              <a:latin typeface="黑体" charset="0"/>
              <a:ea typeface="黑体" charset="0"/>
            </a:endParaRPr>
          </a:p>
          <a:p>
            <a:pPr>
              <a:lnSpc>
                <a:spcPct val="90000"/>
              </a:lnSpc>
              <a:buClr>
                <a:schemeClr val="tx2"/>
              </a:buClr>
              <a:buSzPct val="80000"/>
              <a:buFont typeface="Wingdings" charset="2"/>
              <a:buNone/>
              <a:defRPr/>
            </a:pPr>
            <a:endParaRPr lang="en-US" altLang="zh-CN" sz="2000" dirty="0">
              <a:latin typeface="楷体_GB2312" charset="0"/>
              <a:ea typeface="楷体_GB2312" charset="0"/>
            </a:endParaRPr>
          </a:p>
        </p:txBody>
      </p:sp>
      <p:sp>
        <p:nvSpPr>
          <p:cNvPr id="2" name="文本占位符 2"/>
          <p:cNvSpPr>
            <a:spLocks noGrp="1"/>
          </p:cNvSpPr>
          <p:nvPr>
            <p:ph idx="1"/>
          </p:nvPr>
        </p:nvSpPr>
        <p:spPr bwMode="auto">
          <a:xfrm>
            <a:off x="609600" y="1600200"/>
            <a:ext cx="10972800" cy="4686300"/>
          </a:xfrm>
          <a:prstGeom prst="rect">
            <a:avLst/>
          </a:prstGeom>
          <a:noFill/>
          <a:ln>
            <a:noFill/>
          </a:ln>
        </p:spPr>
        <p:txBody>
          <a:bodyPr/>
          <a:lstStyle/>
          <a:p>
            <a:pPr lvl="0"/>
            <a:r>
              <a:rPr lang="zh-CN" altLang="en-US" noProof="0" dirty="0"/>
              <a:t>单击此处编辑母版文本样式</a:t>
            </a:r>
          </a:p>
          <a:p>
            <a:pPr lvl="1"/>
            <a:r>
              <a:rPr lang="zh-CN" altLang="en-US" noProof="0" dirty="0"/>
              <a:t>第二级</a:t>
            </a:r>
          </a:p>
          <a:p>
            <a:pPr lvl="2"/>
            <a:r>
              <a:rPr lang="zh-CN" altLang="en-US" noProof="0" dirty="0"/>
              <a:t>第三级</a:t>
            </a:r>
          </a:p>
          <a:p>
            <a:pPr lvl="3"/>
            <a:r>
              <a:rPr lang="zh-CN" altLang="en-US" noProof="0" dirty="0"/>
              <a:t>第四级</a:t>
            </a:r>
          </a:p>
          <a:p>
            <a:pPr lvl="4"/>
            <a:r>
              <a:rPr lang="zh-CN" altLang="en-US" noProof="0" dirty="0"/>
              <a:t>第五级</a:t>
            </a:r>
          </a:p>
        </p:txBody>
      </p:sp>
      <p:sp>
        <p:nvSpPr>
          <p:cNvPr id="3" name="标题占位符 1"/>
          <p:cNvSpPr>
            <a:spLocks noGrp="1"/>
          </p:cNvSpPr>
          <p:nvPr>
            <p:ph type="title"/>
          </p:nvPr>
        </p:nvSpPr>
        <p:spPr bwMode="auto">
          <a:xfrm>
            <a:off x="609600" y="274638"/>
            <a:ext cx="10972800" cy="1143000"/>
          </a:xfrm>
          <a:prstGeom prst="rect">
            <a:avLst/>
          </a:prstGeom>
          <a:noFill/>
          <a:ln>
            <a:noFill/>
          </a:ln>
        </p:spPr>
        <p:txBody>
          <a:bodyPr/>
          <a:lstStyle/>
          <a:p>
            <a:pPr lvl="0"/>
            <a:r>
              <a:rPr lang="zh-CN" altLang="en-US" dirty="0"/>
              <a:t>单击此处编辑母版标题样式</a:t>
            </a:r>
          </a:p>
        </p:txBody>
      </p:sp>
      <p:sp>
        <p:nvSpPr>
          <p:cNvPr id="8" name="灯片编号占位符 5">
            <a:extLst>
              <a:ext uri="{FF2B5EF4-FFF2-40B4-BE49-F238E27FC236}">
                <a16:creationId xmlns:a16="http://schemas.microsoft.com/office/drawing/2014/main" id="{C4D31749-625D-0B4A-9458-70B9EE7FC5CC}"/>
              </a:ext>
            </a:extLst>
          </p:cNvPr>
          <p:cNvSpPr>
            <a:spLocks noGrp="1"/>
          </p:cNvSpPr>
          <p:nvPr>
            <p:ph type="sldNum" sz="quarter" idx="10"/>
          </p:nvPr>
        </p:nvSpPr>
        <p:spPr>
          <a:xfrm>
            <a:off x="10793046" y="6381751"/>
            <a:ext cx="1219200" cy="284163"/>
          </a:xfrm>
        </p:spPr>
        <p:txBody>
          <a:bodyPr/>
          <a:lstStyle>
            <a:lvl1pPr>
              <a:defRPr/>
            </a:lvl1pPr>
          </a:lstStyle>
          <a:p>
            <a:pPr>
              <a:defRPr/>
            </a:pPr>
            <a:fld id="{C8D98E1D-7B5A-9646-9B81-7E432971A0A6}" type="slidenum">
              <a:rPr lang="en-US" altLang="zh-CN" smtClean="0"/>
              <a:pPr>
                <a:defRPr/>
              </a:pPr>
              <a:t>‹#›</a:t>
            </a:fld>
            <a:endParaRPr lang="zh-CN" altLang="en-US" dirty="0"/>
          </a:p>
        </p:txBody>
      </p:sp>
      <p:sp>
        <p:nvSpPr>
          <p:cNvPr id="9" name="Rectangle 9"/>
          <p:cNvSpPr>
            <a:spLocks noChangeArrowheads="1"/>
          </p:cNvSpPr>
          <p:nvPr userDrawn="1"/>
        </p:nvSpPr>
        <p:spPr bwMode="auto">
          <a:xfrm>
            <a:off x="0" y="1000125"/>
            <a:ext cx="646113" cy="166688"/>
          </a:xfrm>
          <a:prstGeom prst="rect">
            <a:avLst/>
          </a:prstGeom>
          <a:gradFill flip="none" rotWithShape="1">
            <a:gsLst>
              <a:gs pos="0">
                <a:srgbClr val="0066CC">
                  <a:shade val="30000"/>
                  <a:satMod val="115000"/>
                </a:srgbClr>
              </a:gs>
              <a:gs pos="50000">
                <a:srgbClr val="0066CC">
                  <a:shade val="67500"/>
                  <a:satMod val="115000"/>
                </a:srgbClr>
              </a:gs>
              <a:gs pos="100000">
                <a:srgbClr val="0066CC">
                  <a:shade val="100000"/>
                  <a:satMod val="115000"/>
                </a:srgbClr>
              </a:gs>
            </a:gsLst>
            <a:lin ang="0" scaled="1"/>
            <a:tileRect/>
          </a:gradFill>
          <a:ln>
            <a:noFill/>
          </a:ln>
          <a:effectLst/>
        </p:spPr>
        <p:txBody>
          <a:bodyPr wrap="none" anchor="ctr"/>
          <a:lstStyle>
            <a:lvl1pPr>
              <a:defRPr sz="2400">
                <a:solidFill>
                  <a:schemeClr val="tx1"/>
                </a:solidFill>
                <a:latin typeface="Arial" panose="020B0604020202090204" pitchFamily="34" charset="0"/>
                <a:ea typeface="微软雅黑" panose="020B0503020204020204" pitchFamily="34" charset="-122"/>
              </a:defRPr>
            </a:lvl1pPr>
            <a:lvl2pPr marL="742950" indent="-285750">
              <a:defRPr sz="2400">
                <a:solidFill>
                  <a:schemeClr val="tx1"/>
                </a:solidFill>
                <a:latin typeface="Arial" panose="020B0604020202090204" pitchFamily="34" charset="0"/>
                <a:ea typeface="微软雅黑" panose="020B0503020204020204" pitchFamily="34" charset="-122"/>
              </a:defRPr>
            </a:lvl2pPr>
            <a:lvl3pPr marL="1143000" indent="-228600">
              <a:defRPr sz="2400">
                <a:solidFill>
                  <a:schemeClr val="tx1"/>
                </a:solidFill>
                <a:latin typeface="Arial" panose="020B0604020202090204" pitchFamily="34" charset="0"/>
                <a:ea typeface="微软雅黑" panose="020B0503020204020204" pitchFamily="34" charset="-122"/>
              </a:defRPr>
            </a:lvl3pPr>
            <a:lvl4pPr marL="1600200" indent="-228600">
              <a:defRPr sz="2400">
                <a:solidFill>
                  <a:schemeClr val="tx1"/>
                </a:solidFill>
                <a:latin typeface="Arial" panose="020B0604020202090204" pitchFamily="34" charset="0"/>
                <a:ea typeface="微软雅黑" panose="020B0503020204020204" pitchFamily="34" charset="-122"/>
              </a:defRPr>
            </a:lvl4pPr>
            <a:lvl5pPr marL="2057400" indent="-228600">
              <a:defRPr sz="2400">
                <a:solidFill>
                  <a:schemeClr val="tx1"/>
                </a:solidFill>
                <a:latin typeface="Arial" panose="020B060402020209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9pPr>
          </a:lstStyle>
          <a:p>
            <a:pPr eaLnBrk="1" hangingPunct="1">
              <a:defRPr/>
            </a:pPr>
            <a:endParaRPr lang="zh-CN" altLang="en-US"/>
          </a:p>
        </p:txBody>
      </p:sp>
      <p:sp>
        <p:nvSpPr>
          <p:cNvPr id="10" name="Rectangle 10"/>
          <p:cNvSpPr>
            <a:spLocks noChangeArrowheads="1"/>
          </p:cNvSpPr>
          <p:nvPr userDrawn="1"/>
        </p:nvSpPr>
        <p:spPr bwMode="auto">
          <a:xfrm>
            <a:off x="703263" y="996950"/>
            <a:ext cx="11488737" cy="166688"/>
          </a:xfrm>
          <a:prstGeom prst="rect">
            <a:avLst/>
          </a:prstGeom>
          <a:solidFill>
            <a:srgbClr val="A50021"/>
          </a:solidFill>
          <a:ln>
            <a:noFill/>
          </a:ln>
          <a:effectLst/>
        </p:spPr>
        <p:txBody>
          <a:bodyPr wrap="none" anchor="ct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9pPr>
          </a:lstStyle>
          <a:p>
            <a:pPr eaLnBrk="1" hangingPunct="1">
              <a:defRPr/>
            </a:pPr>
            <a:endParaRPr lang="zh-CN" altLang="en-US" sz="1800"/>
          </a:p>
        </p:txBody>
      </p:sp>
    </p:spTree>
    <p:extLst>
      <p:ext uri="{BB962C8B-B14F-4D97-AF65-F5344CB8AC3E}">
        <p14:creationId xmlns:p14="http://schemas.microsoft.com/office/powerpoint/2010/main" val="72893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4_空白">
    <p:spTree>
      <p:nvGrpSpPr>
        <p:cNvPr id="1" name=""/>
        <p:cNvGrpSpPr/>
        <p:nvPr/>
      </p:nvGrpSpPr>
      <p:grpSpPr>
        <a:xfrm>
          <a:off x="0" y="0"/>
          <a:ext cx="0" cy="0"/>
          <a:chOff x="0" y="0"/>
          <a:chExt cx="0" cy="0"/>
        </a:xfrm>
      </p:grpSpPr>
      <p:sp>
        <p:nvSpPr>
          <p:cNvPr id="6" name="页脚占位符 6">
            <a:extLst>
              <a:ext uri="{FF2B5EF4-FFF2-40B4-BE49-F238E27FC236}">
                <a16:creationId xmlns:a16="http://schemas.microsoft.com/office/drawing/2014/main" id="{0F2F3C4E-8C1B-294F-8865-C4FE0F961F03}"/>
              </a:ext>
            </a:extLst>
          </p:cNvPr>
          <p:cNvSpPr>
            <a:spLocks noGrp="1"/>
          </p:cNvSpPr>
          <p:nvPr userDrawn="1"/>
        </p:nvSpPr>
        <p:spPr>
          <a:xfrm>
            <a:off x="87924" y="6453189"/>
            <a:ext cx="2285817" cy="288925"/>
          </a:xfrm>
          <a:prstGeom prst="rect">
            <a:avLst/>
          </a:prstGeom>
        </p:spPr>
        <p:txBody>
          <a:bodyPr/>
          <a:lstStyle>
            <a:lvl1pPr eaLnBrk="0" hangingPunct="0">
              <a:defRPr sz="2000">
                <a:solidFill>
                  <a:schemeClr val="tx1"/>
                </a:solidFill>
                <a:latin typeface="Arial" charset="0"/>
                <a:ea typeface="宋体" charset="0"/>
              </a:defRPr>
            </a:lvl1pPr>
            <a:lvl2pPr marL="742950" indent="-285750" eaLnBrk="0" hangingPunct="0">
              <a:defRPr sz="2000">
                <a:solidFill>
                  <a:schemeClr val="tx1"/>
                </a:solidFill>
                <a:latin typeface="Arial" charset="0"/>
                <a:ea typeface="宋体" charset="0"/>
              </a:defRPr>
            </a:lvl2pPr>
            <a:lvl3pPr marL="1143000" indent="-228600" eaLnBrk="0" hangingPunct="0">
              <a:defRPr sz="2000">
                <a:solidFill>
                  <a:schemeClr val="tx1"/>
                </a:solidFill>
                <a:latin typeface="Arial" charset="0"/>
                <a:ea typeface="宋体" charset="0"/>
              </a:defRPr>
            </a:lvl3pPr>
            <a:lvl4pPr marL="1600200" indent="-228600" eaLnBrk="0" hangingPunct="0">
              <a:defRPr sz="2000">
                <a:solidFill>
                  <a:schemeClr val="tx1"/>
                </a:solidFill>
                <a:latin typeface="Arial" charset="0"/>
                <a:ea typeface="宋体" charset="0"/>
              </a:defRPr>
            </a:lvl4pPr>
            <a:lvl5pPr marL="2057400" indent="-228600" eaLnBrk="0" hangingPunct="0">
              <a:defRPr sz="2000">
                <a:solidFill>
                  <a:schemeClr val="tx1"/>
                </a:solidFill>
                <a:latin typeface="Arial" charset="0"/>
                <a:ea typeface="宋体" charset="0"/>
              </a:defRPr>
            </a:lvl5pPr>
            <a:lvl6pPr marL="2514600" indent="-228600" eaLnBrk="0" fontAlgn="base" hangingPunct="0">
              <a:spcBef>
                <a:spcPct val="0"/>
              </a:spcBef>
              <a:spcAft>
                <a:spcPct val="0"/>
              </a:spcAft>
              <a:defRPr sz="2000">
                <a:solidFill>
                  <a:schemeClr val="tx1"/>
                </a:solidFill>
                <a:latin typeface="Arial" charset="0"/>
                <a:ea typeface="宋体" charset="0"/>
              </a:defRPr>
            </a:lvl6pPr>
            <a:lvl7pPr marL="2971800" indent="-228600" eaLnBrk="0" fontAlgn="base" hangingPunct="0">
              <a:spcBef>
                <a:spcPct val="0"/>
              </a:spcBef>
              <a:spcAft>
                <a:spcPct val="0"/>
              </a:spcAft>
              <a:defRPr sz="2000">
                <a:solidFill>
                  <a:schemeClr val="tx1"/>
                </a:solidFill>
                <a:latin typeface="Arial" charset="0"/>
                <a:ea typeface="宋体" charset="0"/>
              </a:defRPr>
            </a:lvl7pPr>
            <a:lvl8pPr marL="3429000" indent="-228600" eaLnBrk="0" fontAlgn="base" hangingPunct="0">
              <a:spcBef>
                <a:spcPct val="0"/>
              </a:spcBef>
              <a:spcAft>
                <a:spcPct val="0"/>
              </a:spcAft>
              <a:defRPr sz="2000">
                <a:solidFill>
                  <a:schemeClr val="tx1"/>
                </a:solidFill>
                <a:latin typeface="Arial" charset="0"/>
                <a:ea typeface="宋体" charset="0"/>
              </a:defRPr>
            </a:lvl8pPr>
            <a:lvl9pPr marL="3886200" indent="-228600" eaLnBrk="0" fontAlgn="base" hangingPunct="0">
              <a:spcBef>
                <a:spcPct val="0"/>
              </a:spcBef>
              <a:spcAft>
                <a:spcPct val="0"/>
              </a:spcAft>
              <a:defRPr sz="2000">
                <a:solidFill>
                  <a:schemeClr val="tx1"/>
                </a:solidFill>
                <a:latin typeface="Arial" charset="0"/>
                <a:ea typeface="宋体" charset="0"/>
              </a:defRPr>
            </a:lvl9pPr>
          </a:lstStyle>
          <a:p>
            <a:pPr>
              <a:lnSpc>
                <a:spcPct val="90000"/>
              </a:lnSpc>
              <a:buClr>
                <a:schemeClr val="tx2"/>
              </a:buClr>
              <a:buSzPct val="80000"/>
              <a:buFont typeface="Wingdings" charset="2"/>
              <a:buNone/>
              <a:defRPr/>
            </a:pPr>
            <a:r>
              <a:rPr lang="zh-CN" altLang="en-US" sz="1400" dirty="0">
                <a:solidFill>
                  <a:srgbClr val="663300"/>
                </a:solidFill>
                <a:ea typeface="黑体" charset="0"/>
                <a:cs typeface="Arial" charset="0"/>
              </a:rPr>
              <a:t>程序设计思维与实践</a:t>
            </a:r>
            <a:endParaRPr lang="en-US" altLang="zh-CN" sz="1400" dirty="0">
              <a:solidFill>
                <a:srgbClr val="663300"/>
              </a:solidFill>
              <a:ea typeface="黑体" charset="0"/>
              <a:cs typeface="Arial" charset="0"/>
            </a:endParaRPr>
          </a:p>
        </p:txBody>
      </p:sp>
      <p:sp>
        <p:nvSpPr>
          <p:cNvPr id="2" name="文本占位符 2"/>
          <p:cNvSpPr>
            <a:spLocks noGrp="1"/>
          </p:cNvSpPr>
          <p:nvPr>
            <p:ph idx="1"/>
          </p:nvPr>
        </p:nvSpPr>
        <p:spPr bwMode="auto">
          <a:xfrm>
            <a:off x="609600" y="1600200"/>
            <a:ext cx="10972800" cy="4686300"/>
          </a:xfrm>
          <a:prstGeom prst="rect">
            <a:avLst/>
          </a:prstGeom>
          <a:noFill/>
          <a:ln>
            <a:noFill/>
          </a:ln>
        </p:spPr>
        <p:txBody>
          <a:bodyPr/>
          <a:lstStyle/>
          <a:p>
            <a:pPr lvl="0"/>
            <a:r>
              <a:rPr lang="zh-CN" altLang="en-US" noProof="0" dirty="0"/>
              <a:t>单击此处编辑母版文本样式</a:t>
            </a:r>
          </a:p>
          <a:p>
            <a:pPr lvl="1"/>
            <a:r>
              <a:rPr lang="zh-CN" altLang="en-US" noProof="0" dirty="0"/>
              <a:t>第二级</a:t>
            </a:r>
          </a:p>
          <a:p>
            <a:pPr lvl="2"/>
            <a:r>
              <a:rPr lang="zh-CN" altLang="en-US" noProof="0" dirty="0"/>
              <a:t>第三级</a:t>
            </a:r>
          </a:p>
          <a:p>
            <a:pPr lvl="3"/>
            <a:r>
              <a:rPr lang="zh-CN" altLang="en-US" noProof="0" dirty="0"/>
              <a:t>第四级</a:t>
            </a:r>
          </a:p>
          <a:p>
            <a:pPr lvl="4"/>
            <a:r>
              <a:rPr lang="zh-CN" altLang="en-US" noProof="0" dirty="0"/>
              <a:t>第五级</a:t>
            </a:r>
          </a:p>
        </p:txBody>
      </p:sp>
      <p:sp>
        <p:nvSpPr>
          <p:cNvPr id="3" name="标题占位符 1"/>
          <p:cNvSpPr>
            <a:spLocks noGrp="1"/>
          </p:cNvSpPr>
          <p:nvPr>
            <p:ph type="title"/>
          </p:nvPr>
        </p:nvSpPr>
        <p:spPr bwMode="auto">
          <a:xfrm>
            <a:off x="609600" y="274638"/>
            <a:ext cx="10972800" cy="1143000"/>
          </a:xfrm>
          <a:prstGeom prst="rect">
            <a:avLst/>
          </a:prstGeom>
          <a:noFill/>
          <a:ln>
            <a:noFill/>
          </a:ln>
        </p:spPr>
        <p:txBody>
          <a:bodyPr/>
          <a:lstStyle/>
          <a:p>
            <a:pPr lvl="0"/>
            <a:r>
              <a:rPr lang="zh-CN" altLang="en-US" dirty="0"/>
              <a:t>单击此处编辑母版标题样式</a:t>
            </a:r>
          </a:p>
        </p:txBody>
      </p:sp>
      <p:sp>
        <p:nvSpPr>
          <p:cNvPr id="8" name="灯片编号占位符 5">
            <a:extLst>
              <a:ext uri="{FF2B5EF4-FFF2-40B4-BE49-F238E27FC236}">
                <a16:creationId xmlns:a16="http://schemas.microsoft.com/office/drawing/2014/main" id="{C4D31749-625D-0B4A-9458-70B9EE7FC5CC}"/>
              </a:ext>
            </a:extLst>
          </p:cNvPr>
          <p:cNvSpPr>
            <a:spLocks noGrp="1"/>
          </p:cNvSpPr>
          <p:nvPr>
            <p:ph type="sldNum" sz="quarter" idx="10"/>
          </p:nvPr>
        </p:nvSpPr>
        <p:spPr>
          <a:xfrm>
            <a:off x="10793046" y="6381751"/>
            <a:ext cx="1219200" cy="284163"/>
          </a:xfrm>
        </p:spPr>
        <p:txBody>
          <a:bodyPr/>
          <a:lstStyle>
            <a:lvl1pPr>
              <a:defRPr/>
            </a:lvl1pPr>
          </a:lstStyle>
          <a:p>
            <a:pPr>
              <a:defRPr/>
            </a:pPr>
            <a:fld id="{C8D98E1D-7B5A-9646-9B81-7E432971A0A6}" type="slidenum">
              <a:rPr lang="en-US" altLang="zh-CN" smtClean="0"/>
              <a:pPr>
                <a:defRPr/>
              </a:pPr>
              <a:t>‹#›</a:t>
            </a:fld>
            <a:endParaRPr lang="zh-CN" altLang="en-US" dirty="0"/>
          </a:p>
        </p:txBody>
      </p:sp>
      <p:sp>
        <p:nvSpPr>
          <p:cNvPr id="9" name="Rectangle 9"/>
          <p:cNvSpPr>
            <a:spLocks noChangeArrowheads="1"/>
          </p:cNvSpPr>
          <p:nvPr userDrawn="1"/>
        </p:nvSpPr>
        <p:spPr bwMode="auto">
          <a:xfrm>
            <a:off x="0" y="1000125"/>
            <a:ext cx="646113" cy="166688"/>
          </a:xfrm>
          <a:prstGeom prst="rect">
            <a:avLst/>
          </a:prstGeom>
          <a:gradFill flip="none" rotWithShape="1">
            <a:gsLst>
              <a:gs pos="0">
                <a:srgbClr val="0066CC">
                  <a:shade val="30000"/>
                  <a:satMod val="115000"/>
                </a:srgbClr>
              </a:gs>
              <a:gs pos="50000">
                <a:srgbClr val="0066CC">
                  <a:shade val="67500"/>
                  <a:satMod val="115000"/>
                </a:srgbClr>
              </a:gs>
              <a:gs pos="100000">
                <a:srgbClr val="0066CC">
                  <a:shade val="100000"/>
                  <a:satMod val="115000"/>
                </a:srgbClr>
              </a:gs>
            </a:gsLst>
            <a:lin ang="0" scaled="1"/>
            <a:tileRect/>
          </a:gradFill>
          <a:ln>
            <a:noFill/>
          </a:ln>
          <a:effectLst/>
        </p:spPr>
        <p:txBody>
          <a:bodyPr wrap="none" anchor="ctr"/>
          <a:lstStyle>
            <a:lvl1pPr>
              <a:defRPr sz="2400">
                <a:solidFill>
                  <a:schemeClr val="tx1"/>
                </a:solidFill>
                <a:latin typeface="Arial" panose="020B0604020202090204" pitchFamily="34" charset="0"/>
                <a:ea typeface="微软雅黑" panose="020B0503020204020204" pitchFamily="34" charset="-122"/>
              </a:defRPr>
            </a:lvl1pPr>
            <a:lvl2pPr marL="742950" indent="-285750">
              <a:defRPr sz="2400">
                <a:solidFill>
                  <a:schemeClr val="tx1"/>
                </a:solidFill>
                <a:latin typeface="Arial" panose="020B0604020202090204" pitchFamily="34" charset="0"/>
                <a:ea typeface="微软雅黑" panose="020B0503020204020204" pitchFamily="34" charset="-122"/>
              </a:defRPr>
            </a:lvl2pPr>
            <a:lvl3pPr marL="1143000" indent="-228600">
              <a:defRPr sz="2400">
                <a:solidFill>
                  <a:schemeClr val="tx1"/>
                </a:solidFill>
                <a:latin typeface="Arial" panose="020B0604020202090204" pitchFamily="34" charset="0"/>
                <a:ea typeface="微软雅黑" panose="020B0503020204020204" pitchFamily="34" charset="-122"/>
              </a:defRPr>
            </a:lvl3pPr>
            <a:lvl4pPr marL="1600200" indent="-228600">
              <a:defRPr sz="2400">
                <a:solidFill>
                  <a:schemeClr val="tx1"/>
                </a:solidFill>
                <a:latin typeface="Arial" panose="020B0604020202090204" pitchFamily="34" charset="0"/>
                <a:ea typeface="微软雅黑" panose="020B0503020204020204" pitchFamily="34" charset="-122"/>
              </a:defRPr>
            </a:lvl4pPr>
            <a:lvl5pPr marL="2057400" indent="-228600">
              <a:defRPr sz="2400">
                <a:solidFill>
                  <a:schemeClr val="tx1"/>
                </a:solidFill>
                <a:latin typeface="Arial" panose="020B060402020209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9pPr>
          </a:lstStyle>
          <a:p>
            <a:pPr eaLnBrk="1" hangingPunct="1">
              <a:defRPr/>
            </a:pPr>
            <a:endParaRPr lang="zh-CN" altLang="en-US"/>
          </a:p>
        </p:txBody>
      </p:sp>
      <p:sp>
        <p:nvSpPr>
          <p:cNvPr id="10" name="Rectangle 10"/>
          <p:cNvSpPr>
            <a:spLocks noChangeArrowheads="1"/>
          </p:cNvSpPr>
          <p:nvPr userDrawn="1"/>
        </p:nvSpPr>
        <p:spPr bwMode="auto">
          <a:xfrm>
            <a:off x="703263" y="996950"/>
            <a:ext cx="11488737" cy="166688"/>
          </a:xfrm>
          <a:prstGeom prst="rect">
            <a:avLst/>
          </a:prstGeom>
          <a:solidFill>
            <a:srgbClr val="A50021"/>
          </a:solidFill>
          <a:ln>
            <a:noFill/>
          </a:ln>
          <a:effectLst/>
        </p:spPr>
        <p:txBody>
          <a:bodyPr wrap="none" anchor="ct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9pPr>
          </a:lstStyle>
          <a:p>
            <a:pPr eaLnBrk="1" hangingPunct="1">
              <a:defRPr/>
            </a:pPr>
            <a:endParaRPr lang="zh-CN" altLang="en-US" sz="1800"/>
          </a:p>
        </p:txBody>
      </p:sp>
    </p:spTree>
    <p:extLst>
      <p:ext uri="{BB962C8B-B14F-4D97-AF65-F5344CB8AC3E}">
        <p14:creationId xmlns:p14="http://schemas.microsoft.com/office/powerpoint/2010/main" val="1053560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3_标题幻灯片">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9FCDF4D3-9CDD-6A48-9847-90AD93F2BD32}"/>
              </a:ext>
            </a:extLst>
          </p:cNvPr>
          <p:cNvSpPr/>
          <p:nvPr/>
        </p:nvSpPr>
        <p:spPr>
          <a:xfrm>
            <a:off x="914400" y="3197226"/>
            <a:ext cx="10363200" cy="17463"/>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lnSpc>
                <a:spcPct val="90000"/>
              </a:lnSpc>
              <a:spcBef>
                <a:spcPts val="588"/>
              </a:spcBef>
              <a:spcAft>
                <a:spcPts val="588"/>
              </a:spcAft>
              <a:buClr>
                <a:schemeClr val="tx2"/>
              </a:buClr>
              <a:buSzPct val="80000"/>
              <a:buFont typeface="Wingdings" pitchFamily="2" charset="2"/>
              <a:buNone/>
              <a:defRPr/>
            </a:pPr>
            <a:endParaRPr lang="zh-CN" altLang="en-US" sz="1800"/>
          </a:p>
        </p:txBody>
      </p:sp>
      <p:sp>
        <p:nvSpPr>
          <p:cNvPr id="4" name="页脚占位符 4">
            <a:extLst>
              <a:ext uri="{FF2B5EF4-FFF2-40B4-BE49-F238E27FC236}">
                <a16:creationId xmlns:a16="http://schemas.microsoft.com/office/drawing/2014/main" id="{5A1AE646-3C10-3F45-83C1-C68DBD799418}"/>
              </a:ext>
            </a:extLst>
          </p:cNvPr>
          <p:cNvSpPr txBox="1">
            <a:spLocks/>
          </p:cNvSpPr>
          <p:nvPr userDrawn="1"/>
        </p:nvSpPr>
        <p:spPr>
          <a:xfrm>
            <a:off x="2092570" y="6384926"/>
            <a:ext cx="4978400" cy="284163"/>
          </a:xfrm>
          <a:prstGeom prst="rect">
            <a:avLst/>
          </a:prstGeom>
        </p:spPr>
        <p:txBody>
          <a:bodyPr anchor="ctr"/>
          <a:lstStyle>
            <a:lvl1pPr eaLnBrk="0" hangingPunct="0">
              <a:defRPr sz="2000">
                <a:solidFill>
                  <a:schemeClr val="tx1"/>
                </a:solidFill>
                <a:latin typeface="Arial" charset="0"/>
                <a:ea typeface="宋体" charset="0"/>
              </a:defRPr>
            </a:lvl1pPr>
            <a:lvl2pPr marL="742950" indent="-285750" eaLnBrk="0" hangingPunct="0">
              <a:defRPr sz="2000">
                <a:solidFill>
                  <a:schemeClr val="tx1"/>
                </a:solidFill>
                <a:latin typeface="Arial" charset="0"/>
                <a:ea typeface="宋体" charset="0"/>
              </a:defRPr>
            </a:lvl2pPr>
            <a:lvl3pPr marL="1143000" indent="-228600" eaLnBrk="0" hangingPunct="0">
              <a:defRPr sz="2000">
                <a:solidFill>
                  <a:schemeClr val="tx1"/>
                </a:solidFill>
                <a:latin typeface="Arial" charset="0"/>
                <a:ea typeface="宋体" charset="0"/>
              </a:defRPr>
            </a:lvl3pPr>
            <a:lvl4pPr marL="1600200" indent="-228600" eaLnBrk="0" hangingPunct="0">
              <a:defRPr sz="2000">
                <a:solidFill>
                  <a:schemeClr val="tx1"/>
                </a:solidFill>
                <a:latin typeface="Arial" charset="0"/>
                <a:ea typeface="宋体" charset="0"/>
              </a:defRPr>
            </a:lvl4pPr>
            <a:lvl5pPr marL="2057400" indent="-228600" eaLnBrk="0" hangingPunct="0">
              <a:defRPr sz="2000">
                <a:solidFill>
                  <a:schemeClr val="tx1"/>
                </a:solidFill>
                <a:latin typeface="Arial" charset="0"/>
                <a:ea typeface="宋体" charset="0"/>
              </a:defRPr>
            </a:lvl5pPr>
            <a:lvl6pPr marL="2514600" indent="-228600" eaLnBrk="0" fontAlgn="base" hangingPunct="0">
              <a:spcBef>
                <a:spcPct val="0"/>
              </a:spcBef>
              <a:spcAft>
                <a:spcPct val="0"/>
              </a:spcAft>
              <a:defRPr sz="2000">
                <a:solidFill>
                  <a:schemeClr val="tx1"/>
                </a:solidFill>
                <a:latin typeface="Arial" charset="0"/>
                <a:ea typeface="宋体" charset="0"/>
              </a:defRPr>
            </a:lvl6pPr>
            <a:lvl7pPr marL="2971800" indent="-228600" eaLnBrk="0" fontAlgn="base" hangingPunct="0">
              <a:spcBef>
                <a:spcPct val="0"/>
              </a:spcBef>
              <a:spcAft>
                <a:spcPct val="0"/>
              </a:spcAft>
              <a:defRPr sz="2000">
                <a:solidFill>
                  <a:schemeClr val="tx1"/>
                </a:solidFill>
                <a:latin typeface="Arial" charset="0"/>
                <a:ea typeface="宋体" charset="0"/>
              </a:defRPr>
            </a:lvl7pPr>
            <a:lvl8pPr marL="3429000" indent="-228600" eaLnBrk="0" fontAlgn="base" hangingPunct="0">
              <a:spcBef>
                <a:spcPct val="0"/>
              </a:spcBef>
              <a:spcAft>
                <a:spcPct val="0"/>
              </a:spcAft>
              <a:defRPr sz="2000">
                <a:solidFill>
                  <a:schemeClr val="tx1"/>
                </a:solidFill>
                <a:latin typeface="Arial" charset="0"/>
                <a:ea typeface="宋体" charset="0"/>
              </a:defRPr>
            </a:lvl8pPr>
            <a:lvl9pPr marL="3886200" indent="-228600" eaLnBrk="0" fontAlgn="base" hangingPunct="0">
              <a:spcBef>
                <a:spcPct val="0"/>
              </a:spcBef>
              <a:spcAft>
                <a:spcPct val="0"/>
              </a:spcAft>
              <a:defRPr sz="2000">
                <a:solidFill>
                  <a:schemeClr val="tx1"/>
                </a:solidFill>
                <a:latin typeface="Arial" charset="0"/>
                <a:ea typeface="宋体" charset="0"/>
              </a:defRPr>
            </a:lvl9pPr>
          </a:lstStyle>
          <a:p>
            <a:pPr algn="r" eaLnBrk="1" hangingPunct="1">
              <a:lnSpc>
                <a:spcPct val="90000"/>
              </a:lnSpc>
              <a:spcBef>
                <a:spcPts val="588"/>
              </a:spcBef>
              <a:spcAft>
                <a:spcPts val="588"/>
              </a:spcAft>
              <a:buClr>
                <a:schemeClr val="tx2"/>
              </a:buClr>
              <a:buSzPct val="80000"/>
              <a:buFont typeface="Wingdings" charset="2"/>
              <a:buNone/>
              <a:defRPr/>
            </a:pPr>
            <a:r>
              <a:rPr lang="zh-CN" altLang="en-US" sz="1100">
                <a:solidFill>
                  <a:srgbClr val="636363"/>
                </a:solidFill>
              </a:rPr>
              <a:t>版权所有，违者必究</a:t>
            </a:r>
            <a:endParaRPr lang="en-US" altLang="zh-CN" sz="1100">
              <a:solidFill>
                <a:srgbClr val="636363"/>
              </a:solidFill>
            </a:endParaRPr>
          </a:p>
        </p:txBody>
      </p:sp>
      <p:sp>
        <p:nvSpPr>
          <p:cNvPr id="2" name="标题 1"/>
          <p:cNvSpPr>
            <a:spLocks noGrp="1"/>
          </p:cNvSpPr>
          <p:nvPr>
            <p:ph type="ctrTitle"/>
          </p:nvPr>
        </p:nvSpPr>
        <p:spPr>
          <a:xfrm>
            <a:off x="914400" y="1676401"/>
            <a:ext cx="10363200" cy="1538286"/>
          </a:xfrm>
        </p:spPr>
        <p:txBody>
          <a:bodyPr anchor="b"/>
          <a:lstStyle/>
          <a:p>
            <a:r>
              <a:rPr lang="zh-CN" altLang="en-US" dirty="0"/>
              <a:t>单击此处编辑母版标题样式</a:t>
            </a:r>
            <a:endParaRPr lang="en-US" dirty="0"/>
          </a:p>
        </p:txBody>
      </p:sp>
      <p:sp>
        <p:nvSpPr>
          <p:cNvPr id="5" name="日期占位符 3">
            <a:extLst>
              <a:ext uri="{FF2B5EF4-FFF2-40B4-BE49-F238E27FC236}">
                <a16:creationId xmlns:a16="http://schemas.microsoft.com/office/drawing/2014/main" id="{2E4C18D1-2FD9-334C-89B0-754CB57F87A7}"/>
              </a:ext>
            </a:extLst>
          </p:cNvPr>
          <p:cNvSpPr>
            <a:spLocks noGrp="1"/>
          </p:cNvSpPr>
          <p:nvPr>
            <p:ph type="dt" sz="half" idx="10"/>
          </p:nvPr>
        </p:nvSpPr>
        <p:spPr>
          <a:xfrm>
            <a:off x="101600" y="6400801"/>
            <a:ext cx="4267200" cy="284163"/>
          </a:xfrm>
          <a:prstGeom prst="rect">
            <a:avLst/>
          </a:prstGeom>
        </p:spPr>
        <p:txBody>
          <a:bodyPr/>
          <a:lstStyle>
            <a:lvl1pPr eaLnBrk="0" hangingPunct="0">
              <a:lnSpc>
                <a:spcPct val="90000"/>
              </a:lnSpc>
              <a:spcBef>
                <a:spcPts val="588"/>
              </a:spcBef>
              <a:spcAft>
                <a:spcPts val="588"/>
              </a:spcAft>
              <a:buClr>
                <a:schemeClr val="tx2"/>
              </a:buClr>
              <a:buSzPct val="80000"/>
              <a:buFont typeface="Wingdings" pitchFamily="2" charset="2"/>
              <a:buNone/>
              <a:defRPr>
                <a:latin typeface="Arial" pitchFamily="34" charset="0"/>
                <a:ea typeface="宋体" pitchFamily="2" charset="-122"/>
              </a:defRPr>
            </a:lvl1pPr>
          </a:lstStyle>
          <a:p>
            <a:pPr>
              <a:defRPr/>
            </a:pPr>
            <a:endParaRPr lang="en-US"/>
          </a:p>
        </p:txBody>
      </p:sp>
      <p:sp>
        <p:nvSpPr>
          <p:cNvPr id="6" name="页脚占位符 4">
            <a:extLst>
              <a:ext uri="{FF2B5EF4-FFF2-40B4-BE49-F238E27FC236}">
                <a16:creationId xmlns:a16="http://schemas.microsoft.com/office/drawing/2014/main" id="{41B76198-9B6C-1C44-AF23-BEC6E593A761}"/>
              </a:ext>
            </a:extLst>
          </p:cNvPr>
          <p:cNvSpPr>
            <a:spLocks noGrp="1"/>
          </p:cNvSpPr>
          <p:nvPr>
            <p:ph type="ftr" sz="quarter" idx="11"/>
          </p:nvPr>
        </p:nvSpPr>
        <p:spPr>
          <a:xfrm>
            <a:off x="4038600" y="6356350"/>
            <a:ext cx="4114800" cy="365125"/>
          </a:xfrm>
          <a:prstGeom prst="rect">
            <a:avLst/>
          </a:prstGeom>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D9A2D157-03A2-0548-8A74-B0698810E130}"/>
              </a:ext>
            </a:extLst>
          </p:cNvPr>
          <p:cNvSpPr>
            <a:spLocks noGrp="1"/>
          </p:cNvSpPr>
          <p:nvPr>
            <p:ph type="sldNum" sz="quarter" idx="12"/>
          </p:nvPr>
        </p:nvSpPr>
        <p:spPr/>
        <p:txBody>
          <a:bodyPr/>
          <a:lstStyle>
            <a:lvl1pPr>
              <a:defRPr/>
            </a:lvl1pPr>
          </a:lstStyle>
          <a:p>
            <a:pPr>
              <a:defRPr/>
            </a:pPr>
            <a:fld id="{5B9B3522-1099-1C4D-B359-CFCC8E56A907}" type="slidenum">
              <a:rPr lang="en-US" altLang="zh-CN"/>
              <a:pPr>
                <a:defRPr/>
              </a:pPr>
              <a:t>‹#›</a:t>
            </a:fld>
            <a:endParaRPr lang="zh-CN" altLang="en-US"/>
          </a:p>
        </p:txBody>
      </p:sp>
    </p:spTree>
    <p:extLst>
      <p:ext uri="{BB962C8B-B14F-4D97-AF65-F5344CB8AC3E}">
        <p14:creationId xmlns:p14="http://schemas.microsoft.com/office/powerpoint/2010/main" val="33118650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_标题幻灯片">
    <p:spTree>
      <p:nvGrpSpPr>
        <p:cNvPr id="1" name=""/>
        <p:cNvGrpSpPr/>
        <p:nvPr/>
      </p:nvGrpSpPr>
      <p:grpSpPr>
        <a:xfrm>
          <a:off x="0" y="0"/>
          <a:ext cx="0" cy="0"/>
          <a:chOff x="0" y="0"/>
          <a:chExt cx="0" cy="0"/>
        </a:xfrm>
      </p:grpSpPr>
      <p:sp>
        <p:nvSpPr>
          <p:cNvPr id="3" name="矩形 2"/>
          <p:cNvSpPr/>
          <p:nvPr/>
        </p:nvSpPr>
        <p:spPr>
          <a:xfrm>
            <a:off x="914400" y="3197225"/>
            <a:ext cx="10363200" cy="17463"/>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lnSpc>
                <a:spcPct val="90000"/>
              </a:lnSpc>
              <a:spcBef>
                <a:spcPts val="590"/>
              </a:spcBef>
              <a:spcAft>
                <a:spcPts val="590"/>
              </a:spcAft>
              <a:buClr>
                <a:schemeClr val="tx2"/>
              </a:buClr>
              <a:buSzPct val="80000"/>
              <a:buFont typeface="Wingdings" panose="05000000000000000000" pitchFamily="2" charset="2"/>
              <a:buNone/>
              <a:defRPr/>
            </a:pPr>
            <a:endParaRPr lang="zh-CN" altLang="en-US"/>
          </a:p>
        </p:txBody>
      </p:sp>
      <p:pic>
        <p:nvPicPr>
          <p:cNvPr id="4" name="图片 5"/>
          <p:cNvPicPr>
            <a:picLocks noChangeAspect="1" noChangeArrowheads="1"/>
          </p:cNvPicPr>
          <p:nvPr userDrawn="1"/>
        </p:nvPicPr>
        <p:blipFill>
          <a:blip r:embed="rId2">
            <a:lum contrast="-14000"/>
            <a:extLst>
              <a:ext uri="{28A0092B-C50C-407E-A947-70E740481C1C}">
                <a14:useLocalDpi xmlns:a14="http://schemas.microsoft.com/office/drawing/2010/main" val="0"/>
              </a:ext>
            </a:extLst>
          </a:blip>
          <a:srcRect/>
          <a:stretch>
            <a:fillRect/>
          </a:stretch>
        </p:blipFill>
        <p:spPr bwMode="auto">
          <a:xfrm>
            <a:off x="0" y="-193675"/>
            <a:ext cx="12192000" cy="172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页脚占位符 4"/>
          <p:cNvSpPr txBox="1"/>
          <p:nvPr/>
        </p:nvSpPr>
        <p:spPr>
          <a:xfrm>
            <a:off x="2092325" y="6384925"/>
            <a:ext cx="4978400" cy="284163"/>
          </a:xfrm>
          <a:prstGeom prst="rect">
            <a:avLst/>
          </a:prstGeom>
        </p:spPr>
        <p:txBody>
          <a:bodyPr anchor="ct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9pPr>
          </a:lstStyle>
          <a:p>
            <a:pPr algn="r" eaLnBrk="1" hangingPunct="1">
              <a:lnSpc>
                <a:spcPct val="90000"/>
              </a:lnSpc>
              <a:spcBef>
                <a:spcPts val="590"/>
              </a:spcBef>
              <a:spcAft>
                <a:spcPts val="590"/>
              </a:spcAft>
              <a:buClr>
                <a:schemeClr val="tx2"/>
              </a:buClr>
              <a:buSzPct val="80000"/>
              <a:buFont typeface="Wingdings" panose="05000000000000000000" pitchFamily="2" charset="2"/>
              <a:buNone/>
              <a:defRPr/>
            </a:pPr>
            <a:r>
              <a:rPr lang="zh-CN" altLang="en-US" sz="1100">
                <a:solidFill>
                  <a:srgbClr val="636363"/>
                </a:solidFill>
                <a:sym typeface="+mn-ea"/>
              </a:rPr>
              <a:t>版权所有，违者必究</a:t>
            </a:r>
            <a:endParaRPr lang="en-US" altLang="zh-CN" sz="1100">
              <a:solidFill>
                <a:srgbClr val="636363"/>
              </a:solidFill>
              <a:sym typeface="+mn-ea"/>
            </a:endParaRPr>
          </a:p>
        </p:txBody>
      </p:sp>
      <p:sp>
        <p:nvSpPr>
          <p:cNvPr id="2" name="标题 1"/>
          <p:cNvSpPr>
            <a:spLocks noGrp="1"/>
          </p:cNvSpPr>
          <p:nvPr>
            <p:ph type="ctrTitle"/>
          </p:nvPr>
        </p:nvSpPr>
        <p:spPr>
          <a:xfrm>
            <a:off x="914400" y="1676401"/>
            <a:ext cx="10363200" cy="1538286"/>
          </a:xfrm>
        </p:spPr>
        <p:txBody>
          <a:bodyPr anchor="b"/>
          <a:lstStyle/>
          <a:p>
            <a:r>
              <a:rPr lang="zh-CN" altLang="en-US" noProof="1"/>
              <a:t>单击此处编辑母版标题样式</a:t>
            </a:r>
            <a:endParaRPr lang="en-US" noProof="1"/>
          </a:p>
        </p:txBody>
      </p:sp>
      <p:sp>
        <p:nvSpPr>
          <p:cNvPr id="6" name="日期占位符 3"/>
          <p:cNvSpPr>
            <a:spLocks noGrp="1"/>
          </p:cNvSpPr>
          <p:nvPr>
            <p:ph type="dt" sz="half" idx="10"/>
          </p:nvPr>
        </p:nvSpPr>
        <p:spPr>
          <a:xfrm>
            <a:off x="838200" y="6356350"/>
            <a:ext cx="2743200" cy="365125"/>
          </a:xfrm>
          <a:prstGeom prst="rect">
            <a:avLst/>
          </a:prstGeom>
        </p:spPr>
        <p:txBody>
          <a:bodyPr vert="horz" wrap="square" lIns="91440" tIns="45720" rIns="91440" bIns="45720" numCol="1" rtlCol="0" anchor="ctr" anchorCtr="0" compatLnSpc="1"/>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BF5ACD07-9B7B-4169-9E69-46E449EC9565}" type="datetime1">
              <a:rPr lang="zh-CN" altLang="en-US" smtClean="0"/>
              <a:t>2025/10/30</a:t>
            </a:fld>
            <a:endParaRPr lang="en-US" altLang="zh-CN"/>
          </a:p>
        </p:txBody>
      </p:sp>
      <p:sp>
        <p:nvSpPr>
          <p:cNvPr id="7" name="灯片编号占位符 5"/>
          <p:cNvSpPr>
            <a:spLocks noGrp="1"/>
          </p:cNvSpPr>
          <p:nvPr>
            <p:ph type="sldNum" sz="quarter" idx="11"/>
          </p:nvPr>
        </p:nvSpPr>
        <p:spPr/>
        <p:txBody>
          <a:bodyP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B6A04E11-073A-4057-9965-091BEE261A58}" type="slidenum">
              <a:rPr lang="en-US"/>
              <a:t>‹#›</a:t>
            </a:fld>
            <a:endParaRPr lang="zh-CN" altLang="en-US"/>
          </a:p>
        </p:txBody>
      </p:sp>
      <p:sp>
        <p:nvSpPr>
          <p:cNvPr id="8" name="页脚占位符 2"/>
          <p:cNvSpPr>
            <a:spLocks noGrp="1"/>
          </p:cNvSpPr>
          <p:nvPr>
            <p:ph type="ftr" sz="quarter" idx="12"/>
          </p:nvPr>
        </p:nvSpPr>
        <p:spPr>
          <a:xfrm>
            <a:off x="4038600" y="6356350"/>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endParaRPr lang="en-US" altLang="zh-CN"/>
          </a:p>
        </p:txBody>
      </p:sp>
    </p:spTree>
    <p:extLst>
      <p:ext uri="{BB962C8B-B14F-4D97-AF65-F5344CB8AC3E}">
        <p14:creationId xmlns:p14="http://schemas.microsoft.com/office/powerpoint/2010/main" val="1458655824"/>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6066918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b="1">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24453643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C764DE79-268F-4C1A-8933-263129D2AF90}" type="datetimeFigureOut">
              <a:rPr lang="en-US" dirty="0"/>
              <a:pPr/>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25227540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pPr/>
              <a:t>10/30/2025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18914158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pPr/>
              <a:t>10/30/2025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20703336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pPr/>
              <a:t>10/30/2025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33698113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pPr/>
              <a:t>10/30/2025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37108187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pPr/>
              <a:t>10/30/2025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25478853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pPr/>
              <a:t>10/30/2025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26735807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41096737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38963967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35950644"/>
      </p:ext>
    </p:extLst>
  </p:cSld>
  <p:clrMapOvr>
    <a:masterClrMapping/>
  </p:clrMapOvr>
  <p:transition>
    <p:zoom/>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ED341C7-795B-4BC8-B26B-21DDFFEB75D5}"/>
              </a:ext>
            </a:extLst>
          </p:cNvPr>
          <p:cNvSpPr/>
          <p:nvPr/>
        </p:nvSpPr>
        <p:spPr>
          <a:xfrm>
            <a:off x="914400" y="3197234"/>
            <a:ext cx="10363200" cy="17463"/>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lnSpc>
                <a:spcPct val="90000"/>
              </a:lnSpc>
              <a:spcBef>
                <a:spcPts val="590"/>
              </a:spcBef>
              <a:spcAft>
                <a:spcPts val="590"/>
              </a:spcAft>
              <a:buClr>
                <a:schemeClr val="tx2"/>
              </a:buClr>
              <a:buSzPct val="80000"/>
              <a:buFont typeface="Wingdings" panose="05000000000000000000" pitchFamily="2" charset="2"/>
              <a:buNone/>
              <a:defRPr/>
            </a:pPr>
            <a:endParaRPr lang="zh-CN" altLang="en-US" sz="2000"/>
          </a:p>
        </p:txBody>
      </p:sp>
      <p:pic>
        <p:nvPicPr>
          <p:cNvPr id="7" name="图片 5">
            <a:extLst>
              <a:ext uri="{FF2B5EF4-FFF2-40B4-BE49-F238E27FC236}">
                <a16:creationId xmlns:a16="http://schemas.microsoft.com/office/drawing/2014/main" id="{AD7ED2C6-B69A-47BB-A8B1-5D3ED1CEE2BE}"/>
              </a:ext>
            </a:extLst>
          </p:cNvPr>
          <p:cNvPicPr>
            <a:picLocks noChangeAspect="1" noChangeArrowheads="1"/>
          </p:cNvPicPr>
          <p:nvPr userDrawn="1"/>
        </p:nvPicPr>
        <p:blipFill>
          <a:blip r:embed="rId2">
            <a:lum contrast="-14000"/>
            <a:extLst>
              <a:ext uri="{28A0092B-C50C-407E-A947-70E740481C1C}">
                <a14:useLocalDpi xmlns:a14="http://schemas.microsoft.com/office/drawing/2010/main" val="0"/>
              </a:ext>
            </a:extLst>
          </a:blip>
          <a:srcRect/>
          <a:stretch>
            <a:fillRect/>
          </a:stretch>
        </p:blipFill>
        <p:spPr bwMode="auto">
          <a:xfrm>
            <a:off x="0" y="-192909"/>
            <a:ext cx="12192000" cy="172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页脚占位符 4">
            <a:extLst>
              <a:ext uri="{FF2B5EF4-FFF2-40B4-BE49-F238E27FC236}">
                <a16:creationId xmlns:a16="http://schemas.microsoft.com/office/drawing/2014/main" id="{ABEE60D7-0454-4A2C-86D2-06F65F3D9046}"/>
              </a:ext>
            </a:extLst>
          </p:cNvPr>
          <p:cNvSpPr txBox="1"/>
          <p:nvPr/>
        </p:nvSpPr>
        <p:spPr>
          <a:xfrm>
            <a:off x="2092570" y="6384934"/>
            <a:ext cx="4978400" cy="284163"/>
          </a:xfrm>
          <a:prstGeom prst="rect">
            <a:avLst/>
          </a:prstGeom>
        </p:spPr>
        <p:txBody>
          <a:bodyPr anchor="ctr"/>
          <a:lstStyle>
            <a:lvl1pPr>
              <a:defRPr sz="2000">
                <a:solidFill>
                  <a:schemeClr val="tx1"/>
                </a:solidFill>
                <a:latin typeface="Arial" panose="020B0604020202020204" pitchFamily="34" charset="0"/>
                <a:ea typeface="宋体" panose="02010600030101010101" pitchFamily="2" charset="-122"/>
              </a:defRPr>
            </a:lvl1pPr>
            <a:lvl2pPr marL="742950" indent="-285750">
              <a:defRPr sz="2000">
                <a:solidFill>
                  <a:schemeClr val="tx1"/>
                </a:solidFill>
                <a:latin typeface="Arial" panose="020B0604020202020204" pitchFamily="34" charset="0"/>
                <a:ea typeface="宋体" panose="02010600030101010101" pitchFamily="2" charset="-122"/>
              </a:defRPr>
            </a:lvl2pPr>
            <a:lvl3pPr marL="1143000" indent="-228600">
              <a:defRPr sz="2000">
                <a:solidFill>
                  <a:schemeClr val="tx1"/>
                </a:solidFill>
                <a:latin typeface="Arial" panose="020B0604020202020204" pitchFamily="34" charset="0"/>
                <a:ea typeface="宋体" panose="02010600030101010101" pitchFamily="2" charset="-122"/>
              </a:defRPr>
            </a:lvl3pPr>
            <a:lvl4pPr marL="1600200" indent="-228600">
              <a:defRPr sz="2000">
                <a:solidFill>
                  <a:schemeClr val="tx1"/>
                </a:solidFill>
                <a:latin typeface="Arial" panose="020B0604020202020204" pitchFamily="34" charset="0"/>
                <a:ea typeface="宋体" panose="02010600030101010101" pitchFamily="2" charset="-122"/>
              </a:defRPr>
            </a:lvl4pPr>
            <a:lvl5pPr marL="2057400" indent="-22860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lnSpc>
                <a:spcPct val="90000"/>
              </a:lnSpc>
              <a:spcBef>
                <a:spcPts val="588"/>
              </a:spcBef>
              <a:spcAft>
                <a:spcPts val="588"/>
              </a:spcAft>
              <a:buClr>
                <a:schemeClr val="tx2"/>
              </a:buClr>
              <a:buSzPct val="80000"/>
              <a:buFont typeface="Wingdings" panose="05000000000000000000" pitchFamily="2" charset="2"/>
              <a:buNone/>
              <a:defRPr/>
            </a:pPr>
            <a:r>
              <a:rPr lang="zh-CN" altLang="en-US" sz="1100">
                <a:solidFill>
                  <a:srgbClr val="636363"/>
                </a:solidFill>
                <a:sym typeface="+mn-ea"/>
              </a:rPr>
              <a:t>版权所有，违者必究</a:t>
            </a:r>
            <a:endParaRPr lang="en-US" altLang="zh-CN" sz="1100">
              <a:solidFill>
                <a:srgbClr val="636363"/>
              </a:solidFill>
              <a:sym typeface="+mn-ea"/>
            </a:endParaRPr>
          </a:p>
        </p:txBody>
      </p:sp>
      <p:sp>
        <p:nvSpPr>
          <p:cNvPr id="2" name="标题 1"/>
          <p:cNvSpPr>
            <a:spLocks noGrp="1"/>
          </p:cNvSpPr>
          <p:nvPr>
            <p:ph type="ctrTitle"/>
          </p:nvPr>
        </p:nvSpPr>
        <p:spPr>
          <a:xfrm>
            <a:off x="914400" y="1676401"/>
            <a:ext cx="10363200" cy="1538286"/>
          </a:xfrm>
        </p:spPr>
        <p:txBody>
          <a:bodyPr anchor="b"/>
          <a:lstStyle/>
          <a:p>
            <a:r>
              <a:rPr lang="zh-CN" altLang="en-US" noProof="1"/>
              <a:t>单击此处编辑母版标题样式</a:t>
            </a:r>
            <a:endParaRPr lang="en-US" noProof="1"/>
          </a:p>
        </p:txBody>
      </p:sp>
      <p:sp>
        <p:nvSpPr>
          <p:cNvPr id="11" name="日期占位符 3">
            <a:extLst>
              <a:ext uri="{FF2B5EF4-FFF2-40B4-BE49-F238E27FC236}">
                <a16:creationId xmlns:a16="http://schemas.microsoft.com/office/drawing/2014/main" id="{6FD48794-BFAA-4482-AC3D-C15531181C05}"/>
              </a:ext>
            </a:extLst>
          </p:cNvPr>
          <p:cNvSpPr>
            <a:spLocks noGrp="1"/>
          </p:cNvSpPr>
          <p:nvPr>
            <p:ph type="dt" sz="half" idx="10"/>
          </p:nvPr>
        </p:nvSpPr>
        <p:spPr>
          <a:xfrm>
            <a:off x="101600" y="6400809"/>
            <a:ext cx="4267200" cy="284163"/>
          </a:xfrm>
          <a:prstGeom prst="rect">
            <a:avLst/>
          </a:prstGeom>
        </p:spPr>
        <p:txBody>
          <a:bodyPr vert="horz" wrap="square" lIns="91440" tIns="45720" rIns="91440" bIns="45720" numCol="1" anchor="t" anchorCtr="0" compatLnSpc="1"/>
          <a:lstStyle>
            <a:lvl1pPr eaLnBrk="0" hangingPunct="0">
              <a:lnSpc>
                <a:spcPct val="90000"/>
              </a:lnSpc>
              <a:spcBef>
                <a:spcPts val="590"/>
              </a:spcBef>
              <a:spcAft>
                <a:spcPts val="590"/>
              </a:spcAft>
              <a:buClr>
                <a:schemeClr val="tx2"/>
              </a:buClr>
              <a:buSzPct val="80000"/>
              <a:buFont typeface="Wingdings" panose="05000000000000000000" pitchFamily="2" charset="2"/>
              <a:buNone/>
              <a:defRPr/>
            </a:lvl1pPr>
          </a:lstStyle>
          <a:p>
            <a:pPr>
              <a:defRPr/>
            </a:pPr>
            <a:endParaRPr lang="en-US" altLang="zh-CN" dirty="0"/>
          </a:p>
        </p:txBody>
      </p:sp>
      <p:sp>
        <p:nvSpPr>
          <p:cNvPr id="12" name="灯片编号占位符 5">
            <a:extLst>
              <a:ext uri="{FF2B5EF4-FFF2-40B4-BE49-F238E27FC236}">
                <a16:creationId xmlns:a16="http://schemas.microsoft.com/office/drawing/2014/main" id="{B4F22161-D167-4AD6-88AA-B9EBA6E0FE42}"/>
              </a:ext>
            </a:extLst>
          </p:cNvPr>
          <p:cNvSpPr>
            <a:spLocks noGrp="1"/>
          </p:cNvSpPr>
          <p:nvPr>
            <p:ph type="sldNum" sz="quarter" idx="11"/>
          </p:nvPr>
        </p:nvSpPr>
        <p:spPr/>
        <p:txBody>
          <a:bodyPr/>
          <a:lstStyle>
            <a:lvl1pPr>
              <a:defRPr/>
            </a:lvl1pPr>
          </a:lstStyle>
          <a:p>
            <a:pPr>
              <a:defRPr/>
            </a:pPr>
            <a:fld id="{9542F074-372A-4E19-B286-04EA9B8129E6}" type="slidenum">
              <a:rPr lang="en-US" altLang="zh-CN"/>
              <a:pPr>
                <a:defRPr/>
              </a:pPr>
              <a:t>‹#›</a:t>
            </a:fld>
            <a:endParaRPr lang="zh-CN" altLang="en-US"/>
          </a:p>
        </p:txBody>
      </p:sp>
      <p:sp>
        <p:nvSpPr>
          <p:cNvPr id="13" name="页脚占位符 2">
            <a:extLst>
              <a:ext uri="{FF2B5EF4-FFF2-40B4-BE49-F238E27FC236}">
                <a16:creationId xmlns:a16="http://schemas.microsoft.com/office/drawing/2014/main" id="{35DE7FC2-D6DE-43C7-8096-85A222606E2A}"/>
              </a:ext>
            </a:extLst>
          </p:cNvPr>
          <p:cNvSpPr>
            <a:spLocks noGrp="1"/>
          </p:cNvSpPr>
          <p:nvPr>
            <p:ph type="ftr" sz="quarter" idx="12"/>
          </p:nvPr>
        </p:nvSpPr>
        <p:spPr/>
        <p:txBody>
          <a:bodyPr/>
          <a:lstStyle>
            <a:lvl1pPr>
              <a:defRPr/>
            </a:lvl1pPr>
          </a:lstStyle>
          <a:p>
            <a:pPr>
              <a:defRPr/>
            </a:pPr>
            <a:endParaRPr lang="en-US" altLang="zh-CN" dirty="0"/>
          </a:p>
        </p:txBody>
      </p:sp>
    </p:spTree>
    <p:extLst>
      <p:ext uri="{BB962C8B-B14F-4D97-AF65-F5344CB8AC3E}">
        <p14:creationId xmlns:p14="http://schemas.microsoft.com/office/powerpoint/2010/main" val="1049069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userDrawn="1"/>
        </p:nvSpPr>
        <p:spPr bwMode="auto">
          <a:xfrm>
            <a:off x="0" y="1000125"/>
            <a:ext cx="646113" cy="166688"/>
          </a:xfrm>
          <a:prstGeom prst="rect">
            <a:avLst/>
          </a:prstGeom>
          <a:gradFill flip="none" rotWithShape="1">
            <a:gsLst>
              <a:gs pos="0">
                <a:srgbClr val="0066CC">
                  <a:shade val="30000"/>
                  <a:satMod val="115000"/>
                </a:srgbClr>
              </a:gs>
              <a:gs pos="50000">
                <a:srgbClr val="0066CC">
                  <a:shade val="67500"/>
                  <a:satMod val="115000"/>
                </a:srgbClr>
              </a:gs>
              <a:gs pos="100000">
                <a:srgbClr val="0066CC">
                  <a:shade val="100000"/>
                  <a:satMod val="115000"/>
                </a:srgbClr>
              </a:gs>
            </a:gsLst>
            <a:lin ang="0" scaled="1"/>
            <a:tileRect/>
          </a:gradFill>
          <a:ln>
            <a:noFill/>
          </a:ln>
          <a:effectLst/>
        </p:spPr>
        <p:txBody>
          <a:bodyPr wrap="none" anchor="ctr"/>
          <a:lstStyle>
            <a:lvl1pPr>
              <a:defRPr sz="2400">
                <a:solidFill>
                  <a:schemeClr val="tx1"/>
                </a:solidFill>
                <a:latin typeface="Arial" panose="020B0604020202090204" pitchFamily="34" charset="0"/>
                <a:ea typeface="微软雅黑" panose="020B0503020204020204" pitchFamily="34" charset="-122"/>
              </a:defRPr>
            </a:lvl1pPr>
            <a:lvl2pPr marL="742950" indent="-285750">
              <a:defRPr sz="2400">
                <a:solidFill>
                  <a:schemeClr val="tx1"/>
                </a:solidFill>
                <a:latin typeface="Arial" panose="020B0604020202090204" pitchFamily="34" charset="0"/>
                <a:ea typeface="微软雅黑" panose="020B0503020204020204" pitchFamily="34" charset="-122"/>
              </a:defRPr>
            </a:lvl2pPr>
            <a:lvl3pPr marL="1143000" indent="-228600">
              <a:defRPr sz="2400">
                <a:solidFill>
                  <a:schemeClr val="tx1"/>
                </a:solidFill>
                <a:latin typeface="Arial" panose="020B0604020202090204" pitchFamily="34" charset="0"/>
                <a:ea typeface="微软雅黑" panose="020B0503020204020204" pitchFamily="34" charset="-122"/>
              </a:defRPr>
            </a:lvl3pPr>
            <a:lvl4pPr marL="1600200" indent="-228600">
              <a:defRPr sz="2400">
                <a:solidFill>
                  <a:schemeClr val="tx1"/>
                </a:solidFill>
                <a:latin typeface="Arial" panose="020B0604020202090204" pitchFamily="34" charset="0"/>
                <a:ea typeface="微软雅黑" panose="020B0503020204020204" pitchFamily="34" charset="-122"/>
              </a:defRPr>
            </a:lvl4pPr>
            <a:lvl5pPr marL="2057400" indent="-228600">
              <a:defRPr sz="2400">
                <a:solidFill>
                  <a:schemeClr val="tx1"/>
                </a:solidFill>
                <a:latin typeface="Arial" panose="020B060402020209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9pPr>
          </a:lstStyle>
          <a:p>
            <a:pPr eaLnBrk="1" hangingPunct="1">
              <a:defRPr/>
            </a:pPr>
            <a:endParaRPr lang="zh-CN" altLang="en-US"/>
          </a:p>
        </p:txBody>
      </p:sp>
      <p:sp>
        <p:nvSpPr>
          <p:cNvPr id="1027" name="Rectangle 10"/>
          <p:cNvSpPr>
            <a:spLocks noChangeArrowheads="1"/>
          </p:cNvSpPr>
          <p:nvPr userDrawn="1"/>
        </p:nvSpPr>
        <p:spPr bwMode="auto">
          <a:xfrm>
            <a:off x="703263" y="996950"/>
            <a:ext cx="11488737" cy="166688"/>
          </a:xfrm>
          <a:prstGeom prst="rect">
            <a:avLst/>
          </a:prstGeom>
          <a:solidFill>
            <a:srgbClr val="A50021"/>
          </a:solidFill>
          <a:ln>
            <a:noFill/>
          </a:ln>
          <a:effectLst/>
        </p:spPr>
        <p:txBody>
          <a:bodyPr wrap="none" anchor="ct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9pPr>
          </a:lstStyle>
          <a:p>
            <a:pPr eaLnBrk="1" hangingPunct="1">
              <a:defRPr/>
            </a:pPr>
            <a:endParaRPr lang="zh-CN" altLang="en-US" sz="1800"/>
          </a:p>
        </p:txBody>
      </p:sp>
      <p:sp>
        <p:nvSpPr>
          <p:cNvPr id="1028" name="Text Box 11"/>
          <p:cNvSpPr txBox="1">
            <a:spLocks noChangeArrowheads="1"/>
          </p:cNvSpPr>
          <p:nvPr userDrawn="1"/>
        </p:nvSpPr>
        <p:spPr bwMode="auto">
          <a:xfrm>
            <a:off x="322263" y="936625"/>
            <a:ext cx="342900" cy="246063"/>
          </a:xfrm>
          <a:prstGeom prst="rect">
            <a:avLst/>
          </a:prstGeom>
          <a:noFill/>
          <a:ln>
            <a:noFill/>
          </a:ln>
          <a:effectLst/>
        </p:spPr>
        <p:txBody>
          <a:bodyPr wrap="none">
            <a:spAutoFit/>
          </a:bodyPr>
          <a:lstStyle>
            <a:lvl1pPr>
              <a:defRPr sz="2400">
                <a:solidFill>
                  <a:schemeClr val="tx1"/>
                </a:solidFill>
                <a:latin typeface="Arial" panose="020B0604020202090204" pitchFamily="34" charset="0"/>
                <a:ea typeface="微软雅黑" panose="020B0503020204020204" pitchFamily="34" charset="-122"/>
              </a:defRPr>
            </a:lvl1pPr>
            <a:lvl2pPr marL="742950" indent="-285750">
              <a:defRPr sz="2400">
                <a:solidFill>
                  <a:schemeClr val="tx1"/>
                </a:solidFill>
                <a:latin typeface="Arial" panose="020B0604020202090204" pitchFamily="34" charset="0"/>
                <a:ea typeface="微软雅黑" panose="020B0503020204020204" pitchFamily="34" charset="-122"/>
              </a:defRPr>
            </a:lvl2pPr>
            <a:lvl3pPr marL="1143000" indent="-228600">
              <a:defRPr sz="2400">
                <a:solidFill>
                  <a:schemeClr val="tx1"/>
                </a:solidFill>
                <a:latin typeface="Arial" panose="020B0604020202090204" pitchFamily="34" charset="0"/>
                <a:ea typeface="微软雅黑" panose="020B0503020204020204" pitchFamily="34" charset="-122"/>
              </a:defRPr>
            </a:lvl3pPr>
            <a:lvl4pPr marL="1600200" indent="-228600">
              <a:defRPr sz="2400">
                <a:solidFill>
                  <a:schemeClr val="tx1"/>
                </a:solidFill>
                <a:latin typeface="Arial" panose="020B0604020202090204" pitchFamily="34" charset="0"/>
                <a:ea typeface="微软雅黑" panose="020B0503020204020204" pitchFamily="34" charset="-122"/>
              </a:defRPr>
            </a:lvl4pPr>
            <a:lvl5pPr marL="2057400" indent="-228600">
              <a:defRPr sz="2400">
                <a:solidFill>
                  <a:schemeClr val="tx1"/>
                </a:solidFill>
                <a:latin typeface="Arial" panose="020B060402020209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90204" pitchFamily="34" charset="0"/>
                <a:ea typeface="微软雅黑" panose="020B0503020204020204" pitchFamily="34" charset="-122"/>
              </a:defRPr>
            </a:lvl9pPr>
          </a:lstStyle>
          <a:p>
            <a:pPr algn="r" eaLnBrk="1" hangingPunct="1">
              <a:defRPr/>
            </a:pPr>
            <a:fld id="{6641FBA9-7D2B-4085-B0BC-6A09C0611316}" type="slidenum">
              <a:rPr lang="en-US" altLang="zh-CN" sz="1000" b="1" smtClean="0">
                <a:solidFill>
                  <a:schemeClr val="bg1"/>
                </a:solidFill>
                <a:ea typeface="宋体" pitchFamily="2" charset="-122"/>
              </a:rPr>
              <a:t>‹#›</a:t>
            </a:fld>
            <a:endParaRPr lang="en-US" altLang="zh-CN" sz="1000" b="1" dirty="0">
              <a:solidFill>
                <a:schemeClr val="bg1"/>
              </a:solidFill>
              <a:ea typeface="宋体" pitchFamily="2" charset="-122"/>
            </a:endParaRPr>
          </a:p>
        </p:txBody>
      </p:sp>
      <p:sp>
        <p:nvSpPr>
          <p:cNvPr id="1029" name="Rectangle 12"/>
          <p:cNvSpPr>
            <a:spLocks noGrp="1" noChangeArrowheads="1"/>
          </p:cNvSpPr>
          <p:nvPr>
            <p:ph type="title"/>
          </p:nvPr>
        </p:nvSpPr>
        <p:spPr bwMode="auto">
          <a:xfrm>
            <a:off x="287338" y="190500"/>
            <a:ext cx="11523662"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p>
        </p:txBody>
      </p:sp>
      <p:sp>
        <p:nvSpPr>
          <p:cNvPr id="2" name="灯片编号占位符 5"/>
          <p:cNvSpPr>
            <a:spLocks noGrp="1"/>
          </p:cNvSpPr>
          <p:nvPr>
            <p:ph type="sldNum" sz="quarter" idx="4"/>
          </p:nvPr>
        </p:nvSpPr>
        <p:spPr>
          <a:xfrm>
            <a:off x="9364663" y="636270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37992361-F52D-49D8-9D9C-346624E2A987}" type="slidenum">
              <a:rPr lang="en-US"/>
              <a:t>‹#›</a:t>
            </a:fld>
            <a:endParaRPr lang="zh-CN" altLang="en-US"/>
          </a:p>
        </p:txBody>
      </p:sp>
    </p:spTree>
    <p:extLst>
      <p:ext uri="{BB962C8B-B14F-4D97-AF65-F5344CB8AC3E}">
        <p14:creationId xmlns:p14="http://schemas.microsoft.com/office/powerpoint/2010/main" val="1880903738"/>
      </p:ext>
    </p:extLst>
  </p:cSld>
  <p:clrMap bg1="lt1" tx1="dk1" bg2="lt2" tx2="dk2" accent1="accent1" accent2="accent2" accent3="accent3" accent4="accent4" accent5="accent5" accent6="accent6" hlink="hlink" folHlink="folHlink"/>
  <p:sldLayoutIdLst>
    <p:sldLayoutId id="2147484080" r:id="rId1"/>
    <p:sldLayoutId id="2147484081" r:id="rId2"/>
    <p:sldLayoutId id="2147484082" r:id="rId3"/>
    <p:sldLayoutId id="2147484083" r:id="rId4"/>
    <p:sldLayoutId id="2147484084" r:id="rId5"/>
    <p:sldLayoutId id="2147484085" r:id="rId6"/>
    <p:sldLayoutId id="2147484087" r:id="rId7"/>
    <p:sldLayoutId id="2147484088" r:id="rId8"/>
    <p:sldLayoutId id="2147484089" r:id="rId9"/>
    <p:sldLayoutId id="2147484090" r:id="rId10"/>
    <p:sldLayoutId id="2147484075" r:id="rId11"/>
    <p:sldLayoutId id="2147484078" r:id="rId12"/>
  </p:sldLayoutIdLst>
  <p:hf hdr="0" ftr="0" dt="0"/>
  <p:txStyles>
    <p:titleStyle>
      <a:lvl1pPr algn="ctr" rtl="0" eaLnBrk="0" fontAlgn="base" hangingPunct="0">
        <a:spcBef>
          <a:spcPct val="0"/>
        </a:spcBef>
        <a:spcAft>
          <a:spcPct val="0"/>
        </a:spcAft>
        <a:defRPr sz="3600" b="1" kern="1200">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5584" y="304081"/>
            <a:ext cx="10515600" cy="631825"/>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45583" y="1253331"/>
            <a:ext cx="11004549"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pPr/>
              <a:t>10/30/2025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9364135" y="636270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pPr/>
              <a:t>‹#›</a:t>
            </a:fld>
            <a:endParaRPr lang="en-US" dirty="0"/>
          </a:p>
        </p:txBody>
      </p:sp>
      <p:sp>
        <p:nvSpPr>
          <p:cNvPr id="7" name="Rectangle 9"/>
          <p:cNvSpPr>
            <a:spLocks noChangeArrowheads="1"/>
          </p:cNvSpPr>
          <p:nvPr userDrawn="1"/>
        </p:nvSpPr>
        <p:spPr bwMode="auto">
          <a:xfrm>
            <a:off x="0" y="1000125"/>
            <a:ext cx="645584" cy="166832"/>
          </a:xfrm>
          <a:prstGeom prst="rect">
            <a:avLst/>
          </a:prstGeom>
          <a:gradFill flip="none" rotWithShape="1">
            <a:gsLst>
              <a:gs pos="0">
                <a:srgbClr val="0066CC">
                  <a:shade val="30000"/>
                  <a:satMod val="115000"/>
                </a:srgbClr>
              </a:gs>
              <a:gs pos="50000">
                <a:srgbClr val="0066CC">
                  <a:shade val="67500"/>
                  <a:satMod val="115000"/>
                </a:srgbClr>
              </a:gs>
              <a:gs pos="100000">
                <a:srgbClr val="0066CC">
                  <a:shade val="100000"/>
                  <a:satMod val="115000"/>
                </a:srgbClr>
              </a:gs>
            </a:gsLst>
            <a:lin ang="0" scaled="1"/>
            <a:tileRect/>
          </a:gradFill>
          <a:ln>
            <a:noFill/>
          </a:ln>
          <a:effectLst/>
        </p:spPr>
        <p:txBody>
          <a:bodyPr wrap="none" anchor="ctr"/>
          <a:lstStyle>
            <a:lvl1pPr>
              <a:defRPr sz="2400">
                <a:solidFill>
                  <a:schemeClr val="tx1"/>
                </a:solidFill>
                <a:latin typeface="Arial" panose="020B0604020202020204" pitchFamily="34" charset="0"/>
                <a:ea typeface="微软雅黑" panose="020B0503020204020204" pitchFamily="34" charset="-122"/>
              </a:defRPr>
            </a:lvl1pPr>
            <a:lvl2pPr marL="742950" indent="-285750">
              <a:defRPr sz="2400">
                <a:solidFill>
                  <a:schemeClr val="tx1"/>
                </a:solidFill>
                <a:latin typeface="Arial" panose="020B0604020202020204" pitchFamily="34" charset="0"/>
                <a:ea typeface="微软雅黑" panose="020B0503020204020204" pitchFamily="34" charset="-122"/>
              </a:defRPr>
            </a:lvl2pPr>
            <a:lvl3pPr marL="1143000" indent="-228600">
              <a:defRPr sz="2400">
                <a:solidFill>
                  <a:schemeClr val="tx1"/>
                </a:solidFill>
                <a:latin typeface="Arial" panose="020B0604020202020204" pitchFamily="34" charset="0"/>
                <a:ea typeface="微软雅黑" panose="020B0503020204020204" pitchFamily="34" charset="-122"/>
              </a:defRPr>
            </a:lvl3pPr>
            <a:lvl4pPr marL="1600200" indent="-228600">
              <a:defRPr sz="2400">
                <a:solidFill>
                  <a:schemeClr val="tx1"/>
                </a:solidFill>
                <a:latin typeface="Arial" panose="020B0604020202020204" pitchFamily="34" charset="0"/>
                <a:ea typeface="微软雅黑" panose="020B0503020204020204" pitchFamily="34" charset="-122"/>
              </a:defRPr>
            </a:lvl4pPr>
            <a:lvl5pPr marL="2057400" indent="-228600">
              <a:defRPr sz="2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9pPr>
          </a:lstStyle>
          <a:p>
            <a:pPr eaLnBrk="1" hangingPunct="1">
              <a:defRPr/>
            </a:pPr>
            <a:endParaRPr lang="zh-CN" altLang="en-US" sz="2400"/>
          </a:p>
        </p:txBody>
      </p:sp>
      <p:sp>
        <p:nvSpPr>
          <p:cNvPr id="8" name="Rectangle 10"/>
          <p:cNvSpPr>
            <a:spLocks noChangeArrowheads="1"/>
          </p:cNvSpPr>
          <p:nvPr userDrawn="1"/>
        </p:nvSpPr>
        <p:spPr bwMode="auto">
          <a:xfrm>
            <a:off x="702733" y="996950"/>
            <a:ext cx="11489267" cy="166832"/>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vl="0" eaLnBrk="1" hangingPunct="1"/>
            <a:endParaRPr lang="zh-CN" altLang="en-US" sz="2400"/>
          </a:p>
        </p:txBody>
      </p:sp>
      <p:sp>
        <p:nvSpPr>
          <p:cNvPr id="9" name="Text Box 11"/>
          <p:cNvSpPr txBox="1">
            <a:spLocks noChangeArrowheads="1"/>
          </p:cNvSpPr>
          <p:nvPr userDrawn="1"/>
        </p:nvSpPr>
        <p:spPr bwMode="auto">
          <a:xfrm>
            <a:off x="322873" y="935906"/>
            <a:ext cx="34176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微软雅黑" panose="020B0503020204020204" pitchFamily="34" charset="-122"/>
              </a:defRPr>
            </a:lvl1pPr>
            <a:lvl2pPr marL="742950" indent="-285750">
              <a:defRPr sz="2400">
                <a:solidFill>
                  <a:schemeClr val="tx1"/>
                </a:solidFill>
                <a:latin typeface="Arial" panose="020B0604020202020204" pitchFamily="34" charset="0"/>
                <a:ea typeface="微软雅黑" panose="020B0503020204020204" pitchFamily="34" charset="-122"/>
              </a:defRPr>
            </a:lvl2pPr>
            <a:lvl3pPr marL="1143000" indent="-228600">
              <a:defRPr sz="2400">
                <a:solidFill>
                  <a:schemeClr val="tx1"/>
                </a:solidFill>
                <a:latin typeface="Arial" panose="020B0604020202020204" pitchFamily="34" charset="0"/>
                <a:ea typeface="微软雅黑" panose="020B0503020204020204" pitchFamily="34" charset="-122"/>
              </a:defRPr>
            </a:lvl3pPr>
            <a:lvl4pPr marL="1600200" indent="-228600">
              <a:defRPr sz="2400">
                <a:solidFill>
                  <a:schemeClr val="tx1"/>
                </a:solidFill>
                <a:latin typeface="Arial" panose="020B0604020202020204" pitchFamily="34" charset="0"/>
                <a:ea typeface="微软雅黑" panose="020B0503020204020204" pitchFamily="34" charset="-122"/>
              </a:defRPr>
            </a:lvl4pPr>
            <a:lvl5pPr marL="2057400" indent="-228600">
              <a:defRPr sz="2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9pPr>
          </a:lstStyle>
          <a:p>
            <a:pPr algn="r" eaLnBrk="1" hangingPunct="1">
              <a:defRPr/>
            </a:pPr>
            <a:fld id="{CC6AFE6F-DA54-4337-ADC7-9B4643189B01}" type="slidenum">
              <a:rPr lang="en-US" altLang="zh-CN" sz="1000" b="1" smtClean="0">
                <a:solidFill>
                  <a:schemeClr val="bg1"/>
                </a:solidFill>
                <a:ea typeface="宋体" panose="02010600030101010101" pitchFamily="2" charset="-122"/>
              </a:rPr>
              <a:pPr algn="r" eaLnBrk="1" hangingPunct="1">
                <a:defRPr/>
              </a:pPr>
              <a:t>‹#›</a:t>
            </a:fld>
            <a:endParaRPr lang="en-US" altLang="zh-CN" sz="1000" b="1" dirty="0">
              <a:solidFill>
                <a:schemeClr val="bg1"/>
              </a:solidFill>
              <a:ea typeface="宋体" panose="02010600030101010101" pitchFamily="2" charset="-122"/>
            </a:endParaRPr>
          </a:p>
        </p:txBody>
      </p:sp>
    </p:spTree>
    <p:extLst>
      <p:ext uri="{BB962C8B-B14F-4D97-AF65-F5344CB8AC3E}">
        <p14:creationId xmlns:p14="http://schemas.microsoft.com/office/powerpoint/2010/main" val="2218779867"/>
      </p:ext>
    </p:extLst>
  </p:cSld>
  <p:clrMap bg1="lt1" tx1="dk1" bg2="lt2" tx2="dk2" accent1="accent1" accent2="accent2" accent3="accent3" accent4="accent4" accent5="accent5" accent6="accent6" hlink="hlink" folHlink="folHlink"/>
  <p:sldLayoutIdLst>
    <p:sldLayoutId id="2147484092" r:id="rId1"/>
    <p:sldLayoutId id="2147484093" r:id="rId2"/>
    <p:sldLayoutId id="2147484094" r:id="rId3"/>
    <p:sldLayoutId id="2147484095" r:id="rId4"/>
    <p:sldLayoutId id="2147484096" r:id="rId5"/>
    <p:sldLayoutId id="2147484097" r:id="rId6"/>
    <p:sldLayoutId id="2147484098" r:id="rId7"/>
    <p:sldLayoutId id="2147484099" r:id="rId8"/>
    <p:sldLayoutId id="2147484100" r:id="rId9"/>
    <p:sldLayoutId id="2147484101" r:id="rId10"/>
    <p:sldLayoutId id="2147484102" r:id="rId11"/>
    <p:sldLayoutId id="2147484103" r:id="rId12"/>
    <p:sldLayoutId id="2147484104"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png"/><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7.jpeg"/><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1"/>
          <p:cNvSpPr txBox="1">
            <a:spLocks noChangeArrowheads="1"/>
          </p:cNvSpPr>
          <p:nvPr/>
        </p:nvSpPr>
        <p:spPr bwMode="auto">
          <a:xfrm>
            <a:off x="3014663" y="3573463"/>
            <a:ext cx="6162675" cy="377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9pPr>
          </a:lstStyle>
          <a:p>
            <a:pPr>
              <a:lnSpc>
                <a:spcPct val="90000"/>
              </a:lnSpc>
              <a:spcBef>
                <a:spcPts val="600"/>
              </a:spcBef>
              <a:spcAft>
                <a:spcPts val="590"/>
              </a:spcAft>
              <a:buClr>
                <a:schemeClr val="tx2"/>
              </a:buClr>
              <a:buSzPct val="80000"/>
              <a:buFont typeface="Wingdings" panose="05000000000000000000" pitchFamily="2" charset="2"/>
              <a:buNone/>
            </a:pPr>
            <a:r>
              <a:rPr lang="zh-CN" altLang="en-US" sz="2800" b="1">
                <a:ea typeface="黑体" panose="02010609060101010101" pitchFamily="49" charset="-122"/>
              </a:rPr>
              <a:t>            哈尔滨工业大学（深圳）</a:t>
            </a:r>
            <a:endParaRPr lang="en-US" altLang="zh-CN" sz="2800" b="1">
              <a:ea typeface="黑体" panose="02010609060101010101" pitchFamily="49" charset="-122"/>
            </a:endParaRPr>
          </a:p>
          <a:p>
            <a:pPr algn="ctr">
              <a:lnSpc>
                <a:spcPct val="90000"/>
              </a:lnSpc>
              <a:spcBef>
                <a:spcPts val="600"/>
              </a:spcBef>
              <a:spcAft>
                <a:spcPts val="590"/>
              </a:spcAft>
              <a:buClr>
                <a:schemeClr val="tx2"/>
              </a:buClr>
              <a:buSzPct val="80000"/>
              <a:buFont typeface="Wingdings" panose="05000000000000000000" pitchFamily="2" charset="2"/>
              <a:buNone/>
            </a:pPr>
            <a:r>
              <a:rPr lang="zh-CN" altLang="en-US" sz="2800" b="1">
                <a:ea typeface="黑体" panose="02010609060101010101" pitchFamily="49" charset="-122"/>
              </a:rPr>
              <a:t>计算机科学与技术学院</a:t>
            </a:r>
            <a:endParaRPr lang="en-US" altLang="zh-CN" sz="2800" b="1">
              <a:ea typeface="黑体" panose="02010609060101010101" pitchFamily="49" charset="-122"/>
            </a:endParaRPr>
          </a:p>
          <a:p>
            <a:pPr algn="ctr">
              <a:lnSpc>
                <a:spcPct val="90000"/>
              </a:lnSpc>
              <a:spcBef>
                <a:spcPts val="600"/>
              </a:spcBef>
              <a:spcAft>
                <a:spcPts val="590"/>
              </a:spcAft>
              <a:buClr>
                <a:schemeClr val="tx2"/>
              </a:buClr>
              <a:buSzPct val="80000"/>
              <a:buFont typeface="Wingdings" panose="05000000000000000000" pitchFamily="2" charset="2"/>
              <a:buNone/>
            </a:pPr>
            <a:r>
              <a:rPr lang="zh-CN" altLang="en-US" sz="2800" b="1">
                <a:ea typeface="黑体" panose="02010609060101010101" pitchFamily="49" charset="-122"/>
              </a:rPr>
              <a:t>大数据技术中心</a:t>
            </a:r>
            <a:endParaRPr lang="en-US" altLang="zh-CN" sz="2800" b="1">
              <a:ea typeface="黑体" panose="02010609060101010101" pitchFamily="49" charset="-122"/>
            </a:endParaRPr>
          </a:p>
          <a:p>
            <a:pPr algn="ctr">
              <a:lnSpc>
                <a:spcPct val="90000"/>
              </a:lnSpc>
              <a:spcBef>
                <a:spcPts val="600"/>
              </a:spcBef>
              <a:spcAft>
                <a:spcPts val="590"/>
              </a:spcAft>
              <a:buClr>
                <a:schemeClr val="tx2"/>
              </a:buClr>
              <a:buSzPct val="80000"/>
              <a:buFont typeface="Wingdings" panose="05000000000000000000" pitchFamily="2" charset="2"/>
              <a:buNone/>
            </a:pPr>
            <a:r>
              <a:rPr lang="zh-CN" altLang="en-US" sz="2800" b="1">
                <a:ea typeface="黑体" panose="02010609060101010101" pitchFamily="49" charset="-122"/>
              </a:rPr>
              <a:t>张保权</a:t>
            </a:r>
            <a:br>
              <a:rPr lang="zh-CN" altLang="en-US" sz="2800" b="1">
                <a:ea typeface="黑体" panose="02010609060101010101" pitchFamily="49" charset="-122"/>
              </a:rPr>
            </a:br>
            <a:endParaRPr lang="en-US" altLang="zh-CN" sz="2800" b="1">
              <a:ea typeface="黑体" panose="02010609060101010101" pitchFamily="49" charset="-122"/>
            </a:endParaRPr>
          </a:p>
          <a:p>
            <a:pPr algn="ctr">
              <a:lnSpc>
                <a:spcPct val="90000"/>
              </a:lnSpc>
              <a:spcBef>
                <a:spcPts val="600"/>
              </a:spcBef>
              <a:spcAft>
                <a:spcPts val="590"/>
              </a:spcAft>
              <a:buClr>
                <a:schemeClr val="tx2"/>
              </a:buClr>
              <a:buSzPct val="80000"/>
              <a:buFont typeface="Wingdings" panose="05000000000000000000" pitchFamily="2" charset="2"/>
              <a:buNone/>
            </a:pPr>
            <a:r>
              <a:rPr lang="zh-CN" altLang="en-US" sz="1400" b="1">
                <a:solidFill>
                  <a:srgbClr val="B9945B"/>
                </a:solidFill>
                <a:ea typeface="黑体" panose="02010609060101010101" pitchFamily="49" charset="-122"/>
                <a:cs typeface="Arial" panose="020B0604020202090204" pitchFamily="34" charset="0"/>
              </a:rPr>
              <a:t>课件</a:t>
            </a:r>
            <a:r>
              <a:rPr lang="en-US" altLang="zh-CN" sz="1400" b="1">
                <a:solidFill>
                  <a:srgbClr val="B9945B"/>
                </a:solidFill>
                <a:ea typeface="黑体" panose="02010609060101010101" pitchFamily="49" charset="-122"/>
                <a:cs typeface="Arial" panose="020B0604020202090204" pitchFamily="34" charset="0"/>
              </a:rPr>
              <a:t>.</a:t>
            </a:r>
            <a:r>
              <a:rPr lang="zh-CN" altLang="en-US" sz="1400" b="1">
                <a:solidFill>
                  <a:srgbClr val="B9945B"/>
                </a:solidFill>
                <a:ea typeface="黑体" panose="02010609060101010101" pitchFamily="49" charset="-122"/>
                <a:cs typeface="Arial" panose="020B0604020202090204" pitchFamily="34" charset="0"/>
              </a:rPr>
              <a:t>版权：哈尔滨工业大学</a:t>
            </a:r>
            <a:r>
              <a:rPr lang="en-US" altLang="zh-CN" sz="1400" b="1">
                <a:solidFill>
                  <a:srgbClr val="B9945B"/>
                </a:solidFill>
                <a:ea typeface="黑体" panose="02010609060101010101" pitchFamily="49" charset="-122"/>
                <a:cs typeface="Arial" panose="020B0604020202090204" pitchFamily="34" charset="0"/>
              </a:rPr>
              <a:t>.</a:t>
            </a:r>
            <a:r>
              <a:rPr lang="zh-CN" altLang="en-US" sz="1400" b="1">
                <a:solidFill>
                  <a:srgbClr val="B9945B"/>
                </a:solidFill>
                <a:ea typeface="黑体" panose="02010609060101010101" pitchFamily="49" charset="-122"/>
                <a:cs typeface="Arial" panose="020B0604020202090204" pitchFamily="34" charset="0"/>
              </a:rPr>
              <a:t>苏小红 </a:t>
            </a:r>
            <a:r>
              <a:rPr lang="en-US" altLang="zh-CN" sz="1400" b="1">
                <a:solidFill>
                  <a:srgbClr val="B9945B"/>
                </a:solidFill>
                <a:ea typeface="黑体" panose="02010609060101010101" pitchFamily="49" charset="-122"/>
                <a:cs typeface="Arial" panose="020B0604020202090204" pitchFamily="34" charset="0"/>
              </a:rPr>
              <a:t>sxh@hit.edu.cn</a:t>
            </a:r>
            <a:br>
              <a:rPr lang="en-US" altLang="zh-CN" sz="2800" b="1">
                <a:ea typeface="黑体" panose="02010609060101010101" pitchFamily="49" charset="-122"/>
              </a:rPr>
            </a:br>
            <a:endParaRPr lang="en-US" altLang="zh-CN" sz="2800" b="1">
              <a:ea typeface="黑体" panose="02010609060101010101" pitchFamily="49" charset="-122"/>
            </a:endParaRPr>
          </a:p>
          <a:p>
            <a:pPr algn="ctr">
              <a:lnSpc>
                <a:spcPct val="90000"/>
              </a:lnSpc>
              <a:spcBef>
                <a:spcPts val="600"/>
              </a:spcBef>
              <a:spcAft>
                <a:spcPts val="590"/>
              </a:spcAft>
              <a:buClr>
                <a:schemeClr val="tx2"/>
              </a:buClr>
              <a:buSzPct val="80000"/>
              <a:buFont typeface="Wingdings" panose="05000000000000000000" pitchFamily="2" charset="2"/>
              <a:buNone/>
            </a:pPr>
            <a:endParaRPr lang="en-US" altLang="zh-CN" sz="2800" b="1">
              <a:ea typeface="黑体" panose="02010609060101010101" pitchFamily="49" charset="-122"/>
            </a:endParaRPr>
          </a:p>
        </p:txBody>
      </p:sp>
      <p:sp>
        <p:nvSpPr>
          <p:cNvPr id="7171" name="TextBox 4"/>
          <p:cNvSpPr txBox="1">
            <a:spLocks noChangeArrowheads="1"/>
          </p:cNvSpPr>
          <p:nvPr/>
        </p:nvSpPr>
        <p:spPr bwMode="auto">
          <a:xfrm>
            <a:off x="1416050" y="1919288"/>
            <a:ext cx="96329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9pPr>
          </a:lstStyle>
          <a:p>
            <a:pPr algn="ctr">
              <a:lnSpc>
                <a:spcPct val="90000"/>
              </a:lnSpc>
              <a:spcBef>
                <a:spcPts val="600"/>
              </a:spcBef>
              <a:spcAft>
                <a:spcPts val="590"/>
              </a:spcAft>
              <a:buClr>
                <a:schemeClr val="tx2"/>
              </a:buClr>
              <a:buSzPct val="80000"/>
              <a:buFont typeface="Wingdings" panose="05000000000000000000" pitchFamily="2" charset="2"/>
              <a:buNone/>
            </a:pPr>
            <a:r>
              <a:rPr lang="zh-CN" altLang="en-US" sz="6600">
                <a:ea typeface="黑体" panose="02010609060101010101" pitchFamily="49" charset="-122"/>
              </a:rPr>
              <a:t>程序设计思维与实践</a:t>
            </a:r>
          </a:p>
        </p:txBody>
      </p:sp>
      <p:sp>
        <p:nvSpPr>
          <p:cNvPr id="2" name="灯片编号占位符 1"/>
          <p:cNvSpPr>
            <a:spLocks noGrp="1"/>
          </p:cNvSpPr>
          <p:nvPr>
            <p:ph type="sldNum" sz="quarter" idx="11"/>
          </p:nvPr>
        </p:nvSpPr>
        <p:spPr/>
        <p:txBody>
          <a:bodyPr/>
          <a:lstStyle/>
          <a:p>
            <a:pPr>
              <a:defRPr/>
            </a:pPr>
            <a:fld id="{B6A04E11-073A-4057-9965-091BEE261A58}" type="slidenum">
              <a:rPr lang="en-US"/>
              <a:t>1</a:t>
            </a:fld>
            <a:endParaRPr lang="zh-CN" altLang="en-US"/>
          </a:p>
        </p:txBody>
      </p:sp>
    </p:spTree>
    <p:extLst>
      <p:ext uri="{BB962C8B-B14F-4D97-AF65-F5344CB8AC3E}">
        <p14:creationId xmlns:p14="http://schemas.microsoft.com/office/powerpoint/2010/main" val="2102603463"/>
      </p:ext>
    </p:extLst>
  </p:cSld>
  <p:clrMapOvr>
    <a:masterClrMapping/>
  </p:clrMapOvr>
  <p:transition>
    <p:newsfla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2" name="灯片编号占位符 9">
            <a:extLst>
              <a:ext uri="{FF2B5EF4-FFF2-40B4-BE49-F238E27FC236}">
                <a16:creationId xmlns:a16="http://schemas.microsoft.com/office/drawing/2014/main" id="{5B4D2B6A-347E-474D-8F9D-15E90B2390FB}"/>
              </a:ext>
            </a:extLst>
          </p:cNvPr>
          <p:cNvSpPr>
            <a:spLocks noGrp="1" noChangeArrowheads="1"/>
          </p:cNvSpPr>
          <p:nvPr>
            <p:ph type="sldNum" sz="quarter" idx="12"/>
          </p:nvPr>
        </p:nvSpPr>
        <p:spPr bwMode="auto">
          <a:xfrm>
            <a:off x="10868025" y="6381757"/>
            <a:ext cx="990600" cy="284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anose="020B0503020102020204" pitchFamily="34" charset="0"/>
              </a:defRPr>
            </a:lvl1pPr>
            <a:lvl2pPr marL="742969" indent="-285757">
              <a:spcBef>
                <a:spcPct val="20000"/>
              </a:spcBef>
              <a:buClr>
                <a:schemeClr val="tx2"/>
              </a:buClr>
              <a:buSzPct val="50000"/>
              <a:buFont typeface="Wingdings 2" panose="05020102010507070707" pitchFamily="18" charset="2"/>
              <a:buChar char="Þ"/>
              <a:defRPr sz="2800">
                <a:solidFill>
                  <a:srgbClr val="333399"/>
                </a:solidFill>
                <a:latin typeface="Times New Roman" panose="02020603050405020304" pitchFamily="18" charset="0"/>
                <a:cs typeface="Times New Roman" panose="02020603050405020304" pitchFamily="18" charset="0"/>
              </a:defRPr>
            </a:lvl2pPr>
            <a:lvl3pPr marL="1143028" indent="-228606">
              <a:spcBef>
                <a:spcPct val="20000"/>
              </a:spcBef>
              <a:buClr>
                <a:schemeClr val="tx2"/>
              </a:buClr>
              <a:buSzPct val="50000"/>
              <a:buFont typeface="Wingdings 2" panose="05020102010507070707" pitchFamily="18" charset="2"/>
              <a:buChar char=""/>
              <a:defRPr sz="2400">
                <a:solidFill>
                  <a:srgbClr val="3333CC"/>
                </a:solidFill>
                <a:latin typeface="Times New Roman" panose="02020603050405020304" pitchFamily="18" charset="0"/>
                <a:cs typeface="Times New Roman" panose="02020603050405020304" pitchFamily="18" charset="0"/>
              </a:defRPr>
            </a:lvl3pPr>
            <a:lvl4pPr marL="1600240" indent="-228606">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4pPr>
            <a:lvl5pPr marL="2057452" indent="-228606">
              <a:spcBef>
                <a:spcPct val="20000"/>
              </a:spcBef>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5pPr>
            <a:lvl6pPr marL="2514663" indent="-228606"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6pPr>
            <a:lvl7pPr marL="2971874" indent="-228606"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7pPr>
            <a:lvl8pPr marL="3429086" indent="-228606"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8pPr>
            <a:lvl9pPr marL="3886297" indent="-228606"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603050405020304" pitchFamily="18" charset="0"/>
                <a:cs typeface="Times New Roman" panose="02020603050405020304" pitchFamily="18" charset="0"/>
              </a:defRPr>
            </a:lvl9pPr>
          </a:lstStyle>
          <a:p>
            <a:pPr marL="0" marR="0" lvl="0" indent="0" algn="r" defTabSz="457200" rtl="0" eaLnBrk="1" fontAlgn="auto" latinLnBrk="0" hangingPunct="1">
              <a:lnSpc>
                <a:spcPct val="100000"/>
              </a:lnSpc>
              <a:spcBef>
                <a:spcPts val="588"/>
              </a:spcBef>
              <a:spcAft>
                <a:spcPts val="0"/>
              </a:spcAft>
              <a:buClr>
                <a:srgbClr val="44546A"/>
              </a:buClr>
              <a:buSzPct val="80000"/>
              <a:buFont typeface="Wingdings" panose="05000000000000000000" pitchFamily="2" charset="2"/>
              <a:buNone/>
              <a:tabLst/>
              <a:defRPr/>
            </a:pPr>
            <a:fld id="{187FBF79-F03A-42EF-A025-37E3358888F7}" type="slidenum">
              <a:rPr kumimoji="0" lang="en-US" altLang="zh-CN" sz="1100" b="0" i="0" u="none" strike="noStrike" kern="1200" cap="none" spc="0" normalizeH="0" baseline="0" noProof="0">
                <a:ln>
                  <a:noFill/>
                </a:ln>
                <a:solidFill>
                  <a:srgbClr val="636363"/>
                </a:solidFill>
                <a:effectLst/>
                <a:uLnTx/>
                <a:uFillTx/>
                <a:latin typeface="Arial" panose="020B0604020202020204" pitchFamily="34" charset="0"/>
                <a:ea typeface="等线" panose="02010600030101010101" pitchFamily="2" charset="-122"/>
                <a:cs typeface="+mn-cs"/>
              </a:rPr>
              <a:pPr marL="0" marR="0" lvl="0" indent="0" algn="r" defTabSz="457200" rtl="0" eaLnBrk="1" fontAlgn="auto" latinLnBrk="0" hangingPunct="1">
                <a:lnSpc>
                  <a:spcPct val="100000"/>
                </a:lnSpc>
                <a:spcBef>
                  <a:spcPts val="588"/>
                </a:spcBef>
                <a:spcAft>
                  <a:spcPts val="0"/>
                </a:spcAft>
                <a:buClr>
                  <a:srgbClr val="44546A"/>
                </a:buClr>
                <a:buSzPct val="80000"/>
                <a:buFont typeface="Wingdings" panose="05000000000000000000" pitchFamily="2" charset="2"/>
                <a:buNone/>
                <a:tabLst/>
                <a:defRPr/>
              </a:pPr>
              <a:t>2</a:t>
            </a:fld>
            <a:r>
              <a:rPr kumimoji="0" lang="en-US" altLang="zh-CN" sz="1100" b="0" i="0" u="none" strike="noStrike" kern="1200" cap="none" spc="0" normalizeH="0" baseline="0" noProof="0">
                <a:ln>
                  <a:noFill/>
                </a:ln>
                <a:solidFill>
                  <a:srgbClr val="636363"/>
                </a:solidFill>
                <a:effectLst/>
                <a:uLnTx/>
                <a:uFillTx/>
                <a:latin typeface="Arial" panose="020B0604020202020204" pitchFamily="34" charset="0"/>
                <a:ea typeface="等线" panose="02010600030101010101" pitchFamily="2" charset="-122"/>
                <a:cs typeface="+mn-cs"/>
              </a:rPr>
              <a:t>/37</a:t>
            </a:r>
            <a:endParaRPr kumimoji="0" lang="zh-CN" altLang="en-US" sz="1100" b="0" i="0" u="none" strike="noStrike" kern="1200" cap="none" spc="0" normalizeH="0" baseline="0" noProof="0">
              <a:ln>
                <a:noFill/>
              </a:ln>
              <a:solidFill>
                <a:srgbClr val="636363"/>
              </a:solidFill>
              <a:effectLst/>
              <a:uLnTx/>
              <a:uFillTx/>
              <a:latin typeface="Arial" panose="020B0604020202020204" pitchFamily="34" charset="0"/>
              <a:ea typeface="等线" panose="02010600030101010101" pitchFamily="2" charset="-122"/>
              <a:cs typeface="+mn-cs"/>
            </a:endParaRPr>
          </a:p>
        </p:txBody>
      </p:sp>
      <p:sp>
        <p:nvSpPr>
          <p:cNvPr id="5" name="矩形 4">
            <a:extLst>
              <a:ext uri="{FF2B5EF4-FFF2-40B4-BE49-F238E27FC236}">
                <a16:creationId xmlns:a16="http://schemas.microsoft.com/office/drawing/2014/main" id="{1D5C5E0E-6B9C-4FB7-AE6F-35F978FC2870}"/>
              </a:ext>
            </a:extLst>
          </p:cNvPr>
          <p:cNvSpPr/>
          <p:nvPr/>
        </p:nvSpPr>
        <p:spPr>
          <a:xfrm>
            <a:off x="845889" y="1437435"/>
            <a:ext cx="10584111" cy="4411126"/>
          </a:xfrm>
          <a:prstGeom prst="rect">
            <a:avLst/>
          </a:prstGeom>
          <a:ln>
            <a:solidFill>
              <a:srgbClr val="FFC000"/>
            </a:solidFill>
          </a:ln>
        </p:spPr>
      </p:sp>
      <p:sp>
        <p:nvSpPr>
          <p:cNvPr id="6" name="任意多边形: 形状 5">
            <a:extLst>
              <a:ext uri="{FF2B5EF4-FFF2-40B4-BE49-F238E27FC236}">
                <a16:creationId xmlns:a16="http://schemas.microsoft.com/office/drawing/2014/main" id="{82E46890-C8A8-482B-91E6-F237D0A88D80}"/>
              </a:ext>
            </a:extLst>
          </p:cNvPr>
          <p:cNvSpPr/>
          <p:nvPr/>
        </p:nvSpPr>
        <p:spPr>
          <a:xfrm>
            <a:off x="849513" y="1439147"/>
            <a:ext cx="1139490" cy="2058008"/>
          </a:xfrm>
          <a:custGeom>
            <a:avLst/>
            <a:gdLst>
              <a:gd name="connsiteX0" fmla="*/ 0 w 1139490"/>
              <a:gd name="connsiteY0" fmla="*/ 113949 h 2058008"/>
              <a:gd name="connsiteX1" fmla="*/ 113949 w 1139490"/>
              <a:gd name="connsiteY1" fmla="*/ 0 h 2058008"/>
              <a:gd name="connsiteX2" fmla="*/ 1025541 w 1139490"/>
              <a:gd name="connsiteY2" fmla="*/ 0 h 2058008"/>
              <a:gd name="connsiteX3" fmla="*/ 1139490 w 1139490"/>
              <a:gd name="connsiteY3" fmla="*/ 113949 h 2058008"/>
              <a:gd name="connsiteX4" fmla="*/ 1139490 w 1139490"/>
              <a:gd name="connsiteY4" fmla="*/ 1944059 h 2058008"/>
              <a:gd name="connsiteX5" fmla="*/ 1025541 w 1139490"/>
              <a:gd name="connsiteY5" fmla="*/ 2058008 h 2058008"/>
              <a:gd name="connsiteX6" fmla="*/ 113949 w 1139490"/>
              <a:gd name="connsiteY6" fmla="*/ 2058008 h 2058008"/>
              <a:gd name="connsiteX7" fmla="*/ 0 w 1139490"/>
              <a:gd name="connsiteY7" fmla="*/ 1944059 h 2058008"/>
              <a:gd name="connsiteX8" fmla="*/ 0 w 1139490"/>
              <a:gd name="connsiteY8" fmla="*/ 113949 h 2058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39490" h="2058008">
                <a:moveTo>
                  <a:pt x="0" y="113949"/>
                </a:moveTo>
                <a:cubicBezTo>
                  <a:pt x="0" y="51017"/>
                  <a:pt x="51017" y="0"/>
                  <a:pt x="113949" y="0"/>
                </a:cubicBezTo>
                <a:lnTo>
                  <a:pt x="1025541" y="0"/>
                </a:lnTo>
                <a:cubicBezTo>
                  <a:pt x="1088473" y="0"/>
                  <a:pt x="1139490" y="51017"/>
                  <a:pt x="1139490" y="113949"/>
                </a:cubicBezTo>
                <a:lnTo>
                  <a:pt x="1139490" y="1944059"/>
                </a:lnTo>
                <a:cubicBezTo>
                  <a:pt x="1139490" y="2006991"/>
                  <a:pt x="1088473" y="2058008"/>
                  <a:pt x="1025541" y="2058008"/>
                </a:cubicBezTo>
                <a:lnTo>
                  <a:pt x="113949" y="2058008"/>
                </a:lnTo>
                <a:cubicBezTo>
                  <a:pt x="51017" y="2058008"/>
                  <a:pt x="0" y="2006991"/>
                  <a:pt x="0" y="1944059"/>
                </a:cubicBezTo>
                <a:lnTo>
                  <a:pt x="0" y="113949"/>
                </a:lnTo>
                <a:close/>
              </a:path>
            </a:pathLst>
          </a:custGeom>
          <a:solidFill>
            <a:schemeClr val="accent1">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05765" tIns="105765" rIns="105765" bIns="105765" numCol="1" spcCol="1270" anchor="ctr" anchorCtr="0">
            <a:noAutofit/>
          </a:bodyPr>
          <a:lstStyle/>
          <a:p>
            <a:pPr marL="0" marR="0" lvl="0" indent="0" algn="ctr" defTabSz="844550" rtl="0" eaLnBrk="1" fontAlgn="auto" latinLnBrk="0" hangingPunct="1">
              <a:lnSpc>
                <a:spcPct val="90000"/>
              </a:lnSpc>
              <a:spcBef>
                <a:spcPct val="0"/>
              </a:spcBef>
              <a:spcAft>
                <a:spcPct val="35000"/>
              </a:spcAft>
              <a:buClrTx/>
              <a:buSzTx/>
              <a:buFontTx/>
              <a:buNone/>
              <a:tabLst/>
              <a:defRPr/>
            </a:pPr>
            <a:r>
              <a:rPr kumimoji="0" lang="zh-CN" altLang="en-US" sz="19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进入计算机的世界</a:t>
            </a:r>
          </a:p>
        </p:txBody>
      </p:sp>
      <p:sp>
        <p:nvSpPr>
          <p:cNvPr id="7" name="任意多边形: 形状 6">
            <a:extLst>
              <a:ext uri="{FF2B5EF4-FFF2-40B4-BE49-F238E27FC236}">
                <a16:creationId xmlns:a16="http://schemas.microsoft.com/office/drawing/2014/main" id="{3308A8FB-8E8A-45E7-9512-1C04EE3BE7F1}"/>
              </a:ext>
            </a:extLst>
          </p:cNvPr>
          <p:cNvSpPr/>
          <p:nvPr/>
        </p:nvSpPr>
        <p:spPr>
          <a:xfrm>
            <a:off x="925046" y="3764270"/>
            <a:ext cx="474310" cy="2057741"/>
          </a:xfrm>
          <a:custGeom>
            <a:avLst/>
            <a:gdLst>
              <a:gd name="connsiteX0" fmla="*/ 0 w 474310"/>
              <a:gd name="connsiteY0" fmla="*/ 47431 h 2057741"/>
              <a:gd name="connsiteX1" fmla="*/ 47431 w 474310"/>
              <a:gd name="connsiteY1" fmla="*/ 0 h 2057741"/>
              <a:gd name="connsiteX2" fmla="*/ 426879 w 474310"/>
              <a:gd name="connsiteY2" fmla="*/ 0 h 2057741"/>
              <a:gd name="connsiteX3" fmla="*/ 474310 w 474310"/>
              <a:gd name="connsiteY3" fmla="*/ 47431 h 2057741"/>
              <a:gd name="connsiteX4" fmla="*/ 474310 w 474310"/>
              <a:gd name="connsiteY4" fmla="*/ 2010310 h 2057741"/>
              <a:gd name="connsiteX5" fmla="*/ 426879 w 474310"/>
              <a:gd name="connsiteY5" fmla="*/ 2057741 h 2057741"/>
              <a:gd name="connsiteX6" fmla="*/ 47431 w 474310"/>
              <a:gd name="connsiteY6" fmla="*/ 2057741 h 2057741"/>
              <a:gd name="connsiteX7" fmla="*/ 0 w 474310"/>
              <a:gd name="connsiteY7" fmla="*/ 2010310 h 2057741"/>
              <a:gd name="connsiteX8" fmla="*/ 0 w 474310"/>
              <a:gd name="connsiteY8" fmla="*/ 47431 h 205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4310" h="2057741">
                <a:moveTo>
                  <a:pt x="0" y="47431"/>
                </a:moveTo>
                <a:cubicBezTo>
                  <a:pt x="0" y="21236"/>
                  <a:pt x="21236" y="0"/>
                  <a:pt x="47431" y="0"/>
                </a:cubicBezTo>
                <a:lnTo>
                  <a:pt x="426879" y="0"/>
                </a:lnTo>
                <a:cubicBezTo>
                  <a:pt x="453074" y="0"/>
                  <a:pt x="474310" y="21236"/>
                  <a:pt x="474310" y="47431"/>
                </a:cubicBezTo>
                <a:lnTo>
                  <a:pt x="474310" y="2010310"/>
                </a:lnTo>
                <a:cubicBezTo>
                  <a:pt x="474310" y="2036505"/>
                  <a:pt x="453074" y="2057741"/>
                  <a:pt x="426879" y="2057741"/>
                </a:cubicBezTo>
                <a:lnTo>
                  <a:pt x="47431" y="2057741"/>
                </a:lnTo>
                <a:cubicBezTo>
                  <a:pt x="21236" y="2057741"/>
                  <a:pt x="0" y="2036505"/>
                  <a:pt x="0" y="2010310"/>
                </a:cubicBezTo>
                <a:lnTo>
                  <a:pt x="0" y="47431"/>
                </a:lnTo>
                <a:close/>
              </a:path>
            </a:pathLst>
          </a:custGeom>
          <a:solidFill>
            <a:schemeClr val="accent1">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8662" tIns="78662" rIns="78662" bIns="78662"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计算机原理</a:t>
            </a:r>
          </a:p>
        </p:txBody>
      </p:sp>
      <p:sp>
        <p:nvSpPr>
          <p:cNvPr id="8" name="任意多边形: 形状 7">
            <a:extLst>
              <a:ext uri="{FF2B5EF4-FFF2-40B4-BE49-F238E27FC236}">
                <a16:creationId xmlns:a16="http://schemas.microsoft.com/office/drawing/2014/main" id="{3A5E3264-4AB9-494C-B821-8EF03D96FD31}"/>
              </a:ext>
            </a:extLst>
          </p:cNvPr>
          <p:cNvSpPr/>
          <p:nvPr/>
        </p:nvSpPr>
        <p:spPr>
          <a:xfrm>
            <a:off x="1439160" y="3764270"/>
            <a:ext cx="474310" cy="2057741"/>
          </a:xfrm>
          <a:custGeom>
            <a:avLst/>
            <a:gdLst>
              <a:gd name="connsiteX0" fmla="*/ 0 w 474310"/>
              <a:gd name="connsiteY0" fmla="*/ 47431 h 2057741"/>
              <a:gd name="connsiteX1" fmla="*/ 47431 w 474310"/>
              <a:gd name="connsiteY1" fmla="*/ 0 h 2057741"/>
              <a:gd name="connsiteX2" fmla="*/ 426879 w 474310"/>
              <a:gd name="connsiteY2" fmla="*/ 0 h 2057741"/>
              <a:gd name="connsiteX3" fmla="*/ 474310 w 474310"/>
              <a:gd name="connsiteY3" fmla="*/ 47431 h 2057741"/>
              <a:gd name="connsiteX4" fmla="*/ 474310 w 474310"/>
              <a:gd name="connsiteY4" fmla="*/ 2010310 h 2057741"/>
              <a:gd name="connsiteX5" fmla="*/ 426879 w 474310"/>
              <a:gd name="connsiteY5" fmla="*/ 2057741 h 2057741"/>
              <a:gd name="connsiteX6" fmla="*/ 47431 w 474310"/>
              <a:gd name="connsiteY6" fmla="*/ 2057741 h 2057741"/>
              <a:gd name="connsiteX7" fmla="*/ 0 w 474310"/>
              <a:gd name="connsiteY7" fmla="*/ 2010310 h 2057741"/>
              <a:gd name="connsiteX8" fmla="*/ 0 w 474310"/>
              <a:gd name="connsiteY8" fmla="*/ 47431 h 205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4310" h="2057741">
                <a:moveTo>
                  <a:pt x="0" y="47431"/>
                </a:moveTo>
                <a:cubicBezTo>
                  <a:pt x="0" y="21236"/>
                  <a:pt x="21236" y="0"/>
                  <a:pt x="47431" y="0"/>
                </a:cubicBezTo>
                <a:lnTo>
                  <a:pt x="426879" y="0"/>
                </a:lnTo>
                <a:cubicBezTo>
                  <a:pt x="453074" y="0"/>
                  <a:pt x="474310" y="21236"/>
                  <a:pt x="474310" y="47431"/>
                </a:cubicBezTo>
                <a:lnTo>
                  <a:pt x="474310" y="2010310"/>
                </a:lnTo>
                <a:cubicBezTo>
                  <a:pt x="474310" y="2036505"/>
                  <a:pt x="453074" y="2057741"/>
                  <a:pt x="426879" y="2057741"/>
                </a:cubicBezTo>
                <a:lnTo>
                  <a:pt x="47431" y="2057741"/>
                </a:lnTo>
                <a:cubicBezTo>
                  <a:pt x="21236" y="2057741"/>
                  <a:pt x="0" y="2036505"/>
                  <a:pt x="0" y="2010310"/>
                </a:cubicBezTo>
                <a:lnTo>
                  <a:pt x="0" y="47431"/>
                </a:lnTo>
                <a:close/>
              </a:path>
            </a:pathLst>
          </a:custGeom>
          <a:solidFill>
            <a:schemeClr val="accent1">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8662" tIns="78662" rIns="78662" bIns="78662"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程序语言与算法</a:t>
            </a:r>
          </a:p>
        </p:txBody>
      </p:sp>
      <p:sp>
        <p:nvSpPr>
          <p:cNvPr id="10" name="任意多边形: 形状 9">
            <a:extLst>
              <a:ext uri="{FF2B5EF4-FFF2-40B4-BE49-F238E27FC236}">
                <a16:creationId xmlns:a16="http://schemas.microsoft.com/office/drawing/2014/main" id="{427D8087-C4E6-4851-AC13-8AD443D5DF52}"/>
              </a:ext>
            </a:extLst>
          </p:cNvPr>
          <p:cNvSpPr/>
          <p:nvPr/>
        </p:nvSpPr>
        <p:spPr>
          <a:xfrm>
            <a:off x="2068609" y="1439147"/>
            <a:ext cx="2471157" cy="1097434"/>
          </a:xfrm>
          <a:custGeom>
            <a:avLst/>
            <a:gdLst>
              <a:gd name="connsiteX0" fmla="*/ 0 w 2471157"/>
              <a:gd name="connsiteY0" fmla="*/ 109743 h 1097434"/>
              <a:gd name="connsiteX1" fmla="*/ 109743 w 2471157"/>
              <a:gd name="connsiteY1" fmla="*/ 0 h 1097434"/>
              <a:gd name="connsiteX2" fmla="*/ 2361414 w 2471157"/>
              <a:gd name="connsiteY2" fmla="*/ 0 h 1097434"/>
              <a:gd name="connsiteX3" fmla="*/ 2471157 w 2471157"/>
              <a:gd name="connsiteY3" fmla="*/ 109743 h 1097434"/>
              <a:gd name="connsiteX4" fmla="*/ 2471157 w 2471157"/>
              <a:gd name="connsiteY4" fmla="*/ 987691 h 1097434"/>
              <a:gd name="connsiteX5" fmla="*/ 2361414 w 2471157"/>
              <a:gd name="connsiteY5" fmla="*/ 1097434 h 1097434"/>
              <a:gd name="connsiteX6" fmla="*/ 109743 w 2471157"/>
              <a:gd name="connsiteY6" fmla="*/ 1097434 h 1097434"/>
              <a:gd name="connsiteX7" fmla="*/ 0 w 2471157"/>
              <a:gd name="connsiteY7" fmla="*/ 987691 h 1097434"/>
              <a:gd name="connsiteX8" fmla="*/ 0 w 2471157"/>
              <a:gd name="connsiteY8" fmla="*/ 109743 h 109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1157" h="1097434">
                <a:moveTo>
                  <a:pt x="0" y="109743"/>
                </a:moveTo>
                <a:cubicBezTo>
                  <a:pt x="0" y="49134"/>
                  <a:pt x="49134" y="0"/>
                  <a:pt x="109743" y="0"/>
                </a:cubicBezTo>
                <a:lnTo>
                  <a:pt x="2361414" y="0"/>
                </a:lnTo>
                <a:cubicBezTo>
                  <a:pt x="2422023" y="0"/>
                  <a:pt x="2471157" y="49134"/>
                  <a:pt x="2471157" y="109743"/>
                </a:cubicBezTo>
                <a:lnTo>
                  <a:pt x="2471157" y="987691"/>
                </a:lnTo>
                <a:cubicBezTo>
                  <a:pt x="2471157" y="1048300"/>
                  <a:pt x="2422023" y="1097434"/>
                  <a:pt x="2361414" y="1097434"/>
                </a:cubicBezTo>
                <a:lnTo>
                  <a:pt x="109743" y="1097434"/>
                </a:lnTo>
                <a:cubicBezTo>
                  <a:pt x="49134" y="1097434"/>
                  <a:pt x="0" y="1048300"/>
                  <a:pt x="0" y="987691"/>
                </a:cubicBezTo>
                <a:lnTo>
                  <a:pt x="0" y="109743"/>
                </a:lnTo>
                <a:close/>
              </a:path>
            </a:pathLst>
          </a:custGeom>
          <a:solidFill>
            <a:schemeClr val="accent2">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04533" tIns="104533" rIns="104533" bIns="104533" numCol="1" spcCol="1270" anchor="ctr" anchorCtr="0">
            <a:noAutofit/>
          </a:bodyPr>
          <a:lstStyle/>
          <a:p>
            <a:pPr marL="0" marR="0" lvl="0" indent="0" algn="ctr" defTabSz="844550" rtl="0" eaLnBrk="1" fontAlgn="auto" latinLnBrk="0" hangingPunct="1">
              <a:lnSpc>
                <a:spcPct val="90000"/>
              </a:lnSpc>
              <a:spcBef>
                <a:spcPct val="0"/>
              </a:spcBef>
              <a:spcAft>
                <a:spcPct val="35000"/>
              </a:spcAft>
              <a:buClrTx/>
              <a:buSzTx/>
              <a:buFontTx/>
              <a:buNone/>
              <a:tabLst/>
              <a:defRPr/>
            </a:pPr>
            <a:r>
              <a:rPr kumimoji="0" lang="zh-CN" altLang="en-US" sz="1900" b="1"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程序设计基础</a:t>
            </a:r>
            <a:endParaRPr kumimoji="0" lang="zh-CN" altLang="en-US" sz="19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endParaRPr>
          </a:p>
        </p:txBody>
      </p:sp>
      <p:sp>
        <p:nvSpPr>
          <p:cNvPr id="11" name="任意多边形: 形状 10">
            <a:extLst>
              <a:ext uri="{FF2B5EF4-FFF2-40B4-BE49-F238E27FC236}">
                <a16:creationId xmlns:a16="http://schemas.microsoft.com/office/drawing/2014/main" id="{D429358E-A7C3-4B00-95F9-2C45EC4A9877}"/>
              </a:ext>
            </a:extLst>
          </p:cNvPr>
          <p:cNvSpPr/>
          <p:nvPr/>
        </p:nvSpPr>
        <p:spPr>
          <a:xfrm>
            <a:off x="2069816" y="2803696"/>
            <a:ext cx="1461345" cy="715661"/>
          </a:xfrm>
          <a:custGeom>
            <a:avLst/>
            <a:gdLst>
              <a:gd name="connsiteX0" fmla="*/ 0 w 1461345"/>
              <a:gd name="connsiteY0" fmla="*/ 71566 h 715661"/>
              <a:gd name="connsiteX1" fmla="*/ 71566 w 1461345"/>
              <a:gd name="connsiteY1" fmla="*/ 0 h 715661"/>
              <a:gd name="connsiteX2" fmla="*/ 1389779 w 1461345"/>
              <a:gd name="connsiteY2" fmla="*/ 0 h 715661"/>
              <a:gd name="connsiteX3" fmla="*/ 1461345 w 1461345"/>
              <a:gd name="connsiteY3" fmla="*/ 71566 h 715661"/>
              <a:gd name="connsiteX4" fmla="*/ 1461345 w 1461345"/>
              <a:gd name="connsiteY4" fmla="*/ 644095 h 715661"/>
              <a:gd name="connsiteX5" fmla="*/ 1389779 w 1461345"/>
              <a:gd name="connsiteY5" fmla="*/ 715661 h 715661"/>
              <a:gd name="connsiteX6" fmla="*/ 71566 w 1461345"/>
              <a:gd name="connsiteY6" fmla="*/ 715661 h 715661"/>
              <a:gd name="connsiteX7" fmla="*/ 0 w 1461345"/>
              <a:gd name="connsiteY7" fmla="*/ 644095 h 715661"/>
              <a:gd name="connsiteX8" fmla="*/ 0 w 1461345"/>
              <a:gd name="connsiteY8" fmla="*/ 71566 h 715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1345" h="715661">
                <a:moveTo>
                  <a:pt x="0" y="71566"/>
                </a:moveTo>
                <a:cubicBezTo>
                  <a:pt x="0" y="32041"/>
                  <a:pt x="32041" y="0"/>
                  <a:pt x="71566" y="0"/>
                </a:cubicBezTo>
                <a:lnTo>
                  <a:pt x="1389779" y="0"/>
                </a:lnTo>
                <a:cubicBezTo>
                  <a:pt x="1429304" y="0"/>
                  <a:pt x="1461345" y="32041"/>
                  <a:pt x="1461345" y="71566"/>
                </a:cubicBezTo>
                <a:lnTo>
                  <a:pt x="1461345" y="644095"/>
                </a:lnTo>
                <a:cubicBezTo>
                  <a:pt x="1461345" y="683620"/>
                  <a:pt x="1429304" y="715661"/>
                  <a:pt x="1389779" y="715661"/>
                </a:cubicBezTo>
                <a:lnTo>
                  <a:pt x="71566" y="715661"/>
                </a:lnTo>
                <a:cubicBezTo>
                  <a:pt x="32041" y="715661"/>
                  <a:pt x="0" y="683620"/>
                  <a:pt x="0" y="644095"/>
                </a:cubicBezTo>
                <a:lnTo>
                  <a:pt x="0" y="71566"/>
                </a:lnTo>
                <a:close/>
              </a:path>
            </a:pathLst>
          </a:custGeom>
          <a:solidFill>
            <a:schemeClr val="accent2">
              <a:lumMod val="75000"/>
              <a:alpha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5731" tIns="85731" rIns="85731" bIns="85731"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en-US" sz="1700" b="1" i="0" u="none" strike="noStrike" kern="1200" cap="none" spc="0" normalizeH="0" baseline="0" noProof="0" dirty="0">
                <a:ln>
                  <a:noFill/>
                </a:ln>
                <a:solidFill>
                  <a:prstClr val="white"/>
                </a:solidFill>
                <a:effectLst/>
                <a:uLnTx/>
                <a:uFillTx/>
                <a:latin typeface="Calibri"/>
                <a:ea typeface="+mn-ea"/>
                <a:cs typeface="+mn-cs"/>
              </a:rPr>
              <a:t>C</a:t>
            </a:r>
            <a:r>
              <a:rPr kumimoji="0" lang="zh-CN" altLang="en-US" sz="1700" b="1"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语言语法</a:t>
            </a:r>
            <a:endPar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endParaRPr>
          </a:p>
        </p:txBody>
      </p:sp>
      <p:sp>
        <p:nvSpPr>
          <p:cNvPr id="12" name="任意多边形: 形状 11">
            <a:extLst>
              <a:ext uri="{FF2B5EF4-FFF2-40B4-BE49-F238E27FC236}">
                <a16:creationId xmlns:a16="http://schemas.microsoft.com/office/drawing/2014/main" id="{774EDD13-2494-4630-81DB-9D03B602A1DC}"/>
              </a:ext>
            </a:extLst>
          </p:cNvPr>
          <p:cNvSpPr/>
          <p:nvPr/>
        </p:nvSpPr>
        <p:spPr>
          <a:xfrm>
            <a:off x="2069816" y="3786473"/>
            <a:ext cx="473847" cy="2057741"/>
          </a:xfrm>
          <a:custGeom>
            <a:avLst/>
            <a:gdLst>
              <a:gd name="connsiteX0" fmla="*/ 0 w 473847"/>
              <a:gd name="connsiteY0" fmla="*/ 47385 h 2057741"/>
              <a:gd name="connsiteX1" fmla="*/ 47385 w 473847"/>
              <a:gd name="connsiteY1" fmla="*/ 0 h 2057741"/>
              <a:gd name="connsiteX2" fmla="*/ 426462 w 473847"/>
              <a:gd name="connsiteY2" fmla="*/ 0 h 2057741"/>
              <a:gd name="connsiteX3" fmla="*/ 473847 w 473847"/>
              <a:gd name="connsiteY3" fmla="*/ 47385 h 2057741"/>
              <a:gd name="connsiteX4" fmla="*/ 473847 w 473847"/>
              <a:gd name="connsiteY4" fmla="*/ 2010356 h 2057741"/>
              <a:gd name="connsiteX5" fmla="*/ 426462 w 473847"/>
              <a:gd name="connsiteY5" fmla="*/ 2057741 h 2057741"/>
              <a:gd name="connsiteX6" fmla="*/ 47385 w 473847"/>
              <a:gd name="connsiteY6" fmla="*/ 2057741 h 2057741"/>
              <a:gd name="connsiteX7" fmla="*/ 0 w 473847"/>
              <a:gd name="connsiteY7" fmla="*/ 2010356 h 2057741"/>
              <a:gd name="connsiteX8" fmla="*/ 0 w 473847"/>
              <a:gd name="connsiteY8" fmla="*/ 47385 h 205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3847" h="2057741">
                <a:moveTo>
                  <a:pt x="0" y="47385"/>
                </a:moveTo>
                <a:cubicBezTo>
                  <a:pt x="0" y="21215"/>
                  <a:pt x="21215" y="0"/>
                  <a:pt x="47385" y="0"/>
                </a:cubicBezTo>
                <a:lnTo>
                  <a:pt x="426462" y="0"/>
                </a:lnTo>
                <a:cubicBezTo>
                  <a:pt x="452632" y="0"/>
                  <a:pt x="473847" y="21215"/>
                  <a:pt x="473847" y="47385"/>
                </a:cubicBezTo>
                <a:lnTo>
                  <a:pt x="473847" y="2010356"/>
                </a:lnTo>
                <a:cubicBezTo>
                  <a:pt x="473847" y="2036526"/>
                  <a:pt x="452632" y="2057741"/>
                  <a:pt x="426462" y="2057741"/>
                </a:cubicBezTo>
                <a:lnTo>
                  <a:pt x="47385" y="2057741"/>
                </a:lnTo>
                <a:cubicBezTo>
                  <a:pt x="21215" y="2057741"/>
                  <a:pt x="0" y="2036526"/>
                  <a:pt x="0" y="2010356"/>
                </a:cubicBezTo>
                <a:lnTo>
                  <a:pt x="0" y="47385"/>
                </a:lnTo>
                <a:close/>
              </a:path>
            </a:pathLst>
          </a:custGeom>
          <a:solidFill>
            <a:schemeClr val="accent2">
              <a:lumMod val="75000"/>
              <a:alpha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8649" tIns="78649" rIns="78649" bIns="78649"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数据类型</a:t>
            </a:r>
          </a:p>
        </p:txBody>
      </p:sp>
      <p:sp>
        <p:nvSpPr>
          <p:cNvPr id="16" name="任意多边形: 形状 15">
            <a:extLst>
              <a:ext uri="{FF2B5EF4-FFF2-40B4-BE49-F238E27FC236}">
                <a16:creationId xmlns:a16="http://schemas.microsoft.com/office/drawing/2014/main" id="{C7C4E986-6319-48BF-BDE1-535369029E78}"/>
              </a:ext>
            </a:extLst>
          </p:cNvPr>
          <p:cNvSpPr/>
          <p:nvPr/>
        </p:nvSpPr>
        <p:spPr>
          <a:xfrm>
            <a:off x="2563565" y="3786473"/>
            <a:ext cx="473847" cy="2057741"/>
          </a:xfrm>
          <a:custGeom>
            <a:avLst/>
            <a:gdLst>
              <a:gd name="connsiteX0" fmla="*/ 0 w 473847"/>
              <a:gd name="connsiteY0" fmla="*/ 47385 h 2057741"/>
              <a:gd name="connsiteX1" fmla="*/ 47385 w 473847"/>
              <a:gd name="connsiteY1" fmla="*/ 0 h 2057741"/>
              <a:gd name="connsiteX2" fmla="*/ 426462 w 473847"/>
              <a:gd name="connsiteY2" fmla="*/ 0 h 2057741"/>
              <a:gd name="connsiteX3" fmla="*/ 473847 w 473847"/>
              <a:gd name="connsiteY3" fmla="*/ 47385 h 2057741"/>
              <a:gd name="connsiteX4" fmla="*/ 473847 w 473847"/>
              <a:gd name="connsiteY4" fmla="*/ 2010356 h 2057741"/>
              <a:gd name="connsiteX5" fmla="*/ 426462 w 473847"/>
              <a:gd name="connsiteY5" fmla="*/ 2057741 h 2057741"/>
              <a:gd name="connsiteX6" fmla="*/ 47385 w 473847"/>
              <a:gd name="connsiteY6" fmla="*/ 2057741 h 2057741"/>
              <a:gd name="connsiteX7" fmla="*/ 0 w 473847"/>
              <a:gd name="connsiteY7" fmla="*/ 2010356 h 2057741"/>
              <a:gd name="connsiteX8" fmla="*/ 0 w 473847"/>
              <a:gd name="connsiteY8" fmla="*/ 47385 h 205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3847" h="2057741">
                <a:moveTo>
                  <a:pt x="0" y="47385"/>
                </a:moveTo>
                <a:cubicBezTo>
                  <a:pt x="0" y="21215"/>
                  <a:pt x="21215" y="0"/>
                  <a:pt x="47385" y="0"/>
                </a:cubicBezTo>
                <a:lnTo>
                  <a:pt x="426462" y="0"/>
                </a:lnTo>
                <a:cubicBezTo>
                  <a:pt x="452632" y="0"/>
                  <a:pt x="473847" y="21215"/>
                  <a:pt x="473847" y="47385"/>
                </a:cubicBezTo>
                <a:lnTo>
                  <a:pt x="473847" y="2010356"/>
                </a:lnTo>
                <a:cubicBezTo>
                  <a:pt x="473847" y="2036526"/>
                  <a:pt x="452632" y="2057741"/>
                  <a:pt x="426462" y="2057741"/>
                </a:cubicBezTo>
                <a:lnTo>
                  <a:pt x="47385" y="2057741"/>
                </a:lnTo>
                <a:cubicBezTo>
                  <a:pt x="21215" y="2057741"/>
                  <a:pt x="0" y="2036526"/>
                  <a:pt x="0" y="2010356"/>
                </a:cubicBezTo>
                <a:lnTo>
                  <a:pt x="0" y="47385"/>
                </a:lnTo>
                <a:close/>
              </a:path>
            </a:pathLst>
          </a:custGeom>
          <a:solidFill>
            <a:schemeClr val="accent2">
              <a:lumMod val="75000"/>
              <a:alpha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8649" tIns="78649" rIns="78649" bIns="78649"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表达式</a:t>
            </a:r>
          </a:p>
        </p:txBody>
      </p:sp>
      <p:sp>
        <p:nvSpPr>
          <p:cNvPr id="17" name="任意多边形: 形状 16">
            <a:extLst>
              <a:ext uri="{FF2B5EF4-FFF2-40B4-BE49-F238E27FC236}">
                <a16:creationId xmlns:a16="http://schemas.microsoft.com/office/drawing/2014/main" id="{5AFF0E34-B2A9-4276-988C-9AF9C49D9FAC}"/>
              </a:ext>
            </a:extLst>
          </p:cNvPr>
          <p:cNvSpPr/>
          <p:nvPr/>
        </p:nvSpPr>
        <p:spPr>
          <a:xfrm>
            <a:off x="3057314" y="3786473"/>
            <a:ext cx="473847" cy="2057741"/>
          </a:xfrm>
          <a:custGeom>
            <a:avLst/>
            <a:gdLst>
              <a:gd name="connsiteX0" fmla="*/ 0 w 473847"/>
              <a:gd name="connsiteY0" fmla="*/ 47385 h 2057741"/>
              <a:gd name="connsiteX1" fmla="*/ 47385 w 473847"/>
              <a:gd name="connsiteY1" fmla="*/ 0 h 2057741"/>
              <a:gd name="connsiteX2" fmla="*/ 426462 w 473847"/>
              <a:gd name="connsiteY2" fmla="*/ 0 h 2057741"/>
              <a:gd name="connsiteX3" fmla="*/ 473847 w 473847"/>
              <a:gd name="connsiteY3" fmla="*/ 47385 h 2057741"/>
              <a:gd name="connsiteX4" fmla="*/ 473847 w 473847"/>
              <a:gd name="connsiteY4" fmla="*/ 2010356 h 2057741"/>
              <a:gd name="connsiteX5" fmla="*/ 426462 w 473847"/>
              <a:gd name="connsiteY5" fmla="*/ 2057741 h 2057741"/>
              <a:gd name="connsiteX6" fmla="*/ 47385 w 473847"/>
              <a:gd name="connsiteY6" fmla="*/ 2057741 h 2057741"/>
              <a:gd name="connsiteX7" fmla="*/ 0 w 473847"/>
              <a:gd name="connsiteY7" fmla="*/ 2010356 h 2057741"/>
              <a:gd name="connsiteX8" fmla="*/ 0 w 473847"/>
              <a:gd name="connsiteY8" fmla="*/ 47385 h 205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3847" h="2057741">
                <a:moveTo>
                  <a:pt x="0" y="47385"/>
                </a:moveTo>
                <a:cubicBezTo>
                  <a:pt x="0" y="21215"/>
                  <a:pt x="21215" y="0"/>
                  <a:pt x="47385" y="0"/>
                </a:cubicBezTo>
                <a:lnTo>
                  <a:pt x="426462" y="0"/>
                </a:lnTo>
                <a:cubicBezTo>
                  <a:pt x="452632" y="0"/>
                  <a:pt x="473847" y="21215"/>
                  <a:pt x="473847" y="47385"/>
                </a:cubicBezTo>
                <a:lnTo>
                  <a:pt x="473847" y="2010356"/>
                </a:lnTo>
                <a:cubicBezTo>
                  <a:pt x="473847" y="2036526"/>
                  <a:pt x="452632" y="2057741"/>
                  <a:pt x="426462" y="2057741"/>
                </a:cubicBezTo>
                <a:lnTo>
                  <a:pt x="47385" y="2057741"/>
                </a:lnTo>
                <a:cubicBezTo>
                  <a:pt x="21215" y="2057741"/>
                  <a:pt x="0" y="2036526"/>
                  <a:pt x="0" y="2010356"/>
                </a:cubicBezTo>
                <a:lnTo>
                  <a:pt x="0" y="47385"/>
                </a:lnTo>
                <a:close/>
              </a:path>
            </a:pathLst>
          </a:custGeom>
          <a:solidFill>
            <a:schemeClr val="accent2">
              <a:lumMod val="75000"/>
              <a:alpha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8649" tIns="78649" rIns="78649" bIns="78649"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程序控制流程</a:t>
            </a:r>
          </a:p>
        </p:txBody>
      </p:sp>
      <p:sp>
        <p:nvSpPr>
          <p:cNvPr id="18" name="任意多边形: 形状 17">
            <a:extLst>
              <a:ext uri="{FF2B5EF4-FFF2-40B4-BE49-F238E27FC236}">
                <a16:creationId xmlns:a16="http://schemas.microsoft.com/office/drawing/2014/main" id="{B9BF9212-988F-42B4-B112-EBAD4A3D04F7}"/>
              </a:ext>
            </a:extLst>
          </p:cNvPr>
          <p:cNvSpPr/>
          <p:nvPr/>
        </p:nvSpPr>
        <p:spPr>
          <a:xfrm>
            <a:off x="3570964" y="2803696"/>
            <a:ext cx="967596" cy="718295"/>
          </a:xfrm>
          <a:custGeom>
            <a:avLst/>
            <a:gdLst>
              <a:gd name="connsiteX0" fmla="*/ 0 w 967596"/>
              <a:gd name="connsiteY0" fmla="*/ 71830 h 718295"/>
              <a:gd name="connsiteX1" fmla="*/ 71830 w 967596"/>
              <a:gd name="connsiteY1" fmla="*/ 0 h 718295"/>
              <a:gd name="connsiteX2" fmla="*/ 895767 w 967596"/>
              <a:gd name="connsiteY2" fmla="*/ 0 h 718295"/>
              <a:gd name="connsiteX3" fmla="*/ 967597 w 967596"/>
              <a:gd name="connsiteY3" fmla="*/ 71830 h 718295"/>
              <a:gd name="connsiteX4" fmla="*/ 967596 w 967596"/>
              <a:gd name="connsiteY4" fmla="*/ 646466 h 718295"/>
              <a:gd name="connsiteX5" fmla="*/ 895766 w 967596"/>
              <a:gd name="connsiteY5" fmla="*/ 718296 h 718295"/>
              <a:gd name="connsiteX6" fmla="*/ 71830 w 967596"/>
              <a:gd name="connsiteY6" fmla="*/ 718295 h 718295"/>
              <a:gd name="connsiteX7" fmla="*/ 0 w 967596"/>
              <a:gd name="connsiteY7" fmla="*/ 646465 h 718295"/>
              <a:gd name="connsiteX8" fmla="*/ 0 w 967596"/>
              <a:gd name="connsiteY8" fmla="*/ 71830 h 718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7596" h="718295">
                <a:moveTo>
                  <a:pt x="0" y="71830"/>
                </a:moveTo>
                <a:cubicBezTo>
                  <a:pt x="0" y="32159"/>
                  <a:pt x="32159" y="0"/>
                  <a:pt x="71830" y="0"/>
                </a:cubicBezTo>
                <a:lnTo>
                  <a:pt x="895767" y="0"/>
                </a:lnTo>
                <a:cubicBezTo>
                  <a:pt x="935438" y="0"/>
                  <a:pt x="967597" y="32159"/>
                  <a:pt x="967597" y="71830"/>
                </a:cubicBezTo>
                <a:cubicBezTo>
                  <a:pt x="967597" y="263375"/>
                  <a:pt x="967596" y="454921"/>
                  <a:pt x="967596" y="646466"/>
                </a:cubicBezTo>
                <a:cubicBezTo>
                  <a:pt x="967596" y="686137"/>
                  <a:pt x="935437" y="718296"/>
                  <a:pt x="895766" y="718296"/>
                </a:cubicBezTo>
                <a:lnTo>
                  <a:pt x="71830" y="718295"/>
                </a:lnTo>
                <a:cubicBezTo>
                  <a:pt x="32159" y="718295"/>
                  <a:pt x="0" y="686136"/>
                  <a:pt x="0" y="646465"/>
                </a:cubicBezTo>
                <a:lnTo>
                  <a:pt x="0" y="71830"/>
                </a:lnTo>
                <a:close/>
              </a:path>
            </a:pathLst>
          </a:custGeom>
          <a:solidFill>
            <a:schemeClr val="accent2">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5808" tIns="85808" rIns="85808" bIns="85808"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zh-CN" altLang="en-US" sz="1700" b="1"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模块化编程</a:t>
            </a:r>
            <a:endPar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endParaRPr>
          </a:p>
        </p:txBody>
      </p:sp>
      <p:sp>
        <p:nvSpPr>
          <p:cNvPr id="19" name="任意多边形: 形状 18">
            <a:extLst>
              <a:ext uri="{FF2B5EF4-FFF2-40B4-BE49-F238E27FC236}">
                <a16:creationId xmlns:a16="http://schemas.microsoft.com/office/drawing/2014/main" id="{42F6270B-4C72-4754-BD05-EF145D7D38B3}"/>
              </a:ext>
            </a:extLst>
          </p:cNvPr>
          <p:cNvSpPr/>
          <p:nvPr/>
        </p:nvSpPr>
        <p:spPr>
          <a:xfrm>
            <a:off x="3570964" y="3789107"/>
            <a:ext cx="473847" cy="2057741"/>
          </a:xfrm>
          <a:custGeom>
            <a:avLst/>
            <a:gdLst>
              <a:gd name="connsiteX0" fmla="*/ 0 w 473847"/>
              <a:gd name="connsiteY0" fmla="*/ 47385 h 2057741"/>
              <a:gd name="connsiteX1" fmla="*/ 47385 w 473847"/>
              <a:gd name="connsiteY1" fmla="*/ 0 h 2057741"/>
              <a:gd name="connsiteX2" fmla="*/ 426462 w 473847"/>
              <a:gd name="connsiteY2" fmla="*/ 0 h 2057741"/>
              <a:gd name="connsiteX3" fmla="*/ 473847 w 473847"/>
              <a:gd name="connsiteY3" fmla="*/ 47385 h 2057741"/>
              <a:gd name="connsiteX4" fmla="*/ 473847 w 473847"/>
              <a:gd name="connsiteY4" fmla="*/ 2010356 h 2057741"/>
              <a:gd name="connsiteX5" fmla="*/ 426462 w 473847"/>
              <a:gd name="connsiteY5" fmla="*/ 2057741 h 2057741"/>
              <a:gd name="connsiteX6" fmla="*/ 47385 w 473847"/>
              <a:gd name="connsiteY6" fmla="*/ 2057741 h 2057741"/>
              <a:gd name="connsiteX7" fmla="*/ 0 w 473847"/>
              <a:gd name="connsiteY7" fmla="*/ 2010356 h 2057741"/>
              <a:gd name="connsiteX8" fmla="*/ 0 w 473847"/>
              <a:gd name="connsiteY8" fmla="*/ 47385 h 205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3847" h="2057741">
                <a:moveTo>
                  <a:pt x="0" y="47385"/>
                </a:moveTo>
                <a:cubicBezTo>
                  <a:pt x="0" y="21215"/>
                  <a:pt x="21215" y="0"/>
                  <a:pt x="47385" y="0"/>
                </a:cubicBezTo>
                <a:lnTo>
                  <a:pt x="426462" y="0"/>
                </a:lnTo>
                <a:cubicBezTo>
                  <a:pt x="452632" y="0"/>
                  <a:pt x="473847" y="21215"/>
                  <a:pt x="473847" y="47385"/>
                </a:cubicBezTo>
                <a:lnTo>
                  <a:pt x="473847" y="2010356"/>
                </a:lnTo>
                <a:cubicBezTo>
                  <a:pt x="473847" y="2036526"/>
                  <a:pt x="452632" y="2057741"/>
                  <a:pt x="426462" y="2057741"/>
                </a:cubicBezTo>
                <a:lnTo>
                  <a:pt x="47385" y="2057741"/>
                </a:lnTo>
                <a:cubicBezTo>
                  <a:pt x="21215" y="2057741"/>
                  <a:pt x="0" y="2036526"/>
                  <a:pt x="0" y="2010356"/>
                </a:cubicBezTo>
                <a:lnTo>
                  <a:pt x="0" y="47385"/>
                </a:lnTo>
                <a:close/>
              </a:path>
            </a:pathLst>
          </a:custGeom>
          <a:solidFill>
            <a:schemeClr val="accent2">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8649" tIns="78649" rIns="78649" bIns="78649"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分治与函数</a:t>
            </a:r>
          </a:p>
        </p:txBody>
      </p:sp>
      <p:sp>
        <p:nvSpPr>
          <p:cNvPr id="20" name="任意多边形: 形状 19">
            <a:extLst>
              <a:ext uri="{FF2B5EF4-FFF2-40B4-BE49-F238E27FC236}">
                <a16:creationId xmlns:a16="http://schemas.microsoft.com/office/drawing/2014/main" id="{D9C11D87-6F35-4496-BBC5-95F5A663A00A}"/>
              </a:ext>
            </a:extLst>
          </p:cNvPr>
          <p:cNvSpPr/>
          <p:nvPr/>
        </p:nvSpPr>
        <p:spPr>
          <a:xfrm>
            <a:off x="4064713" y="3789107"/>
            <a:ext cx="473847" cy="2057741"/>
          </a:xfrm>
          <a:custGeom>
            <a:avLst/>
            <a:gdLst>
              <a:gd name="connsiteX0" fmla="*/ 0 w 473847"/>
              <a:gd name="connsiteY0" fmla="*/ 47385 h 2057741"/>
              <a:gd name="connsiteX1" fmla="*/ 47385 w 473847"/>
              <a:gd name="connsiteY1" fmla="*/ 0 h 2057741"/>
              <a:gd name="connsiteX2" fmla="*/ 426462 w 473847"/>
              <a:gd name="connsiteY2" fmla="*/ 0 h 2057741"/>
              <a:gd name="connsiteX3" fmla="*/ 473847 w 473847"/>
              <a:gd name="connsiteY3" fmla="*/ 47385 h 2057741"/>
              <a:gd name="connsiteX4" fmla="*/ 473847 w 473847"/>
              <a:gd name="connsiteY4" fmla="*/ 2010356 h 2057741"/>
              <a:gd name="connsiteX5" fmla="*/ 426462 w 473847"/>
              <a:gd name="connsiteY5" fmla="*/ 2057741 h 2057741"/>
              <a:gd name="connsiteX6" fmla="*/ 47385 w 473847"/>
              <a:gd name="connsiteY6" fmla="*/ 2057741 h 2057741"/>
              <a:gd name="connsiteX7" fmla="*/ 0 w 473847"/>
              <a:gd name="connsiteY7" fmla="*/ 2010356 h 2057741"/>
              <a:gd name="connsiteX8" fmla="*/ 0 w 473847"/>
              <a:gd name="connsiteY8" fmla="*/ 47385 h 205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3847" h="2057741">
                <a:moveTo>
                  <a:pt x="0" y="47385"/>
                </a:moveTo>
                <a:cubicBezTo>
                  <a:pt x="0" y="21215"/>
                  <a:pt x="21215" y="0"/>
                  <a:pt x="47385" y="0"/>
                </a:cubicBezTo>
                <a:lnTo>
                  <a:pt x="426462" y="0"/>
                </a:lnTo>
                <a:cubicBezTo>
                  <a:pt x="452632" y="0"/>
                  <a:pt x="473847" y="21215"/>
                  <a:pt x="473847" y="47385"/>
                </a:cubicBezTo>
                <a:lnTo>
                  <a:pt x="473847" y="2010356"/>
                </a:lnTo>
                <a:cubicBezTo>
                  <a:pt x="473847" y="2036526"/>
                  <a:pt x="452632" y="2057741"/>
                  <a:pt x="426462" y="2057741"/>
                </a:cubicBezTo>
                <a:lnTo>
                  <a:pt x="47385" y="2057741"/>
                </a:lnTo>
                <a:cubicBezTo>
                  <a:pt x="21215" y="2057741"/>
                  <a:pt x="0" y="2036526"/>
                  <a:pt x="0" y="2010356"/>
                </a:cubicBezTo>
                <a:lnTo>
                  <a:pt x="0" y="47385"/>
                </a:lnTo>
                <a:close/>
              </a:path>
            </a:pathLst>
          </a:custGeom>
          <a:solidFill>
            <a:schemeClr val="accent2">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8649" tIns="78649" rIns="78649" bIns="78649"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递归函数</a:t>
            </a:r>
          </a:p>
        </p:txBody>
      </p:sp>
      <p:sp>
        <p:nvSpPr>
          <p:cNvPr id="21" name="任意多边形: 形状 20">
            <a:extLst>
              <a:ext uri="{FF2B5EF4-FFF2-40B4-BE49-F238E27FC236}">
                <a16:creationId xmlns:a16="http://schemas.microsoft.com/office/drawing/2014/main" id="{65585670-F1FA-4E86-93A5-C686DFD09611}"/>
              </a:ext>
            </a:extLst>
          </p:cNvPr>
          <p:cNvSpPr/>
          <p:nvPr/>
        </p:nvSpPr>
        <p:spPr>
          <a:xfrm>
            <a:off x="4619375" y="1439147"/>
            <a:ext cx="2514078" cy="2057741"/>
          </a:xfrm>
          <a:custGeom>
            <a:avLst/>
            <a:gdLst>
              <a:gd name="connsiteX0" fmla="*/ 0 w 2016651"/>
              <a:gd name="connsiteY0" fmla="*/ 201665 h 2057741"/>
              <a:gd name="connsiteX1" fmla="*/ 201665 w 2016651"/>
              <a:gd name="connsiteY1" fmla="*/ 0 h 2057741"/>
              <a:gd name="connsiteX2" fmla="*/ 1814986 w 2016651"/>
              <a:gd name="connsiteY2" fmla="*/ 0 h 2057741"/>
              <a:gd name="connsiteX3" fmla="*/ 2016651 w 2016651"/>
              <a:gd name="connsiteY3" fmla="*/ 201665 h 2057741"/>
              <a:gd name="connsiteX4" fmla="*/ 2016651 w 2016651"/>
              <a:gd name="connsiteY4" fmla="*/ 1856076 h 2057741"/>
              <a:gd name="connsiteX5" fmla="*/ 1814986 w 2016651"/>
              <a:gd name="connsiteY5" fmla="*/ 2057741 h 2057741"/>
              <a:gd name="connsiteX6" fmla="*/ 201665 w 2016651"/>
              <a:gd name="connsiteY6" fmla="*/ 2057741 h 2057741"/>
              <a:gd name="connsiteX7" fmla="*/ 0 w 2016651"/>
              <a:gd name="connsiteY7" fmla="*/ 1856076 h 2057741"/>
              <a:gd name="connsiteX8" fmla="*/ 0 w 2016651"/>
              <a:gd name="connsiteY8" fmla="*/ 201665 h 205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6651" h="2057741">
                <a:moveTo>
                  <a:pt x="0" y="201665"/>
                </a:moveTo>
                <a:cubicBezTo>
                  <a:pt x="0" y="90288"/>
                  <a:pt x="90288" y="0"/>
                  <a:pt x="201665" y="0"/>
                </a:cubicBezTo>
                <a:lnTo>
                  <a:pt x="1814986" y="0"/>
                </a:lnTo>
                <a:cubicBezTo>
                  <a:pt x="1926363" y="0"/>
                  <a:pt x="2016651" y="90288"/>
                  <a:pt x="2016651" y="201665"/>
                </a:cubicBezTo>
                <a:lnTo>
                  <a:pt x="2016651" y="1856076"/>
                </a:lnTo>
                <a:cubicBezTo>
                  <a:pt x="2016651" y="1967453"/>
                  <a:pt x="1926363" y="2057741"/>
                  <a:pt x="1814986" y="2057741"/>
                </a:cubicBezTo>
                <a:lnTo>
                  <a:pt x="201665" y="2057741"/>
                </a:lnTo>
                <a:cubicBezTo>
                  <a:pt x="90288" y="2057741"/>
                  <a:pt x="0" y="1967453"/>
                  <a:pt x="0" y="1856076"/>
                </a:cubicBezTo>
                <a:lnTo>
                  <a:pt x="0" y="201665"/>
                </a:lnTo>
                <a:close/>
              </a:path>
            </a:pathLst>
          </a:custGeom>
          <a:solidFill>
            <a:schemeClr val="accent2">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31456" tIns="131456" rIns="131456" bIns="131456" numCol="1" spcCol="1270" anchor="ctr" anchorCtr="0">
            <a:noAutofit/>
          </a:bodyPr>
          <a:lstStyle/>
          <a:p>
            <a:pPr marL="0" marR="0" lvl="0" indent="0" algn="ctr" defTabSz="844550" rtl="0" eaLnBrk="1" fontAlgn="auto" latinLnBrk="0" hangingPunct="1">
              <a:lnSpc>
                <a:spcPct val="90000"/>
              </a:lnSpc>
              <a:spcBef>
                <a:spcPct val="0"/>
              </a:spcBef>
              <a:spcAft>
                <a:spcPct val="35000"/>
              </a:spcAft>
              <a:buClrTx/>
              <a:buSzTx/>
              <a:buFontTx/>
              <a:buNone/>
              <a:tabLst/>
              <a:defRPr/>
            </a:pPr>
            <a:r>
              <a:rPr kumimoji="0" lang="zh-CN" altLang="en-US" sz="1900" b="1"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数据操作基础</a:t>
            </a:r>
            <a:endParaRPr kumimoji="0" lang="zh-CN" altLang="en-US" sz="19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endParaRPr>
          </a:p>
        </p:txBody>
      </p:sp>
      <p:sp>
        <p:nvSpPr>
          <p:cNvPr id="22" name="任意多边形: 形状 21">
            <a:extLst>
              <a:ext uri="{FF2B5EF4-FFF2-40B4-BE49-F238E27FC236}">
                <a16:creationId xmlns:a16="http://schemas.microsoft.com/office/drawing/2014/main" id="{6B640161-A5F0-43C5-9B54-FA7D0BFB157C}"/>
              </a:ext>
            </a:extLst>
          </p:cNvPr>
          <p:cNvSpPr/>
          <p:nvPr/>
        </p:nvSpPr>
        <p:spPr>
          <a:xfrm>
            <a:off x="4619374" y="3764003"/>
            <a:ext cx="474310" cy="2057741"/>
          </a:xfrm>
          <a:custGeom>
            <a:avLst/>
            <a:gdLst>
              <a:gd name="connsiteX0" fmla="*/ 0 w 474310"/>
              <a:gd name="connsiteY0" fmla="*/ 47431 h 2057741"/>
              <a:gd name="connsiteX1" fmla="*/ 47431 w 474310"/>
              <a:gd name="connsiteY1" fmla="*/ 0 h 2057741"/>
              <a:gd name="connsiteX2" fmla="*/ 426879 w 474310"/>
              <a:gd name="connsiteY2" fmla="*/ 0 h 2057741"/>
              <a:gd name="connsiteX3" fmla="*/ 474310 w 474310"/>
              <a:gd name="connsiteY3" fmla="*/ 47431 h 2057741"/>
              <a:gd name="connsiteX4" fmla="*/ 474310 w 474310"/>
              <a:gd name="connsiteY4" fmla="*/ 2010310 h 2057741"/>
              <a:gd name="connsiteX5" fmla="*/ 426879 w 474310"/>
              <a:gd name="connsiteY5" fmla="*/ 2057741 h 2057741"/>
              <a:gd name="connsiteX6" fmla="*/ 47431 w 474310"/>
              <a:gd name="connsiteY6" fmla="*/ 2057741 h 2057741"/>
              <a:gd name="connsiteX7" fmla="*/ 0 w 474310"/>
              <a:gd name="connsiteY7" fmla="*/ 2010310 h 2057741"/>
              <a:gd name="connsiteX8" fmla="*/ 0 w 474310"/>
              <a:gd name="connsiteY8" fmla="*/ 47431 h 205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4310" h="2057741">
                <a:moveTo>
                  <a:pt x="0" y="47431"/>
                </a:moveTo>
                <a:cubicBezTo>
                  <a:pt x="0" y="21236"/>
                  <a:pt x="21236" y="0"/>
                  <a:pt x="47431" y="0"/>
                </a:cubicBezTo>
                <a:lnTo>
                  <a:pt x="426879" y="0"/>
                </a:lnTo>
                <a:cubicBezTo>
                  <a:pt x="453074" y="0"/>
                  <a:pt x="474310" y="21236"/>
                  <a:pt x="474310" y="47431"/>
                </a:cubicBezTo>
                <a:lnTo>
                  <a:pt x="474310" y="2010310"/>
                </a:lnTo>
                <a:cubicBezTo>
                  <a:pt x="474310" y="2036505"/>
                  <a:pt x="453074" y="2057741"/>
                  <a:pt x="426879" y="2057741"/>
                </a:cubicBezTo>
                <a:lnTo>
                  <a:pt x="47431" y="2057741"/>
                </a:lnTo>
                <a:cubicBezTo>
                  <a:pt x="21236" y="2057741"/>
                  <a:pt x="0" y="2036505"/>
                  <a:pt x="0" y="2010310"/>
                </a:cubicBezTo>
                <a:lnTo>
                  <a:pt x="0" y="47431"/>
                </a:lnTo>
                <a:close/>
              </a:path>
            </a:pathLst>
          </a:custGeom>
          <a:solidFill>
            <a:schemeClr val="accent2">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8662" tIns="78662" rIns="78662" bIns="78662"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zh-CN" altLang="en-US" sz="1700" b="1"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数组</a:t>
            </a:r>
            <a:endPar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endParaRPr>
          </a:p>
        </p:txBody>
      </p:sp>
      <p:sp>
        <p:nvSpPr>
          <p:cNvPr id="23" name="任意多边形: 形状 22">
            <a:extLst>
              <a:ext uri="{FF2B5EF4-FFF2-40B4-BE49-F238E27FC236}">
                <a16:creationId xmlns:a16="http://schemas.microsoft.com/office/drawing/2014/main" id="{11D74772-9614-44AA-A3F6-41E1DCF0A0F6}"/>
              </a:ext>
            </a:extLst>
          </p:cNvPr>
          <p:cNvSpPr/>
          <p:nvPr/>
        </p:nvSpPr>
        <p:spPr>
          <a:xfrm>
            <a:off x="5636099" y="3764003"/>
            <a:ext cx="474310" cy="2057741"/>
          </a:xfrm>
          <a:custGeom>
            <a:avLst/>
            <a:gdLst>
              <a:gd name="connsiteX0" fmla="*/ 0 w 474310"/>
              <a:gd name="connsiteY0" fmla="*/ 47431 h 2057741"/>
              <a:gd name="connsiteX1" fmla="*/ 47431 w 474310"/>
              <a:gd name="connsiteY1" fmla="*/ 0 h 2057741"/>
              <a:gd name="connsiteX2" fmla="*/ 426879 w 474310"/>
              <a:gd name="connsiteY2" fmla="*/ 0 h 2057741"/>
              <a:gd name="connsiteX3" fmla="*/ 474310 w 474310"/>
              <a:gd name="connsiteY3" fmla="*/ 47431 h 2057741"/>
              <a:gd name="connsiteX4" fmla="*/ 474310 w 474310"/>
              <a:gd name="connsiteY4" fmla="*/ 2010310 h 2057741"/>
              <a:gd name="connsiteX5" fmla="*/ 426879 w 474310"/>
              <a:gd name="connsiteY5" fmla="*/ 2057741 h 2057741"/>
              <a:gd name="connsiteX6" fmla="*/ 47431 w 474310"/>
              <a:gd name="connsiteY6" fmla="*/ 2057741 h 2057741"/>
              <a:gd name="connsiteX7" fmla="*/ 0 w 474310"/>
              <a:gd name="connsiteY7" fmla="*/ 2010310 h 2057741"/>
              <a:gd name="connsiteX8" fmla="*/ 0 w 474310"/>
              <a:gd name="connsiteY8" fmla="*/ 47431 h 205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4310" h="2057741">
                <a:moveTo>
                  <a:pt x="0" y="47431"/>
                </a:moveTo>
                <a:cubicBezTo>
                  <a:pt x="0" y="21236"/>
                  <a:pt x="21236" y="0"/>
                  <a:pt x="47431" y="0"/>
                </a:cubicBezTo>
                <a:lnTo>
                  <a:pt x="426879" y="0"/>
                </a:lnTo>
                <a:cubicBezTo>
                  <a:pt x="453074" y="0"/>
                  <a:pt x="474310" y="21236"/>
                  <a:pt x="474310" y="47431"/>
                </a:cubicBezTo>
                <a:lnTo>
                  <a:pt x="474310" y="2010310"/>
                </a:lnTo>
                <a:cubicBezTo>
                  <a:pt x="474310" y="2036505"/>
                  <a:pt x="453074" y="2057741"/>
                  <a:pt x="426879" y="2057741"/>
                </a:cubicBezTo>
                <a:lnTo>
                  <a:pt x="47431" y="2057741"/>
                </a:lnTo>
                <a:cubicBezTo>
                  <a:pt x="21236" y="2057741"/>
                  <a:pt x="0" y="2036505"/>
                  <a:pt x="0" y="2010310"/>
                </a:cubicBezTo>
                <a:lnTo>
                  <a:pt x="0" y="47431"/>
                </a:lnTo>
                <a:close/>
              </a:path>
            </a:pathLst>
          </a:custGeom>
          <a:solidFill>
            <a:schemeClr val="accent2">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8662" tIns="78662" rIns="78662" bIns="78662"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字符串</a:t>
            </a:r>
          </a:p>
        </p:txBody>
      </p:sp>
      <p:sp>
        <p:nvSpPr>
          <p:cNvPr id="24" name="任意多边形: 形状 23">
            <a:extLst>
              <a:ext uri="{FF2B5EF4-FFF2-40B4-BE49-F238E27FC236}">
                <a16:creationId xmlns:a16="http://schemas.microsoft.com/office/drawing/2014/main" id="{8D6AB6D7-68FA-4417-AD02-231B0AD6FDD0}"/>
              </a:ext>
            </a:extLst>
          </p:cNvPr>
          <p:cNvSpPr/>
          <p:nvPr/>
        </p:nvSpPr>
        <p:spPr>
          <a:xfrm>
            <a:off x="6150213" y="3764003"/>
            <a:ext cx="474310" cy="2057741"/>
          </a:xfrm>
          <a:custGeom>
            <a:avLst/>
            <a:gdLst>
              <a:gd name="connsiteX0" fmla="*/ 0 w 474310"/>
              <a:gd name="connsiteY0" fmla="*/ 47431 h 2057741"/>
              <a:gd name="connsiteX1" fmla="*/ 47431 w 474310"/>
              <a:gd name="connsiteY1" fmla="*/ 0 h 2057741"/>
              <a:gd name="connsiteX2" fmla="*/ 426879 w 474310"/>
              <a:gd name="connsiteY2" fmla="*/ 0 h 2057741"/>
              <a:gd name="connsiteX3" fmla="*/ 474310 w 474310"/>
              <a:gd name="connsiteY3" fmla="*/ 47431 h 2057741"/>
              <a:gd name="connsiteX4" fmla="*/ 474310 w 474310"/>
              <a:gd name="connsiteY4" fmla="*/ 2010310 h 2057741"/>
              <a:gd name="connsiteX5" fmla="*/ 426879 w 474310"/>
              <a:gd name="connsiteY5" fmla="*/ 2057741 h 2057741"/>
              <a:gd name="connsiteX6" fmla="*/ 47431 w 474310"/>
              <a:gd name="connsiteY6" fmla="*/ 2057741 h 2057741"/>
              <a:gd name="connsiteX7" fmla="*/ 0 w 474310"/>
              <a:gd name="connsiteY7" fmla="*/ 2010310 h 2057741"/>
              <a:gd name="connsiteX8" fmla="*/ 0 w 474310"/>
              <a:gd name="connsiteY8" fmla="*/ 47431 h 205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4310" h="2057741">
                <a:moveTo>
                  <a:pt x="0" y="47431"/>
                </a:moveTo>
                <a:cubicBezTo>
                  <a:pt x="0" y="21236"/>
                  <a:pt x="21236" y="0"/>
                  <a:pt x="47431" y="0"/>
                </a:cubicBezTo>
                <a:lnTo>
                  <a:pt x="426879" y="0"/>
                </a:lnTo>
                <a:cubicBezTo>
                  <a:pt x="453074" y="0"/>
                  <a:pt x="474310" y="21236"/>
                  <a:pt x="474310" y="47431"/>
                </a:cubicBezTo>
                <a:lnTo>
                  <a:pt x="474310" y="2010310"/>
                </a:lnTo>
                <a:cubicBezTo>
                  <a:pt x="474310" y="2036505"/>
                  <a:pt x="453074" y="2057741"/>
                  <a:pt x="426879" y="2057741"/>
                </a:cubicBezTo>
                <a:lnTo>
                  <a:pt x="47431" y="2057741"/>
                </a:lnTo>
                <a:cubicBezTo>
                  <a:pt x="21236" y="2057741"/>
                  <a:pt x="0" y="2036505"/>
                  <a:pt x="0" y="2010310"/>
                </a:cubicBezTo>
                <a:lnTo>
                  <a:pt x="0" y="47431"/>
                </a:lnTo>
                <a:close/>
              </a:path>
            </a:pathLst>
          </a:custGeom>
          <a:solidFill>
            <a:schemeClr val="accent2">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8662" tIns="78662" rIns="78662" bIns="78662"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结构体</a:t>
            </a:r>
          </a:p>
        </p:txBody>
      </p:sp>
      <p:sp>
        <p:nvSpPr>
          <p:cNvPr id="25" name="任意多边形: 形状 24">
            <a:extLst>
              <a:ext uri="{FF2B5EF4-FFF2-40B4-BE49-F238E27FC236}">
                <a16:creationId xmlns:a16="http://schemas.microsoft.com/office/drawing/2014/main" id="{248B7961-5BC8-4BAE-BC40-437C8DB2BC41}"/>
              </a:ext>
            </a:extLst>
          </p:cNvPr>
          <p:cNvSpPr/>
          <p:nvPr/>
        </p:nvSpPr>
        <p:spPr>
          <a:xfrm>
            <a:off x="7427370" y="3764003"/>
            <a:ext cx="474310" cy="2057741"/>
          </a:xfrm>
          <a:custGeom>
            <a:avLst/>
            <a:gdLst>
              <a:gd name="connsiteX0" fmla="*/ 0 w 474310"/>
              <a:gd name="connsiteY0" fmla="*/ 47431 h 2057741"/>
              <a:gd name="connsiteX1" fmla="*/ 47431 w 474310"/>
              <a:gd name="connsiteY1" fmla="*/ 0 h 2057741"/>
              <a:gd name="connsiteX2" fmla="*/ 426879 w 474310"/>
              <a:gd name="connsiteY2" fmla="*/ 0 h 2057741"/>
              <a:gd name="connsiteX3" fmla="*/ 474310 w 474310"/>
              <a:gd name="connsiteY3" fmla="*/ 47431 h 2057741"/>
              <a:gd name="connsiteX4" fmla="*/ 474310 w 474310"/>
              <a:gd name="connsiteY4" fmla="*/ 2010310 h 2057741"/>
              <a:gd name="connsiteX5" fmla="*/ 426879 w 474310"/>
              <a:gd name="connsiteY5" fmla="*/ 2057741 h 2057741"/>
              <a:gd name="connsiteX6" fmla="*/ 47431 w 474310"/>
              <a:gd name="connsiteY6" fmla="*/ 2057741 h 2057741"/>
              <a:gd name="connsiteX7" fmla="*/ 0 w 474310"/>
              <a:gd name="connsiteY7" fmla="*/ 2010310 h 2057741"/>
              <a:gd name="connsiteX8" fmla="*/ 0 w 474310"/>
              <a:gd name="connsiteY8" fmla="*/ 47431 h 205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4310" h="2057741">
                <a:moveTo>
                  <a:pt x="0" y="47431"/>
                </a:moveTo>
                <a:cubicBezTo>
                  <a:pt x="0" y="21236"/>
                  <a:pt x="21236" y="0"/>
                  <a:pt x="47431" y="0"/>
                </a:cubicBezTo>
                <a:lnTo>
                  <a:pt x="426879" y="0"/>
                </a:lnTo>
                <a:cubicBezTo>
                  <a:pt x="453074" y="0"/>
                  <a:pt x="474310" y="21236"/>
                  <a:pt x="474310" y="47431"/>
                </a:cubicBezTo>
                <a:lnTo>
                  <a:pt x="474310" y="2010310"/>
                </a:lnTo>
                <a:cubicBezTo>
                  <a:pt x="474310" y="2036505"/>
                  <a:pt x="453074" y="2057741"/>
                  <a:pt x="426879" y="2057741"/>
                </a:cubicBezTo>
                <a:lnTo>
                  <a:pt x="47431" y="2057741"/>
                </a:lnTo>
                <a:cubicBezTo>
                  <a:pt x="21236" y="2057741"/>
                  <a:pt x="0" y="2036505"/>
                  <a:pt x="0" y="2010310"/>
                </a:cubicBezTo>
                <a:lnTo>
                  <a:pt x="0" y="47431"/>
                </a:lnTo>
                <a:close/>
              </a:path>
            </a:pathLst>
          </a:custGeom>
          <a:solidFill>
            <a:schemeClr val="accent2">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3223" tIns="83223" rIns="83223" bIns="83223"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数据遍历与搜索</a:t>
            </a:r>
          </a:p>
        </p:txBody>
      </p:sp>
      <p:sp>
        <p:nvSpPr>
          <p:cNvPr id="27" name="任意多边形: 形状 26">
            <a:extLst>
              <a:ext uri="{FF2B5EF4-FFF2-40B4-BE49-F238E27FC236}">
                <a16:creationId xmlns:a16="http://schemas.microsoft.com/office/drawing/2014/main" id="{7C39BCB5-2B79-4552-8033-CE6BD44857D2}"/>
              </a:ext>
            </a:extLst>
          </p:cNvPr>
          <p:cNvSpPr/>
          <p:nvPr/>
        </p:nvSpPr>
        <p:spPr>
          <a:xfrm>
            <a:off x="8553752" y="3763999"/>
            <a:ext cx="483042" cy="2057741"/>
          </a:xfrm>
          <a:custGeom>
            <a:avLst/>
            <a:gdLst>
              <a:gd name="connsiteX0" fmla="*/ 0 w 630017"/>
              <a:gd name="connsiteY0" fmla="*/ 63002 h 2057741"/>
              <a:gd name="connsiteX1" fmla="*/ 63002 w 630017"/>
              <a:gd name="connsiteY1" fmla="*/ 0 h 2057741"/>
              <a:gd name="connsiteX2" fmla="*/ 567015 w 630017"/>
              <a:gd name="connsiteY2" fmla="*/ 0 h 2057741"/>
              <a:gd name="connsiteX3" fmla="*/ 630017 w 630017"/>
              <a:gd name="connsiteY3" fmla="*/ 63002 h 2057741"/>
              <a:gd name="connsiteX4" fmla="*/ 630017 w 630017"/>
              <a:gd name="connsiteY4" fmla="*/ 1994739 h 2057741"/>
              <a:gd name="connsiteX5" fmla="*/ 567015 w 630017"/>
              <a:gd name="connsiteY5" fmla="*/ 2057741 h 2057741"/>
              <a:gd name="connsiteX6" fmla="*/ 63002 w 630017"/>
              <a:gd name="connsiteY6" fmla="*/ 2057741 h 2057741"/>
              <a:gd name="connsiteX7" fmla="*/ 0 w 630017"/>
              <a:gd name="connsiteY7" fmla="*/ 1994739 h 2057741"/>
              <a:gd name="connsiteX8" fmla="*/ 0 w 630017"/>
              <a:gd name="connsiteY8" fmla="*/ 63002 h 205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0017" h="2057741">
                <a:moveTo>
                  <a:pt x="0" y="63002"/>
                </a:moveTo>
                <a:cubicBezTo>
                  <a:pt x="0" y="28207"/>
                  <a:pt x="28207" y="0"/>
                  <a:pt x="63002" y="0"/>
                </a:cubicBezTo>
                <a:lnTo>
                  <a:pt x="567015" y="0"/>
                </a:lnTo>
                <a:cubicBezTo>
                  <a:pt x="601810" y="0"/>
                  <a:pt x="630017" y="28207"/>
                  <a:pt x="630017" y="63002"/>
                </a:cubicBezTo>
                <a:lnTo>
                  <a:pt x="630017" y="1994739"/>
                </a:lnTo>
                <a:cubicBezTo>
                  <a:pt x="630017" y="2029534"/>
                  <a:pt x="601810" y="2057741"/>
                  <a:pt x="567015" y="2057741"/>
                </a:cubicBezTo>
                <a:lnTo>
                  <a:pt x="63002" y="2057741"/>
                </a:lnTo>
                <a:cubicBezTo>
                  <a:pt x="28207" y="2057741"/>
                  <a:pt x="0" y="2029534"/>
                  <a:pt x="0" y="1994739"/>
                </a:cubicBezTo>
                <a:lnTo>
                  <a:pt x="0" y="63002"/>
                </a:lnTo>
                <a:close/>
              </a:path>
            </a:pathLst>
          </a:custGeom>
          <a:solidFill>
            <a:schemeClr val="accent2">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3223" tIns="83223" rIns="83223" bIns="83223"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栈与递归</a:t>
            </a:r>
          </a:p>
        </p:txBody>
      </p:sp>
      <p:sp>
        <p:nvSpPr>
          <p:cNvPr id="28" name="任意多边形: 形状 27">
            <a:extLst>
              <a:ext uri="{FF2B5EF4-FFF2-40B4-BE49-F238E27FC236}">
                <a16:creationId xmlns:a16="http://schemas.microsoft.com/office/drawing/2014/main" id="{07652027-6EE7-415A-B724-5965D1305B0F}"/>
              </a:ext>
            </a:extLst>
          </p:cNvPr>
          <p:cNvSpPr/>
          <p:nvPr/>
        </p:nvSpPr>
        <p:spPr>
          <a:xfrm>
            <a:off x="7379046" y="1439147"/>
            <a:ext cx="3369602" cy="2057741"/>
          </a:xfrm>
          <a:custGeom>
            <a:avLst/>
            <a:gdLst>
              <a:gd name="connsiteX0" fmla="*/ 0 w 3044878"/>
              <a:gd name="connsiteY0" fmla="*/ 205774 h 2057741"/>
              <a:gd name="connsiteX1" fmla="*/ 205774 w 3044878"/>
              <a:gd name="connsiteY1" fmla="*/ 0 h 2057741"/>
              <a:gd name="connsiteX2" fmla="*/ 2839104 w 3044878"/>
              <a:gd name="connsiteY2" fmla="*/ 0 h 2057741"/>
              <a:gd name="connsiteX3" fmla="*/ 3044878 w 3044878"/>
              <a:gd name="connsiteY3" fmla="*/ 205774 h 2057741"/>
              <a:gd name="connsiteX4" fmla="*/ 3044878 w 3044878"/>
              <a:gd name="connsiteY4" fmla="*/ 1851967 h 2057741"/>
              <a:gd name="connsiteX5" fmla="*/ 2839104 w 3044878"/>
              <a:gd name="connsiteY5" fmla="*/ 2057741 h 2057741"/>
              <a:gd name="connsiteX6" fmla="*/ 205774 w 3044878"/>
              <a:gd name="connsiteY6" fmla="*/ 2057741 h 2057741"/>
              <a:gd name="connsiteX7" fmla="*/ 0 w 3044878"/>
              <a:gd name="connsiteY7" fmla="*/ 1851967 h 2057741"/>
              <a:gd name="connsiteX8" fmla="*/ 0 w 3044878"/>
              <a:gd name="connsiteY8" fmla="*/ 205774 h 205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44878" h="2057741">
                <a:moveTo>
                  <a:pt x="0" y="205774"/>
                </a:moveTo>
                <a:cubicBezTo>
                  <a:pt x="0" y="92128"/>
                  <a:pt x="92128" y="0"/>
                  <a:pt x="205774" y="0"/>
                </a:cubicBezTo>
                <a:lnTo>
                  <a:pt x="2839104" y="0"/>
                </a:lnTo>
                <a:cubicBezTo>
                  <a:pt x="2952750" y="0"/>
                  <a:pt x="3044878" y="92128"/>
                  <a:pt x="3044878" y="205774"/>
                </a:cubicBezTo>
                <a:lnTo>
                  <a:pt x="3044878" y="1851967"/>
                </a:lnTo>
                <a:cubicBezTo>
                  <a:pt x="3044878" y="1965613"/>
                  <a:pt x="2952750" y="2057741"/>
                  <a:pt x="2839104" y="2057741"/>
                </a:cubicBezTo>
                <a:lnTo>
                  <a:pt x="205774" y="2057741"/>
                </a:lnTo>
                <a:cubicBezTo>
                  <a:pt x="92128" y="2057741"/>
                  <a:pt x="0" y="1965613"/>
                  <a:pt x="0" y="1851967"/>
                </a:cubicBezTo>
                <a:lnTo>
                  <a:pt x="0" y="205774"/>
                </a:lnTo>
                <a:close/>
              </a:path>
            </a:pathLst>
          </a:custGeom>
          <a:solidFill>
            <a:schemeClr val="accent2">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92112" tIns="92112" rIns="92112" bIns="92112" numCol="1" spcCol="1270" anchor="ctr" anchorCtr="0">
            <a:noAutofit/>
          </a:bodyPr>
          <a:lstStyle/>
          <a:p>
            <a:pPr marL="0" marR="0" lvl="0" indent="0" algn="ctr" defTabSz="844550" rtl="0" eaLnBrk="1" fontAlgn="auto" latinLnBrk="0" hangingPunct="1">
              <a:lnSpc>
                <a:spcPct val="90000"/>
              </a:lnSpc>
              <a:spcBef>
                <a:spcPct val="0"/>
              </a:spcBef>
              <a:spcAft>
                <a:spcPct val="35000"/>
              </a:spcAft>
              <a:buClrTx/>
              <a:buSzTx/>
              <a:buFontTx/>
              <a:buNone/>
              <a:tabLst/>
              <a:defRPr/>
            </a:pPr>
            <a:r>
              <a:rPr kumimoji="0" lang="zh-CN" altLang="en-US" sz="1900" b="1"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数据操作进阶</a:t>
            </a:r>
          </a:p>
        </p:txBody>
      </p:sp>
      <p:sp>
        <p:nvSpPr>
          <p:cNvPr id="29" name="任意多边形: 形状 28">
            <a:extLst>
              <a:ext uri="{FF2B5EF4-FFF2-40B4-BE49-F238E27FC236}">
                <a16:creationId xmlns:a16="http://schemas.microsoft.com/office/drawing/2014/main" id="{B74364BF-2E20-40BC-8FEB-13485754CAD9}"/>
              </a:ext>
            </a:extLst>
          </p:cNvPr>
          <p:cNvSpPr/>
          <p:nvPr/>
        </p:nvSpPr>
        <p:spPr>
          <a:xfrm>
            <a:off x="7970805" y="3764001"/>
            <a:ext cx="474310" cy="2057741"/>
          </a:xfrm>
          <a:custGeom>
            <a:avLst/>
            <a:gdLst>
              <a:gd name="connsiteX0" fmla="*/ 0 w 474310"/>
              <a:gd name="connsiteY0" fmla="*/ 47431 h 2057741"/>
              <a:gd name="connsiteX1" fmla="*/ 47431 w 474310"/>
              <a:gd name="connsiteY1" fmla="*/ 0 h 2057741"/>
              <a:gd name="connsiteX2" fmla="*/ 426879 w 474310"/>
              <a:gd name="connsiteY2" fmla="*/ 0 h 2057741"/>
              <a:gd name="connsiteX3" fmla="*/ 474310 w 474310"/>
              <a:gd name="connsiteY3" fmla="*/ 47431 h 2057741"/>
              <a:gd name="connsiteX4" fmla="*/ 474310 w 474310"/>
              <a:gd name="connsiteY4" fmla="*/ 2010310 h 2057741"/>
              <a:gd name="connsiteX5" fmla="*/ 426879 w 474310"/>
              <a:gd name="connsiteY5" fmla="*/ 2057741 h 2057741"/>
              <a:gd name="connsiteX6" fmla="*/ 47431 w 474310"/>
              <a:gd name="connsiteY6" fmla="*/ 2057741 h 2057741"/>
              <a:gd name="connsiteX7" fmla="*/ 0 w 474310"/>
              <a:gd name="connsiteY7" fmla="*/ 2010310 h 2057741"/>
              <a:gd name="connsiteX8" fmla="*/ 0 w 474310"/>
              <a:gd name="connsiteY8" fmla="*/ 47431 h 205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4310" h="2057741">
                <a:moveTo>
                  <a:pt x="0" y="47431"/>
                </a:moveTo>
                <a:cubicBezTo>
                  <a:pt x="0" y="21236"/>
                  <a:pt x="21236" y="0"/>
                  <a:pt x="47431" y="0"/>
                </a:cubicBezTo>
                <a:lnTo>
                  <a:pt x="426879" y="0"/>
                </a:lnTo>
                <a:cubicBezTo>
                  <a:pt x="453074" y="0"/>
                  <a:pt x="474310" y="21236"/>
                  <a:pt x="474310" y="47431"/>
                </a:cubicBezTo>
                <a:lnTo>
                  <a:pt x="474310" y="2010310"/>
                </a:lnTo>
                <a:cubicBezTo>
                  <a:pt x="474310" y="2036505"/>
                  <a:pt x="453074" y="2057741"/>
                  <a:pt x="426879" y="2057741"/>
                </a:cubicBezTo>
                <a:lnTo>
                  <a:pt x="47431" y="2057741"/>
                </a:lnTo>
                <a:cubicBezTo>
                  <a:pt x="21236" y="2057741"/>
                  <a:pt x="0" y="2036505"/>
                  <a:pt x="0" y="2010310"/>
                </a:cubicBezTo>
                <a:lnTo>
                  <a:pt x="0" y="47431"/>
                </a:lnTo>
                <a:close/>
              </a:path>
            </a:pathLst>
          </a:custGeom>
          <a:solidFill>
            <a:schemeClr val="accent2">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3223" tIns="83223" rIns="83223" bIns="83223"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排序算法</a:t>
            </a:r>
          </a:p>
        </p:txBody>
      </p:sp>
      <p:sp>
        <p:nvSpPr>
          <p:cNvPr id="30" name="任意多边形: 形状 29">
            <a:extLst>
              <a:ext uri="{FF2B5EF4-FFF2-40B4-BE49-F238E27FC236}">
                <a16:creationId xmlns:a16="http://schemas.microsoft.com/office/drawing/2014/main" id="{A5C9DA63-C630-4D72-A6C1-AF304F1A4DD1}"/>
              </a:ext>
            </a:extLst>
          </p:cNvPr>
          <p:cNvSpPr/>
          <p:nvPr/>
        </p:nvSpPr>
        <p:spPr>
          <a:xfrm>
            <a:off x="5131326" y="3764002"/>
            <a:ext cx="474310" cy="2057741"/>
          </a:xfrm>
          <a:custGeom>
            <a:avLst/>
            <a:gdLst>
              <a:gd name="connsiteX0" fmla="*/ 0 w 474310"/>
              <a:gd name="connsiteY0" fmla="*/ 47431 h 2057741"/>
              <a:gd name="connsiteX1" fmla="*/ 47431 w 474310"/>
              <a:gd name="connsiteY1" fmla="*/ 0 h 2057741"/>
              <a:gd name="connsiteX2" fmla="*/ 426879 w 474310"/>
              <a:gd name="connsiteY2" fmla="*/ 0 h 2057741"/>
              <a:gd name="connsiteX3" fmla="*/ 474310 w 474310"/>
              <a:gd name="connsiteY3" fmla="*/ 47431 h 2057741"/>
              <a:gd name="connsiteX4" fmla="*/ 474310 w 474310"/>
              <a:gd name="connsiteY4" fmla="*/ 2010310 h 2057741"/>
              <a:gd name="connsiteX5" fmla="*/ 426879 w 474310"/>
              <a:gd name="connsiteY5" fmla="*/ 2057741 h 2057741"/>
              <a:gd name="connsiteX6" fmla="*/ 47431 w 474310"/>
              <a:gd name="connsiteY6" fmla="*/ 2057741 h 2057741"/>
              <a:gd name="connsiteX7" fmla="*/ 0 w 474310"/>
              <a:gd name="connsiteY7" fmla="*/ 2010310 h 2057741"/>
              <a:gd name="connsiteX8" fmla="*/ 0 w 474310"/>
              <a:gd name="connsiteY8" fmla="*/ 47431 h 205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4310" h="2057741">
                <a:moveTo>
                  <a:pt x="0" y="47431"/>
                </a:moveTo>
                <a:cubicBezTo>
                  <a:pt x="0" y="21236"/>
                  <a:pt x="21236" y="0"/>
                  <a:pt x="47431" y="0"/>
                </a:cubicBezTo>
                <a:lnTo>
                  <a:pt x="426879" y="0"/>
                </a:lnTo>
                <a:cubicBezTo>
                  <a:pt x="453074" y="0"/>
                  <a:pt x="474310" y="21236"/>
                  <a:pt x="474310" y="47431"/>
                </a:cubicBezTo>
                <a:lnTo>
                  <a:pt x="474310" y="2010310"/>
                </a:lnTo>
                <a:cubicBezTo>
                  <a:pt x="474310" y="2036505"/>
                  <a:pt x="453074" y="2057741"/>
                  <a:pt x="426879" y="2057741"/>
                </a:cubicBezTo>
                <a:lnTo>
                  <a:pt x="47431" y="2057741"/>
                </a:lnTo>
                <a:cubicBezTo>
                  <a:pt x="21236" y="2057741"/>
                  <a:pt x="0" y="2036505"/>
                  <a:pt x="0" y="2010310"/>
                </a:cubicBezTo>
                <a:lnTo>
                  <a:pt x="0" y="47431"/>
                </a:lnTo>
                <a:close/>
              </a:path>
            </a:pathLst>
          </a:custGeom>
          <a:solidFill>
            <a:schemeClr val="accent2">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8662" tIns="78662" rIns="78662" bIns="78662"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指针</a:t>
            </a:r>
          </a:p>
        </p:txBody>
      </p:sp>
      <p:sp>
        <p:nvSpPr>
          <p:cNvPr id="32" name="任意多边形: 形状 31">
            <a:extLst>
              <a:ext uri="{FF2B5EF4-FFF2-40B4-BE49-F238E27FC236}">
                <a16:creationId xmlns:a16="http://schemas.microsoft.com/office/drawing/2014/main" id="{3146FB9E-6572-4843-9FBB-5615BF621326}"/>
              </a:ext>
            </a:extLst>
          </p:cNvPr>
          <p:cNvSpPr/>
          <p:nvPr/>
        </p:nvSpPr>
        <p:spPr>
          <a:xfrm>
            <a:off x="6659142" y="3764000"/>
            <a:ext cx="474310" cy="2057741"/>
          </a:xfrm>
          <a:custGeom>
            <a:avLst/>
            <a:gdLst>
              <a:gd name="connsiteX0" fmla="*/ 0 w 474310"/>
              <a:gd name="connsiteY0" fmla="*/ 47431 h 2057741"/>
              <a:gd name="connsiteX1" fmla="*/ 47431 w 474310"/>
              <a:gd name="connsiteY1" fmla="*/ 0 h 2057741"/>
              <a:gd name="connsiteX2" fmla="*/ 426879 w 474310"/>
              <a:gd name="connsiteY2" fmla="*/ 0 h 2057741"/>
              <a:gd name="connsiteX3" fmla="*/ 474310 w 474310"/>
              <a:gd name="connsiteY3" fmla="*/ 47431 h 2057741"/>
              <a:gd name="connsiteX4" fmla="*/ 474310 w 474310"/>
              <a:gd name="connsiteY4" fmla="*/ 2010310 h 2057741"/>
              <a:gd name="connsiteX5" fmla="*/ 426879 w 474310"/>
              <a:gd name="connsiteY5" fmla="*/ 2057741 h 2057741"/>
              <a:gd name="connsiteX6" fmla="*/ 47431 w 474310"/>
              <a:gd name="connsiteY6" fmla="*/ 2057741 h 2057741"/>
              <a:gd name="connsiteX7" fmla="*/ 0 w 474310"/>
              <a:gd name="connsiteY7" fmla="*/ 2010310 h 2057741"/>
              <a:gd name="connsiteX8" fmla="*/ 0 w 474310"/>
              <a:gd name="connsiteY8" fmla="*/ 47431 h 205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4310" h="2057741">
                <a:moveTo>
                  <a:pt x="0" y="47431"/>
                </a:moveTo>
                <a:cubicBezTo>
                  <a:pt x="0" y="21236"/>
                  <a:pt x="21236" y="0"/>
                  <a:pt x="47431" y="0"/>
                </a:cubicBezTo>
                <a:lnTo>
                  <a:pt x="426879" y="0"/>
                </a:lnTo>
                <a:cubicBezTo>
                  <a:pt x="453074" y="0"/>
                  <a:pt x="474310" y="21236"/>
                  <a:pt x="474310" y="47431"/>
                </a:cubicBezTo>
                <a:lnTo>
                  <a:pt x="474310" y="2010310"/>
                </a:lnTo>
                <a:cubicBezTo>
                  <a:pt x="474310" y="2036505"/>
                  <a:pt x="453074" y="2057741"/>
                  <a:pt x="426879" y="2057741"/>
                </a:cubicBezTo>
                <a:lnTo>
                  <a:pt x="47431" y="2057741"/>
                </a:lnTo>
                <a:cubicBezTo>
                  <a:pt x="21236" y="2057741"/>
                  <a:pt x="0" y="2036505"/>
                  <a:pt x="0" y="2010310"/>
                </a:cubicBezTo>
                <a:lnTo>
                  <a:pt x="0" y="47431"/>
                </a:lnTo>
                <a:close/>
              </a:path>
            </a:pathLst>
          </a:custGeom>
          <a:solidFill>
            <a:schemeClr val="accent2">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8662" tIns="78662" rIns="78662" bIns="78662"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动态内存分配</a:t>
            </a:r>
          </a:p>
        </p:txBody>
      </p:sp>
      <p:sp>
        <p:nvSpPr>
          <p:cNvPr id="33" name="任意多边形: 形状 32">
            <a:extLst>
              <a:ext uri="{FF2B5EF4-FFF2-40B4-BE49-F238E27FC236}">
                <a16:creationId xmlns:a16="http://schemas.microsoft.com/office/drawing/2014/main" id="{474707D4-0C8A-407D-9003-478CA52AA42A}"/>
              </a:ext>
            </a:extLst>
          </p:cNvPr>
          <p:cNvSpPr/>
          <p:nvPr/>
        </p:nvSpPr>
        <p:spPr>
          <a:xfrm>
            <a:off x="9697426" y="3763998"/>
            <a:ext cx="474310" cy="2057741"/>
          </a:xfrm>
          <a:custGeom>
            <a:avLst/>
            <a:gdLst>
              <a:gd name="connsiteX0" fmla="*/ 0 w 474310"/>
              <a:gd name="connsiteY0" fmla="*/ 47431 h 2057741"/>
              <a:gd name="connsiteX1" fmla="*/ 47431 w 474310"/>
              <a:gd name="connsiteY1" fmla="*/ 0 h 2057741"/>
              <a:gd name="connsiteX2" fmla="*/ 426879 w 474310"/>
              <a:gd name="connsiteY2" fmla="*/ 0 h 2057741"/>
              <a:gd name="connsiteX3" fmla="*/ 474310 w 474310"/>
              <a:gd name="connsiteY3" fmla="*/ 47431 h 2057741"/>
              <a:gd name="connsiteX4" fmla="*/ 474310 w 474310"/>
              <a:gd name="connsiteY4" fmla="*/ 2010310 h 2057741"/>
              <a:gd name="connsiteX5" fmla="*/ 426879 w 474310"/>
              <a:gd name="connsiteY5" fmla="*/ 2057741 h 2057741"/>
              <a:gd name="connsiteX6" fmla="*/ 47431 w 474310"/>
              <a:gd name="connsiteY6" fmla="*/ 2057741 h 2057741"/>
              <a:gd name="connsiteX7" fmla="*/ 0 w 474310"/>
              <a:gd name="connsiteY7" fmla="*/ 2010310 h 2057741"/>
              <a:gd name="connsiteX8" fmla="*/ 0 w 474310"/>
              <a:gd name="connsiteY8" fmla="*/ 47431 h 205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4310" h="2057741">
                <a:moveTo>
                  <a:pt x="0" y="47431"/>
                </a:moveTo>
                <a:cubicBezTo>
                  <a:pt x="0" y="21236"/>
                  <a:pt x="21236" y="0"/>
                  <a:pt x="47431" y="0"/>
                </a:cubicBezTo>
                <a:lnTo>
                  <a:pt x="426879" y="0"/>
                </a:lnTo>
                <a:cubicBezTo>
                  <a:pt x="453074" y="0"/>
                  <a:pt x="474310" y="21236"/>
                  <a:pt x="474310" y="47431"/>
                </a:cubicBezTo>
                <a:lnTo>
                  <a:pt x="474310" y="2010310"/>
                </a:lnTo>
                <a:cubicBezTo>
                  <a:pt x="474310" y="2036505"/>
                  <a:pt x="453074" y="2057741"/>
                  <a:pt x="426879" y="2057741"/>
                </a:cubicBezTo>
                <a:lnTo>
                  <a:pt x="47431" y="2057741"/>
                </a:lnTo>
                <a:cubicBezTo>
                  <a:pt x="21236" y="2057741"/>
                  <a:pt x="0" y="2036505"/>
                  <a:pt x="0" y="2010310"/>
                </a:cubicBezTo>
                <a:lnTo>
                  <a:pt x="0" y="47431"/>
                </a:lnTo>
                <a:close/>
              </a:path>
            </a:pathLst>
          </a:custGeom>
          <a:solidFill>
            <a:schemeClr val="accent2">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3223" tIns="83223" rIns="83223" bIns="83223"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链表</a:t>
            </a:r>
          </a:p>
        </p:txBody>
      </p:sp>
      <p:sp>
        <p:nvSpPr>
          <p:cNvPr id="34" name="任意多边形: 形状 33">
            <a:extLst>
              <a:ext uri="{FF2B5EF4-FFF2-40B4-BE49-F238E27FC236}">
                <a16:creationId xmlns:a16="http://schemas.microsoft.com/office/drawing/2014/main" id="{82652CE0-412E-446C-9D5F-14722BFAE81B}"/>
              </a:ext>
            </a:extLst>
          </p:cNvPr>
          <p:cNvSpPr/>
          <p:nvPr/>
        </p:nvSpPr>
        <p:spPr>
          <a:xfrm>
            <a:off x="10274338" y="3763998"/>
            <a:ext cx="474310" cy="2057741"/>
          </a:xfrm>
          <a:custGeom>
            <a:avLst/>
            <a:gdLst>
              <a:gd name="connsiteX0" fmla="*/ 0 w 474310"/>
              <a:gd name="connsiteY0" fmla="*/ 47431 h 2057741"/>
              <a:gd name="connsiteX1" fmla="*/ 47431 w 474310"/>
              <a:gd name="connsiteY1" fmla="*/ 0 h 2057741"/>
              <a:gd name="connsiteX2" fmla="*/ 426879 w 474310"/>
              <a:gd name="connsiteY2" fmla="*/ 0 h 2057741"/>
              <a:gd name="connsiteX3" fmla="*/ 474310 w 474310"/>
              <a:gd name="connsiteY3" fmla="*/ 47431 h 2057741"/>
              <a:gd name="connsiteX4" fmla="*/ 474310 w 474310"/>
              <a:gd name="connsiteY4" fmla="*/ 2010310 h 2057741"/>
              <a:gd name="connsiteX5" fmla="*/ 426879 w 474310"/>
              <a:gd name="connsiteY5" fmla="*/ 2057741 h 2057741"/>
              <a:gd name="connsiteX6" fmla="*/ 47431 w 474310"/>
              <a:gd name="connsiteY6" fmla="*/ 2057741 h 2057741"/>
              <a:gd name="connsiteX7" fmla="*/ 0 w 474310"/>
              <a:gd name="connsiteY7" fmla="*/ 2010310 h 2057741"/>
              <a:gd name="connsiteX8" fmla="*/ 0 w 474310"/>
              <a:gd name="connsiteY8" fmla="*/ 47431 h 205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4310" h="2057741">
                <a:moveTo>
                  <a:pt x="0" y="47431"/>
                </a:moveTo>
                <a:cubicBezTo>
                  <a:pt x="0" y="21236"/>
                  <a:pt x="21236" y="0"/>
                  <a:pt x="47431" y="0"/>
                </a:cubicBezTo>
                <a:lnTo>
                  <a:pt x="426879" y="0"/>
                </a:lnTo>
                <a:cubicBezTo>
                  <a:pt x="453074" y="0"/>
                  <a:pt x="474310" y="21236"/>
                  <a:pt x="474310" y="47431"/>
                </a:cubicBezTo>
                <a:lnTo>
                  <a:pt x="474310" y="2010310"/>
                </a:lnTo>
                <a:cubicBezTo>
                  <a:pt x="474310" y="2036505"/>
                  <a:pt x="453074" y="2057741"/>
                  <a:pt x="426879" y="2057741"/>
                </a:cubicBezTo>
                <a:lnTo>
                  <a:pt x="47431" y="2057741"/>
                </a:lnTo>
                <a:cubicBezTo>
                  <a:pt x="21236" y="2057741"/>
                  <a:pt x="0" y="2036505"/>
                  <a:pt x="0" y="2010310"/>
                </a:cubicBezTo>
                <a:lnTo>
                  <a:pt x="0" y="47431"/>
                </a:lnTo>
                <a:close/>
              </a:path>
            </a:pathLst>
          </a:custGeom>
          <a:solidFill>
            <a:schemeClr val="accent2">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3223" tIns="83223" rIns="83223" bIns="83223"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树与图简介</a:t>
            </a:r>
          </a:p>
        </p:txBody>
      </p:sp>
      <p:sp>
        <p:nvSpPr>
          <p:cNvPr id="35" name="任意多边形: 形状 34">
            <a:extLst>
              <a:ext uri="{FF2B5EF4-FFF2-40B4-BE49-F238E27FC236}">
                <a16:creationId xmlns:a16="http://schemas.microsoft.com/office/drawing/2014/main" id="{839F80F8-AEDA-43F0-BBD5-B62701A490C4}"/>
              </a:ext>
            </a:extLst>
          </p:cNvPr>
          <p:cNvSpPr/>
          <p:nvPr/>
        </p:nvSpPr>
        <p:spPr>
          <a:xfrm>
            <a:off x="10852547" y="1442567"/>
            <a:ext cx="474310" cy="2057741"/>
          </a:xfrm>
          <a:custGeom>
            <a:avLst/>
            <a:gdLst>
              <a:gd name="connsiteX0" fmla="*/ 0 w 474310"/>
              <a:gd name="connsiteY0" fmla="*/ 47431 h 2057741"/>
              <a:gd name="connsiteX1" fmla="*/ 47431 w 474310"/>
              <a:gd name="connsiteY1" fmla="*/ 0 h 2057741"/>
              <a:gd name="connsiteX2" fmla="*/ 426879 w 474310"/>
              <a:gd name="connsiteY2" fmla="*/ 0 h 2057741"/>
              <a:gd name="connsiteX3" fmla="*/ 474310 w 474310"/>
              <a:gd name="connsiteY3" fmla="*/ 47431 h 2057741"/>
              <a:gd name="connsiteX4" fmla="*/ 474310 w 474310"/>
              <a:gd name="connsiteY4" fmla="*/ 2010310 h 2057741"/>
              <a:gd name="connsiteX5" fmla="*/ 426879 w 474310"/>
              <a:gd name="connsiteY5" fmla="*/ 2057741 h 2057741"/>
              <a:gd name="connsiteX6" fmla="*/ 47431 w 474310"/>
              <a:gd name="connsiteY6" fmla="*/ 2057741 h 2057741"/>
              <a:gd name="connsiteX7" fmla="*/ 0 w 474310"/>
              <a:gd name="connsiteY7" fmla="*/ 2010310 h 2057741"/>
              <a:gd name="connsiteX8" fmla="*/ 0 w 474310"/>
              <a:gd name="connsiteY8" fmla="*/ 47431 h 205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4310" h="2057741">
                <a:moveTo>
                  <a:pt x="0" y="47431"/>
                </a:moveTo>
                <a:cubicBezTo>
                  <a:pt x="0" y="21236"/>
                  <a:pt x="21236" y="0"/>
                  <a:pt x="47431" y="0"/>
                </a:cubicBezTo>
                <a:lnTo>
                  <a:pt x="426879" y="0"/>
                </a:lnTo>
                <a:cubicBezTo>
                  <a:pt x="453074" y="0"/>
                  <a:pt x="474310" y="21236"/>
                  <a:pt x="474310" y="47431"/>
                </a:cubicBezTo>
                <a:lnTo>
                  <a:pt x="474310" y="2010310"/>
                </a:lnTo>
                <a:cubicBezTo>
                  <a:pt x="474310" y="2036505"/>
                  <a:pt x="453074" y="2057741"/>
                  <a:pt x="426879" y="2057741"/>
                </a:cubicBezTo>
                <a:lnTo>
                  <a:pt x="47431" y="2057741"/>
                </a:lnTo>
                <a:cubicBezTo>
                  <a:pt x="21236" y="2057741"/>
                  <a:pt x="0" y="2036505"/>
                  <a:pt x="0" y="2010310"/>
                </a:cubicBezTo>
                <a:lnTo>
                  <a:pt x="0" y="47431"/>
                </a:lnTo>
                <a:close/>
              </a:path>
            </a:pathLst>
          </a:custGeom>
          <a:solidFill>
            <a:schemeClr val="accent5">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6282" tIns="86282" rIns="86282" bIns="86282" numCol="1" spcCol="1270" anchor="ctr" anchorCtr="0">
            <a:noAutofit/>
          </a:bodyPr>
          <a:lstStyle/>
          <a:p>
            <a:pPr marL="0" marR="0" lvl="0" indent="0" algn="ctr" defTabSz="844550" rtl="0" eaLnBrk="1" fontAlgn="auto" latinLnBrk="0" hangingPunct="1">
              <a:lnSpc>
                <a:spcPct val="90000"/>
              </a:lnSpc>
              <a:spcBef>
                <a:spcPct val="0"/>
              </a:spcBef>
              <a:spcAft>
                <a:spcPct val="35000"/>
              </a:spcAft>
              <a:buClrTx/>
              <a:buSzTx/>
              <a:buFontTx/>
              <a:buNone/>
              <a:tabLst/>
              <a:defRPr/>
            </a:pPr>
            <a:r>
              <a:rPr kumimoji="0" lang="zh-CN" altLang="en-US" sz="1900" b="1"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数据存储</a:t>
            </a:r>
          </a:p>
        </p:txBody>
      </p:sp>
      <p:sp>
        <p:nvSpPr>
          <p:cNvPr id="36" name="任意多边形: 形状 35">
            <a:extLst>
              <a:ext uri="{FF2B5EF4-FFF2-40B4-BE49-F238E27FC236}">
                <a16:creationId xmlns:a16="http://schemas.microsoft.com/office/drawing/2014/main" id="{26F396DC-4B98-4008-BFEE-59E3869637E1}"/>
              </a:ext>
            </a:extLst>
          </p:cNvPr>
          <p:cNvSpPr/>
          <p:nvPr/>
        </p:nvSpPr>
        <p:spPr>
          <a:xfrm>
            <a:off x="10852547" y="3767423"/>
            <a:ext cx="474310" cy="2057741"/>
          </a:xfrm>
          <a:custGeom>
            <a:avLst/>
            <a:gdLst>
              <a:gd name="connsiteX0" fmla="*/ 0 w 474310"/>
              <a:gd name="connsiteY0" fmla="*/ 47431 h 2057741"/>
              <a:gd name="connsiteX1" fmla="*/ 47431 w 474310"/>
              <a:gd name="connsiteY1" fmla="*/ 0 h 2057741"/>
              <a:gd name="connsiteX2" fmla="*/ 426879 w 474310"/>
              <a:gd name="connsiteY2" fmla="*/ 0 h 2057741"/>
              <a:gd name="connsiteX3" fmla="*/ 474310 w 474310"/>
              <a:gd name="connsiteY3" fmla="*/ 47431 h 2057741"/>
              <a:gd name="connsiteX4" fmla="*/ 474310 w 474310"/>
              <a:gd name="connsiteY4" fmla="*/ 2010310 h 2057741"/>
              <a:gd name="connsiteX5" fmla="*/ 426879 w 474310"/>
              <a:gd name="connsiteY5" fmla="*/ 2057741 h 2057741"/>
              <a:gd name="connsiteX6" fmla="*/ 47431 w 474310"/>
              <a:gd name="connsiteY6" fmla="*/ 2057741 h 2057741"/>
              <a:gd name="connsiteX7" fmla="*/ 0 w 474310"/>
              <a:gd name="connsiteY7" fmla="*/ 2010310 h 2057741"/>
              <a:gd name="connsiteX8" fmla="*/ 0 w 474310"/>
              <a:gd name="connsiteY8" fmla="*/ 47431 h 205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4310" h="2057741">
                <a:moveTo>
                  <a:pt x="0" y="47431"/>
                </a:moveTo>
                <a:cubicBezTo>
                  <a:pt x="0" y="21236"/>
                  <a:pt x="21236" y="0"/>
                  <a:pt x="47431" y="0"/>
                </a:cubicBezTo>
                <a:lnTo>
                  <a:pt x="426879" y="0"/>
                </a:lnTo>
                <a:cubicBezTo>
                  <a:pt x="453074" y="0"/>
                  <a:pt x="474310" y="21236"/>
                  <a:pt x="474310" y="47431"/>
                </a:cubicBezTo>
                <a:lnTo>
                  <a:pt x="474310" y="2010310"/>
                </a:lnTo>
                <a:cubicBezTo>
                  <a:pt x="474310" y="2036505"/>
                  <a:pt x="453074" y="2057741"/>
                  <a:pt x="426879" y="2057741"/>
                </a:cubicBezTo>
                <a:lnTo>
                  <a:pt x="47431" y="2057741"/>
                </a:lnTo>
                <a:cubicBezTo>
                  <a:pt x="21236" y="2057741"/>
                  <a:pt x="0" y="2036505"/>
                  <a:pt x="0" y="2010310"/>
                </a:cubicBezTo>
                <a:lnTo>
                  <a:pt x="0" y="47431"/>
                </a:lnTo>
                <a:close/>
              </a:path>
            </a:pathLst>
          </a:custGeom>
          <a:solidFill>
            <a:schemeClr val="accent5">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8662" tIns="78662" rIns="78662" bIns="78662"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文件</a:t>
            </a:r>
          </a:p>
        </p:txBody>
      </p:sp>
      <p:sp>
        <p:nvSpPr>
          <p:cNvPr id="14" name="右箭头 8">
            <a:extLst>
              <a:ext uri="{FF2B5EF4-FFF2-40B4-BE49-F238E27FC236}">
                <a16:creationId xmlns:a16="http://schemas.microsoft.com/office/drawing/2014/main" id="{F82150E1-D9FA-4E66-8FB3-78B2287548B7}"/>
              </a:ext>
            </a:extLst>
          </p:cNvPr>
          <p:cNvSpPr/>
          <p:nvPr/>
        </p:nvSpPr>
        <p:spPr>
          <a:xfrm>
            <a:off x="1785045" y="6008899"/>
            <a:ext cx="8579204" cy="955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15" name="文本框 14">
            <a:extLst>
              <a:ext uri="{FF2B5EF4-FFF2-40B4-BE49-F238E27FC236}">
                <a16:creationId xmlns:a16="http://schemas.microsoft.com/office/drawing/2014/main" id="{3D9F7FC3-950B-444F-9709-4A83F89F958B}"/>
              </a:ext>
            </a:extLst>
          </p:cNvPr>
          <p:cNvSpPr txBox="1"/>
          <p:nvPr/>
        </p:nvSpPr>
        <p:spPr>
          <a:xfrm>
            <a:off x="3358555" y="6131396"/>
            <a:ext cx="6382390"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等线" panose="02010600030101010101" pitchFamily="2" charset="-122"/>
                <a:cs typeface="+mn-cs"/>
              </a:rPr>
              <a:t>程序设计思想与数据操作方法融会贯通，内容由浅入深</a:t>
            </a:r>
          </a:p>
        </p:txBody>
      </p:sp>
      <p:sp>
        <p:nvSpPr>
          <p:cNvPr id="9" name="标题 1">
            <a:extLst>
              <a:ext uri="{FF2B5EF4-FFF2-40B4-BE49-F238E27FC236}">
                <a16:creationId xmlns:a16="http://schemas.microsoft.com/office/drawing/2014/main" id="{A675A6CF-8CE7-4901-BE63-522CCE703E2C}"/>
              </a:ext>
            </a:extLst>
          </p:cNvPr>
          <p:cNvSpPr txBox="1">
            <a:spLocks noChangeArrowheads="1"/>
          </p:cNvSpPr>
          <p:nvPr/>
        </p:nvSpPr>
        <p:spPr>
          <a:xfrm>
            <a:off x="706586" y="70881"/>
            <a:ext cx="121920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rPr>
              <a:t>课程内容安排</a:t>
            </a:r>
          </a:p>
        </p:txBody>
      </p:sp>
      <p:sp>
        <p:nvSpPr>
          <p:cNvPr id="2" name="矩形: 圆角 1">
            <a:extLst>
              <a:ext uri="{FF2B5EF4-FFF2-40B4-BE49-F238E27FC236}">
                <a16:creationId xmlns:a16="http://schemas.microsoft.com/office/drawing/2014/main" id="{0DD4874C-F33B-4389-9BD8-F11C7179ABEC}"/>
              </a:ext>
            </a:extLst>
          </p:cNvPr>
          <p:cNvSpPr/>
          <p:nvPr/>
        </p:nvSpPr>
        <p:spPr>
          <a:xfrm>
            <a:off x="2018922" y="2731089"/>
            <a:ext cx="1526018" cy="3192085"/>
          </a:xfrm>
          <a:prstGeom prst="roundRect">
            <a:avLst>
              <a:gd name="adj" fmla="val 6667"/>
            </a:avLst>
          </a:prstGeom>
          <a:noFill/>
          <a:ln w="222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 name="文本框 2">
            <a:extLst>
              <a:ext uri="{FF2B5EF4-FFF2-40B4-BE49-F238E27FC236}">
                <a16:creationId xmlns:a16="http://schemas.microsoft.com/office/drawing/2014/main" id="{3E68D5A2-AC35-446D-9602-C09625CABEEB}"/>
              </a:ext>
            </a:extLst>
          </p:cNvPr>
          <p:cNvSpPr txBox="1"/>
          <p:nvPr/>
        </p:nvSpPr>
        <p:spPr>
          <a:xfrm>
            <a:off x="2206192" y="3458332"/>
            <a:ext cx="1151477"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F0000"/>
                </a:solidFill>
                <a:effectLst/>
                <a:uLnTx/>
                <a:uFillTx/>
                <a:latin typeface="Calibri"/>
                <a:ea typeface="等线" panose="02010600030101010101" pitchFamily="2" charset="-122"/>
                <a:cs typeface="+mn-cs"/>
              </a:rPr>
              <a:t>自学部分</a:t>
            </a:r>
          </a:p>
        </p:txBody>
      </p:sp>
      <p:sp>
        <p:nvSpPr>
          <p:cNvPr id="38" name="任意多边形: 形状 37">
            <a:extLst>
              <a:ext uri="{FF2B5EF4-FFF2-40B4-BE49-F238E27FC236}">
                <a16:creationId xmlns:a16="http://schemas.microsoft.com/office/drawing/2014/main" id="{587D41B6-AC12-4536-8F0B-74F3C3C12BCA}"/>
              </a:ext>
            </a:extLst>
          </p:cNvPr>
          <p:cNvSpPr/>
          <p:nvPr/>
        </p:nvSpPr>
        <p:spPr>
          <a:xfrm>
            <a:off x="9126386" y="3763998"/>
            <a:ext cx="474310" cy="2057741"/>
          </a:xfrm>
          <a:custGeom>
            <a:avLst/>
            <a:gdLst>
              <a:gd name="connsiteX0" fmla="*/ 0 w 474310"/>
              <a:gd name="connsiteY0" fmla="*/ 47431 h 2057741"/>
              <a:gd name="connsiteX1" fmla="*/ 47431 w 474310"/>
              <a:gd name="connsiteY1" fmla="*/ 0 h 2057741"/>
              <a:gd name="connsiteX2" fmla="*/ 426879 w 474310"/>
              <a:gd name="connsiteY2" fmla="*/ 0 h 2057741"/>
              <a:gd name="connsiteX3" fmla="*/ 474310 w 474310"/>
              <a:gd name="connsiteY3" fmla="*/ 47431 h 2057741"/>
              <a:gd name="connsiteX4" fmla="*/ 474310 w 474310"/>
              <a:gd name="connsiteY4" fmla="*/ 2010310 h 2057741"/>
              <a:gd name="connsiteX5" fmla="*/ 426879 w 474310"/>
              <a:gd name="connsiteY5" fmla="*/ 2057741 h 2057741"/>
              <a:gd name="connsiteX6" fmla="*/ 47431 w 474310"/>
              <a:gd name="connsiteY6" fmla="*/ 2057741 h 2057741"/>
              <a:gd name="connsiteX7" fmla="*/ 0 w 474310"/>
              <a:gd name="connsiteY7" fmla="*/ 2010310 h 2057741"/>
              <a:gd name="connsiteX8" fmla="*/ 0 w 474310"/>
              <a:gd name="connsiteY8" fmla="*/ 47431 h 205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4310" h="2057741">
                <a:moveTo>
                  <a:pt x="0" y="47431"/>
                </a:moveTo>
                <a:cubicBezTo>
                  <a:pt x="0" y="21236"/>
                  <a:pt x="21236" y="0"/>
                  <a:pt x="47431" y="0"/>
                </a:cubicBezTo>
                <a:lnTo>
                  <a:pt x="426879" y="0"/>
                </a:lnTo>
                <a:cubicBezTo>
                  <a:pt x="453074" y="0"/>
                  <a:pt x="474310" y="21236"/>
                  <a:pt x="474310" y="47431"/>
                </a:cubicBezTo>
                <a:lnTo>
                  <a:pt x="474310" y="2010310"/>
                </a:lnTo>
                <a:cubicBezTo>
                  <a:pt x="474310" y="2036505"/>
                  <a:pt x="453074" y="2057741"/>
                  <a:pt x="426879" y="2057741"/>
                </a:cubicBezTo>
                <a:lnTo>
                  <a:pt x="47431" y="2057741"/>
                </a:lnTo>
                <a:cubicBezTo>
                  <a:pt x="21236" y="2057741"/>
                  <a:pt x="0" y="2036505"/>
                  <a:pt x="0" y="2010310"/>
                </a:cubicBezTo>
                <a:lnTo>
                  <a:pt x="0" y="47431"/>
                </a:lnTo>
                <a:close/>
              </a:path>
            </a:pathLst>
          </a:custGeom>
          <a:solidFill>
            <a:schemeClr val="accent2">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3223" tIns="83223" rIns="83223" bIns="83223"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r>
              <a:rPr kumimoji="0" lang="zh-CN" altLang="en-US" sz="17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rPr>
              <a:t>队列</a:t>
            </a:r>
          </a:p>
        </p:txBody>
      </p:sp>
      <p:sp>
        <p:nvSpPr>
          <p:cNvPr id="37" name="Rectangle 59">
            <a:extLst>
              <a:ext uri="{FF2B5EF4-FFF2-40B4-BE49-F238E27FC236}">
                <a16:creationId xmlns:a16="http://schemas.microsoft.com/office/drawing/2014/main" id="{84FC8E67-80C4-4BEC-ADA6-3F2B2BF9E656}"/>
              </a:ext>
            </a:extLst>
          </p:cNvPr>
          <p:cNvSpPr>
            <a:spLocks noChangeArrowheads="1"/>
          </p:cNvSpPr>
          <p:nvPr/>
        </p:nvSpPr>
        <p:spPr bwMode="auto">
          <a:xfrm>
            <a:off x="7320136" y="3689797"/>
            <a:ext cx="720080" cy="2206142"/>
          </a:xfrm>
          <a:prstGeom prst="rect">
            <a:avLst/>
          </a:prstGeom>
          <a:noFill/>
          <a:ln w="57150">
            <a:solidFill>
              <a:srgbClr val="FF0000"/>
            </a:solidFill>
            <a:miter lim="800000"/>
            <a:headEnd type="none" w="sm" len="sm"/>
            <a:tailEnd type="none" w="sm" len="sm"/>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 typeface="Monotype Sorts" charset="2"/>
              <a:buNone/>
              <a:tabLst/>
              <a:defRPr/>
            </a:pPr>
            <a:endParaRPr kumimoji="0" lang="zh-CN" altLang="en-US" sz="2400" b="0" i="0" u="none" strike="noStrike" kern="1200" cap="none" spc="0" normalizeH="0" baseline="0" noProof="0">
              <a:ln>
                <a:noFill/>
              </a:ln>
              <a:solidFill>
                <a:prstClr val="black"/>
              </a:solidFill>
              <a:effectLst>
                <a:outerShdw blurRad="38100" dist="38100" dir="2700000" algn="tl">
                  <a:srgbClr val="C0C0C0"/>
                </a:outerShdw>
              </a:effectLst>
              <a:uLnTx/>
              <a:uFillTx/>
              <a:latin typeface="Calibri"/>
              <a:ea typeface="等线" panose="02010600030101010101" pitchFamily="2" charset="-122"/>
              <a:cs typeface="+mn-cs"/>
            </a:endParaRPr>
          </a:p>
        </p:txBody>
      </p:sp>
    </p:spTree>
    <p:extLst>
      <p:ext uri="{BB962C8B-B14F-4D97-AF65-F5344CB8AC3E}">
        <p14:creationId xmlns:p14="http://schemas.microsoft.com/office/powerpoint/2010/main" val="4260489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p:cTn id="7" dur="500" fill="hold"/>
                                        <p:tgtEl>
                                          <p:spTgt spid="37"/>
                                        </p:tgtEl>
                                        <p:attrNameLst>
                                          <p:attrName>ppt_w</p:attrName>
                                        </p:attrNameLst>
                                      </p:cBhvr>
                                      <p:tavLst>
                                        <p:tav tm="0">
                                          <p:val>
                                            <p:fltVal val="0"/>
                                          </p:val>
                                        </p:tav>
                                        <p:tav tm="100000">
                                          <p:val>
                                            <p:strVal val="#ppt_w"/>
                                          </p:val>
                                        </p:tav>
                                      </p:tavLst>
                                    </p:anim>
                                    <p:anim calcmode="lin" valueType="num">
                                      <p:cBhvr>
                                        <p:cTn id="8" dur="500" fill="hold"/>
                                        <p:tgtEl>
                                          <p:spTgt spid="37"/>
                                        </p:tgtEl>
                                        <p:attrNameLst>
                                          <p:attrName>ppt_h</p:attrName>
                                        </p:attrNameLst>
                                      </p:cBhvr>
                                      <p:tavLst>
                                        <p:tav tm="0">
                                          <p:val>
                                            <p:fltVal val="0"/>
                                          </p:val>
                                        </p:tav>
                                        <p:tav tm="100000">
                                          <p:val>
                                            <p:strVal val="#ppt_h"/>
                                          </p:val>
                                        </p:tav>
                                      </p:tavLst>
                                    </p:anim>
                                    <p:animEffect transition="in" filter="fade">
                                      <p:cBhvr>
                                        <p:cTn id="9"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4" name="TextBox 1">
            <a:extLst>
              <a:ext uri="{FF2B5EF4-FFF2-40B4-BE49-F238E27FC236}">
                <a16:creationId xmlns:a16="http://schemas.microsoft.com/office/drawing/2014/main" id="{49E69CE0-8E9C-C2B1-119F-B7B3A476F279}"/>
              </a:ext>
            </a:extLst>
          </p:cNvPr>
          <p:cNvSpPr txBox="1">
            <a:spLocks noChangeArrowheads="1"/>
          </p:cNvSpPr>
          <p:nvPr/>
        </p:nvSpPr>
        <p:spPr bwMode="auto">
          <a:xfrm>
            <a:off x="623392" y="2492896"/>
            <a:ext cx="10225136" cy="3605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lvl="1">
              <a:spcBef>
                <a:spcPct val="0"/>
              </a:spcBef>
              <a:buFontTx/>
              <a:buNone/>
            </a:pPr>
            <a:r>
              <a:rPr lang="en-US" altLang="zh-CN" sz="3911" dirty="0">
                <a:solidFill>
                  <a:srgbClr val="000000"/>
                </a:solidFill>
                <a:latin typeface="+mn-lt"/>
                <a:ea typeface="+mn-ea"/>
                <a:cs typeface="+mn-ea"/>
                <a:sym typeface="+mn-lt"/>
              </a:rPr>
              <a:t>11.1 </a:t>
            </a:r>
            <a:r>
              <a:rPr lang="zh-CN" altLang="zh-CN" sz="3911" dirty="0">
                <a:solidFill>
                  <a:srgbClr val="000000"/>
                </a:solidFill>
                <a:latin typeface="+mn-lt"/>
                <a:ea typeface="+mn-ea"/>
                <a:cs typeface="+mn-ea"/>
                <a:sym typeface="+mn-lt"/>
              </a:rPr>
              <a:t>什么是</a:t>
            </a:r>
            <a:r>
              <a:rPr lang="zh-CN" altLang="en-US" sz="3911" dirty="0">
                <a:solidFill>
                  <a:srgbClr val="000000"/>
                </a:solidFill>
                <a:latin typeface="+mn-lt"/>
                <a:ea typeface="+mn-ea"/>
                <a:cs typeface="+mn-ea"/>
                <a:sym typeface="+mn-lt"/>
              </a:rPr>
              <a:t>数据遍历与搜索</a:t>
            </a:r>
            <a:r>
              <a:rPr lang="zh-CN" altLang="zh-CN" sz="3911" dirty="0">
                <a:solidFill>
                  <a:srgbClr val="000000"/>
                </a:solidFill>
                <a:latin typeface="+mn-lt"/>
                <a:ea typeface="+mn-ea"/>
                <a:cs typeface="+mn-ea"/>
                <a:sym typeface="+mn-lt"/>
              </a:rPr>
              <a:t>？</a:t>
            </a:r>
            <a:endParaRPr lang="en-US" altLang="zh-CN" sz="3911" dirty="0">
              <a:solidFill>
                <a:srgbClr val="000000"/>
              </a:solidFill>
              <a:latin typeface="+mn-lt"/>
              <a:ea typeface="+mn-ea"/>
              <a:cs typeface="+mn-ea"/>
              <a:sym typeface="+mn-lt"/>
            </a:endParaRPr>
          </a:p>
          <a:p>
            <a:pPr lvl="1">
              <a:spcBef>
                <a:spcPct val="0"/>
              </a:spcBef>
              <a:buFontTx/>
              <a:buNone/>
            </a:pPr>
            <a:r>
              <a:rPr lang="en-US" altLang="zh-CN" sz="3911" dirty="0">
                <a:solidFill>
                  <a:srgbClr val="000000"/>
                </a:solidFill>
                <a:latin typeface="+mn-lt"/>
                <a:ea typeface="+mn-ea"/>
                <a:cs typeface="+mn-ea"/>
                <a:sym typeface="+mn-lt"/>
              </a:rPr>
              <a:t>11.2 </a:t>
            </a:r>
            <a:r>
              <a:rPr lang="zh-CN" altLang="en-US" sz="3911" dirty="0">
                <a:solidFill>
                  <a:srgbClr val="000000"/>
                </a:solidFill>
                <a:latin typeface="+mn-lt"/>
                <a:ea typeface="+mn-ea"/>
                <a:cs typeface="+mn-ea"/>
                <a:sym typeface="+mn-lt"/>
              </a:rPr>
              <a:t>算法基本概念回顾</a:t>
            </a:r>
            <a:endParaRPr lang="en-US" altLang="zh-CN" sz="3911" dirty="0">
              <a:solidFill>
                <a:srgbClr val="000000"/>
              </a:solidFill>
              <a:latin typeface="+mn-lt"/>
              <a:ea typeface="+mn-ea"/>
              <a:cs typeface="+mn-ea"/>
              <a:sym typeface="+mn-lt"/>
            </a:endParaRPr>
          </a:p>
          <a:p>
            <a:pPr lvl="1">
              <a:spcBef>
                <a:spcPct val="0"/>
              </a:spcBef>
              <a:buFontTx/>
              <a:buNone/>
            </a:pPr>
            <a:r>
              <a:rPr lang="en-US" altLang="zh-CN" sz="3911" dirty="0">
                <a:solidFill>
                  <a:srgbClr val="000000"/>
                </a:solidFill>
                <a:latin typeface="+mn-lt"/>
                <a:ea typeface="+mn-ea"/>
                <a:cs typeface="+mn-ea"/>
                <a:sym typeface="+mn-lt"/>
              </a:rPr>
              <a:t>11.3 </a:t>
            </a:r>
            <a:r>
              <a:rPr lang="zh-CN" altLang="zh-CN" sz="3911" dirty="0">
                <a:solidFill>
                  <a:srgbClr val="000000"/>
                </a:solidFill>
                <a:latin typeface="+mn-lt"/>
                <a:ea typeface="+mn-ea"/>
                <a:cs typeface="+mn-ea"/>
                <a:sym typeface="+mn-lt"/>
              </a:rPr>
              <a:t>算法</a:t>
            </a:r>
            <a:r>
              <a:rPr lang="zh-CN" altLang="en-US" sz="3911" dirty="0">
                <a:solidFill>
                  <a:srgbClr val="000000"/>
                </a:solidFill>
                <a:latin typeface="+mn-lt"/>
                <a:ea typeface="+mn-ea"/>
                <a:cs typeface="+mn-ea"/>
                <a:sym typeface="+mn-lt"/>
              </a:rPr>
              <a:t>正确性</a:t>
            </a:r>
            <a:r>
              <a:rPr lang="zh-CN" altLang="zh-CN" sz="3911" dirty="0">
                <a:solidFill>
                  <a:srgbClr val="000000"/>
                </a:solidFill>
                <a:latin typeface="+mn-lt"/>
                <a:ea typeface="+mn-ea"/>
                <a:cs typeface="+mn-ea"/>
                <a:sym typeface="+mn-lt"/>
              </a:rPr>
              <a:t>分析</a:t>
            </a:r>
            <a:r>
              <a:rPr lang="zh-CN" altLang="en-US" sz="3911" dirty="0">
                <a:solidFill>
                  <a:srgbClr val="000000"/>
                </a:solidFill>
                <a:latin typeface="+mn-lt"/>
                <a:ea typeface="+mn-ea"/>
                <a:cs typeface="+mn-ea"/>
                <a:sym typeface="+mn-lt"/>
              </a:rPr>
              <a:t>与</a:t>
            </a:r>
            <a:r>
              <a:rPr lang="zh-CN" altLang="en-US" sz="3911" b="1" dirty="0">
                <a:solidFill>
                  <a:srgbClr val="FF0000"/>
                </a:solidFill>
                <a:latin typeface="+mn-lt"/>
                <a:ea typeface="+mn-ea"/>
                <a:cs typeface="+mn-ea"/>
                <a:sym typeface="+mn-lt"/>
              </a:rPr>
              <a:t>复杂度分析</a:t>
            </a:r>
            <a:endParaRPr lang="zh-CN" altLang="zh-CN" sz="3911" b="1" dirty="0">
              <a:solidFill>
                <a:srgbClr val="FF0000"/>
              </a:solidFill>
              <a:latin typeface="+mn-lt"/>
              <a:ea typeface="+mn-ea"/>
              <a:cs typeface="+mn-ea"/>
              <a:sym typeface="+mn-lt"/>
            </a:endParaRPr>
          </a:p>
          <a:p>
            <a:pPr lvl="1">
              <a:spcBef>
                <a:spcPct val="0"/>
              </a:spcBef>
              <a:buFontTx/>
              <a:buNone/>
            </a:pPr>
            <a:r>
              <a:rPr lang="en-US" altLang="zh-CN" sz="3911" dirty="0">
                <a:solidFill>
                  <a:srgbClr val="000000"/>
                </a:solidFill>
                <a:latin typeface="+mn-lt"/>
                <a:ea typeface="+mn-ea"/>
                <a:cs typeface="+mn-ea"/>
                <a:sym typeface="+mn-lt"/>
              </a:rPr>
              <a:t>11.4 </a:t>
            </a:r>
            <a:r>
              <a:rPr lang="zh-CN" altLang="en-US" sz="3911" dirty="0">
                <a:solidFill>
                  <a:srgbClr val="000000"/>
                </a:solidFill>
                <a:latin typeface="+mn-lt"/>
                <a:ea typeface="+mn-ea"/>
                <a:cs typeface="+mn-ea"/>
                <a:sym typeface="+mn-lt"/>
              </a:rPr>
              <a:t>应用举例：查找算法</a:t>
            </a:r>
            <a:endParaRPr lang="en-US" altLang="zh-CN" sz="3911" dirty="0">
              <a:solidFill>
                <a:srgbClr val="000000"/>
              </a:solidFill>
              <a:latin typeface="+mn-lt"/>
              <a:ea typeface="+mn-ea"/>
              <a:cs typeface="+mn-ea"/>
              <a:sym typeface="+mn-lt"/>
            </a:endParaRPr>
          </a:p>
          <a:p>
            <a:pPr lvl="1">
              <a:spcBef>
                <a:spcPct val="0"/>
              </a:spcBef>
              <a:buFontTx/>
              <a:buNone/>
            </a:pPr>
            <a:r>
              <a:rPr lang="en-US" altLang="zh-CN" sz="3911" dirty="0">
                <a:solidFill>
                  <a:srgbClr val="000000"/>
                </a:solidFill>
                <a:latin typeface="+mn-lt"/>
                <a:ea typeface="+mn-ea"/>
                <a:cs typeface="+mn-ea"/>
                <a:sym typeface="+mn-lt"/>
              </a:rPr>
              <a:t>11.5 </a:t>
            </a:r>
            <a:r>
              <a:rPr lang="zh-CN" altLang="en-US" sz="3911" dirty="0">
                <a:solidFill>
                  <a:srgbClr val="000000"/>
                </a:solidFill>
                <a:latin typeface="+mn-lt"/>
                <a:ea typeface="+mn-ea"/>
                <a:cs typeface="+mn-ea"/>
                <a:sym typeface="+mn-lt"/>
              </a:rPr>
              <a:t>应用举例：数组修改</a:t>
            </a:r>
            <a:endParaRPr lang="zh-CN" altLang="zh-CN" sz="3911" dirty="0">
              <a:solidFill>
                <a:srgbClr val="000000"/>
              </a:solidFill>
              <a:latin typeface="+mn-lt"/>
              <a:ea typeface="+mn-ea"/>
              <a:cs typeface="+mn-ea"/>
              <a:sym typeface="+mn-lt"/>
            </a:endParaRPr>
          </a:p>
          <a:p>
            <a:pPr eaLnBrk="1" hangingPunct="1">
              <a:lnSpc>
                <a:spcPct val="150000"/>
              </a:lnSpc>
              <a:spcBef>
                <a:spcPct val="0"/>
              </a:spcBef>
              <a:buFontTx/>
              <a:buNone/>
            </a:pPr>
            <a:endParaRPr lang="zh-CN" altLang="en-US" sz="2489" dirty="0">
              <a:solidFill>
                <a:srgbClr val="1A9EE9"/>
              </a:solidFill>
              <a:latin typeface="+mn-lt"/>
              <a:ea typeface="+mn-ea"/>
              <a:cs typeface="+mn-ea"/>
              <a:sym typeface="+mn-lt"/>
            </a:endParaRPr>
          </a:p>
        </p:txBody>
      </p:sp>
      <p:sp>
        <p:nvSpPr>
          <p:cNvPr id="4" name="Rectangle 2"/>
          <p:cNvSpPr txBox="1">
            <a:spLocks noChangeArrowheads="1"/>
          </p:cNvSpPr>
          <p:nvPr/>
        </p:nvSpPr>
        <p:spPr bwMode="auto">
          <a:xfrm>
            <a:off x="27848" y="0"/>
            <a:ext cx="8915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eaLnBrk="0" fontAlgn="base" hangingPunct="0">
              <a:spcBef>
                <a:spcPct val="0"/>
              </a:spcBef>
              <a:spcAft>
                <a:spcPct val="0"/>
              </a:spcAft>
              <a:defRPr sz="3600" b="1" kern="1200">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9pPr>
          </a:lstStyle>
          <a:p>
            <a:pPr algn="l" eaLnBrk="1" hangingPunct="1"/>
            <a:r>
              <a:rPr lang="zh-CN" altLang="en-US" dirty="0">
                <a:latin typeface="黑体" panose="02010609060101010101" pitchFamily="49" charset="-122"/>
              </a:rPr>
              <a:t> 第十一讲 数据遍历与搜索</a:t>
            </a:r>
            <a:r>
              <a:rPr lang="en-US" altLang="zh-CN" dirty="0">
                <a:latin typeface="黑体" panose="02010609060101010101" pitchFamily="49" charset="-122"/>
              </a:rPr>
              <a:t>——</a:t>
            </a:r>
            <a:r>
              <a:rPr lang="zh-CN" altLang="en-US" dirty="0">
                <a:latin typeface="黑体" panose="02010609060101010101" pitchFamily="49" charset="-122"/>
              </a:rPr>
              <a:t>学习内容</a:t>
            </a:r>
          </a:p>
        </p:txBody>
      </p:sp>
    </p:spTree>
    <p:extLst>
      <p:ext uri="{BB962C8B-B14F-4D97-AF65-F5344CB8AC3E}">
        <p14:creationId xmlns:p14="http://schemas.microsoft.com/office/powerpoint/2010/main" val="2137011262"/>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4" name="TextBox 1">
            <a:extLst>
              <a:ext uri="{FF2B5EF4-FFF2-40B4-BE49-F238E27FC236}">
                <a16:creationId xmlns:a16="http://schemas.microsoft.com/office/drawing/2014/main" id="{49E69CE0-8E9C-C2B1-119F-B7B3A476F279}"/>
              </a:ext>
            </a:extLst>
          </p:cNvPr>
          <p:cNvSpPr txBox="1">
            <a:spLocks noChangeArrowheads="1"/>
          </p:cNvSpPr>
          <p:nvPr/>
        </p:nvSpPr>
        <p:spPr bwMode="auto">
          <a:xfrm>
            <a:off x="623392" y="2492896"/>
            <a:ext cx="10225136" cy="3605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lvl="1">
              <a:spcBef>
                <a:spcPct val="0"/>
              </a:spcBef>
              <a:buFontTx/>
              <a:buNone/>
            </a:pPr>
            <a:r>
              <a:rPr lang="en-US" altLang="zh-CN" sz="3911" dirty="0">
                <a:solidFill>
                  <a:srgbClr val="FF0000"/>
                </a:solidFill>
                <a:latin typeface="+mn-lt"/>
                <a:ea typeface="+mn-ea"/>
                <a:cs typeface="+mn-ea"/>
                <a:sym typeface="+mn-lt"/>
              </a:rPr>
              <a:t>11.1 </a:t>
            </a:r>
            <a:r>
              <a:rPr lang="zh-CN" altLang="zh-CN" sz="3911" dirty="0">
                <a:solidFill>
                  <a:srgbClr val="FF0000"/>
                </a:solidFill>
                <a:latin typeface="+mn-lt"/>
                <a:ea typeface="+mn-ea"/>
                <a:cs typeface="+mn-ea"/>
                <a:sym typeface="+mn-lt"/>
              </a:rPr>
              <a:t>什么是</a:t>
            </a:r>
            <a:r>
              <a:rPr lang="zh-CN" altLang="en-US" sz="3911" dirty="0">
                <a:solidFill>
                  <a:srgbClr val="FF0000"/>
                </a:solidFill>
                <a:latin typeface="+mn-lt"/>
                <a:ea typeface="+mn-ea"/>
                <a:cs typeface="+mn-ea"/>
                <a:sym typeface="+mn-lt"/>
              </a:rPr>
              <a:t>数据遍历与搜索</a:t>
            </a:r>
            <a:r>
              <a:rPr lang="zh-CN" altLang="zh-CN" sz="3911" dirty="0">
                <a:solidFill>
                  <a:srgbClr val="FF0000"/>
                </a:solidFill>
                <a:latin typeface="+mn-lt"/>
                <a:ea typeface="+mn-ea"/>
                <a:cs typeface="+mn-ea"/>
                <a:sym typeface="+mn-lt"/>
              </a:rPr>
              <a:t>？</a:t>
            </a:r>
            <a:endParaRPr lang="en-US" altLang="zh-CN" sz="3911" dirty="0">
              <a:solidFill>
                <a:srgbClr val="FF0000"/>
              </a:solidFill>
              <a:latin typeface="+mn-lt"/>
              <a:ea typeface="+mn-ea"/>
              <a:cs typeface="+mn-ea"/>
              <a:sym typeface="+mn-lt"/>
            </a:endParaRPr>
          </a:p>
          <a:p>
            <a:pPr lvl="1">
              <a:spcBef>
                <a:spcPct val="0"/>
              </a:spcBef>
              <a:buFontTx/>
              <a:buNone/>
            </a:pPr>
            <a:r>
              <a:rPr lang="en-US" altLang="zh-CN" sz="3911" dirty="0">
                <a:solidFill>
                  <a:srgbClr val="000000"/>
                </a:solidFill>
                <a:latin typeface="+mn-lt"/>
                <a:ea typeface="+mn-ea"/>
                <a:cs typeface="+mn-ea"/>
                <a:sym typeface="+mn-lt"/>
              </a:rPr>
              <a:t>11.2 </a:t>
            </a:r>
            <a:r>
              <a:rPr lang="zh-CN" altLang="en-US" sz="3911" dirty="0">
                <a:solidFill>
                  <a:srgbClr val="000000"/>
                </a:solidFill>
                <a:latin typeface="+mn-lt"/>
                <a:ea typeface="+mn-ea"/>
                <a:cs typeface="+mn-ea"/>
                <a:sym typeface="+mn-lt"/>
              </a:rPr>
              <a:t>算法基本概念回顾</a:t>
            </a:r>
            <a:endParaRPr lang="en-US" altLang="zh-CN" sz="3911" dirty="0">
              <a:solidFill>
                <a:srgbClr val="000000"/>
              </a:solidFill>
              <a:latin typeface="+mn-lt"/>
              <a:ea typeface="+mn-ea"/>
              <a:cs typeface="+mn-ea"/>
              <a:sym typeface="+mn-lt"/>
            </a:endParaRPr>
          </a:p>
          <a:p>
            <a:pPr lvl="1">
              <a:spcBef>
                <a:spcPct val="0"/>
              </a:spcBef>
              <a:buFontTx/>
              <a:buNone/>
            </a:pPr>
            <a:r>
              <a:rPr lang="en-US" altLang="zh-CN" sz="3911" dirty="0">
                <a:solidFill>
                  <a:srgbClr val="000000"/>
                </a:solidFill>
                <a:latin typeface="+mn-lt"/>
                <a:ea typeface="+mn-ea"/>
                <a:cs typeface="+mn-ea"/>
                <a:sym typeface="+mn-lt"/>
              </a:rPr>
              <a:t>11.3 </a:t>
            </a:r>
            <a:r>
              <a:rPr lang="zh-CN" altLang="zh-CN" sz="3911" dirty="0">
                <a:solidFill>
                  <a:srgbClr val="000000"/>
                </a:solidFill>
                <a:latin typeface="+mn-lt"/>
                <a:ea typeface="+mn-ea"/>
                <a:cs typeface="+mn-ea"/>
                <a:sym typeface="+mn-lt"/>
              </a:rPr>
              <a:t>算法</a:t>
            </a:r>
            <a:r>
              <a:rPr lang="zh-CN" altLang="en-US" sz="3911" dirty="0">
                <a:solidFill>
                  <a:srgbClr val="000000"/>
                </a:solidFill>
                <a:latin typeface="+mn-lt"/>
                <a:ea typeface="+mn-ea"/>
                <a:cs typeface="+mn-ea"/>
                <a:sym typeface="+mn-lt"/>
              </a:rPr>
              <a:t>正确性</a:t>
            </a:r>
            <a:r>
              <a:rPr lang="zh-CN" altLang="zh-CN" sz="3911" dirty="0">
                <a:solidFill>
                  <a:srgbClr val="000000"/>
                </a:solidFill>
                <a:latin typeface="+mn-lt"/>
                <a:ea typeface="+mn-ea"/>
                <a:cs typeface="+mn-ea"/>
                <a:sym typeface="+mn-lt"/>
              </a:rPr>
              <a:t>分析</a:t>
            </a:r>
            <a:r>
              <a:rPr lang="zh-CN" altLang="en-US" sz="3911" dirty="0">
                <a:solidFill>
                  <a:srgbClr val="000000"/>
                </a:solidFill>
                <a:latin typeface="+mn-lt"/>
                <a:ea typeface="+mn-ea"/>
                <a:cs typeface="+mn-ea"/>
                <a:sym typeface="+mn-lt"/>
              </a:rPr>
              <a:t>与</a:t>
            </a:r>
            <a:r>
              <a:rPr lang="zh-CN" altLang="en-US" sz="3911" dirty="0">
                <a:latin typeface="+mn-lt"/>
                <a:ea typeface="+mn-ea"/>
                <a:cs typeface="+mn-ea"/>
                <a:sym typeface="+mn-lt"/>
              </a:rPr>
              <a:t>复杂度分析</a:t>
            </a:r>
            <a:endParaRPr lang="zh-CN" altLang="zh-CN" sz="3911" dirty="0">
              <a:latin typeface="+mn-lt"/>
              <a:ea typeface="+mn-ea"/>
              <a:cs typeface="+mn-ea"/>
              <a:sym typeface="+mn-lt"/>
            </a:endParaRPr>
          </a:p>
          <a:p>
            <a:pPr lvl="1">
              <a:spcBef>
                <a:spcPct val="0"/>
              </a:spcBef>
              <a:buFontTx/>
              <a:buNone/>
            </a:pPr>
            <a:r>
              <a:rPr lang="en-US" altLang="zh-CN" sz="3911" dirty="0">
                <a:solidFill>
                  <a:srgbClr val="000000"/>
                </a:solidFill>
                <a:latin typeface="+mn-lt"/>
                <a:ea typeface="+mn-ea"/>
                <a:cs typeface="+mn-ea"/>
                <a:sym typeface="+mn-lt"/>
              </a:rPr>
              <a:t>11.4 </a:t>
            </a:r>
            <a:r>
              <a:rPr lang="zh-CN" altLang="en-US" sz="3911" dirty="0">
                <a:solidFill>
                  <a:srgbClr val="000000"/>
                </a:solidFill>
                <a:latin typeface="+mn-lt"/>
                <a:ea typeface="+mn-ea"/>
                <a:cs typeface="+mn-ea"/>
                <a:sym typeface="+mn-lt"/>
              </a:rPr>
              <a:t>应用举例：查找算法</a:t>
            </a:r>
            <a:endParaRPr lang="en-US" altLang="zh-CN" sz="3911" dirty="0">
              <a:solidFill>
                <a:srgbClr val="000000"/>
              </a:solidFill>
              <a:latin typeface="+mn-lt"/>
              <a:ea typeface="+mn-ea"/>
              <a:cs typeface="+mn-ea"/>
              <a:sym typeface="+mn-lt"/>
            </a:endParaRPr>
          </a:p>
          <a:p>
            <a:pPr lvl="1">
              <a:spcBef>
                <a:spcPct val="0"/>
              </a:spcBef>
              <a:buFontTx/>
              <a:buNone/>
            </a:pPr>
            <a:r>
              <a:rPr lang="en-US" altLang="zh-CN" sz="3911" dirty="0">
                <a:solidFill>
                  <a:srgbClr val="000000"/>
                </a:solidFill>
                <a:latin typeface="+mn-lt"/>
                <a:ea typeface="+mn-ea"/>
                <a:cs typeface="+mn-ea"/>
                <a:sym typeface="+mn-lt"/>
              </a:rPr>
              <a:t>11.5 </a:t>
            </a:r>
            <a:r>
              <a:rPr lang="zh-CN" altLang="en-US" sz="3911" dirty="0">
                <a:solidFill>
                  <a:srgbClr val="000000"/>
                </a:solidFill>
                <a:latin typeface="+mn-lt"/>
                <a:ea typeface="+mn-ea"/>
                <a:cs typeface="+mn-ea"/>
                <a:sym typeface="+mn-lt"/>
              </a:rPr>
              <a:t>应用举例：数组修改</a:t>
            </a:r>
            <a:endParaRPr lang="zh-CN" altLang="zh-CN" sz="3911" dirty="0">
              <a:solidFill>
                <a:srgbClr val="000000"/>
              </a:solidFill>
              <a:latin typeface="+mn-lt"/>
              <a:ea typeface="+mn-ea"/>
              <a:cs typeface="+mn-ea"/>
              <a:sym typeface="+mn-lt"/>
            </a:endParaRPr>
          </a:p>
          <a:p>
            <a:pPr eaLnBrk="1" hangingPunct="1">
              <a:lnSpc>
                <a:spcPct val="150000"/>
              </a:lnSpc>
              <a:spcBef>
                <a:spcPct val="0"/>
              </a:spcBef>
              <a:buFontTx/>
              <a:buNone/>
            </a:pPr>
            <a:endParaRPr lang="zh-CN" altLang="en-US" sz="2489" dirty="0">
              <a:solidFill>
                <a:srgbClr val="1A9EE9"/>
              </a:solidFill>
              <a:latin typeface="+mn-lt"/>
              <a:ea typeface="+mn-ea"/>
              <a:cs typeface="+mn-ea"/>
              <a:sym typeface="+mn-lt"/>
            </a:endParaRPr>
          </a:p>
        </p:txBody>
      </p:sp>
      <p:sp>
        <p:nvSpPr>
          <p:cNvPr id="4" name="Rectangle 2"/>
          <p:cNvSpPr txBox="1">
            <a:spLocks noChangeArrowheads="1"/>
          </p:cNvSpPr>
          <p:nvPr/>
        </p:nvSpPr>
        <p:spPr bwMode="auto">
          <a:xfrm>
            <a:off x="27848" y="0"/>
            <a:ext cx="8915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eaLnBrk="0" fontAlgn="base" hangingPunct="0">
              <a:spcBef>
                <a:spcPct val="0"/>
              </a:spcBef>
              <a:spcAft>
                <a:spcPct val="0"/>
              </a:spcAft>
              <a:defRPr sz="3600" b="1" kern="1200">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9pPr>
          </a:lstStyle>
          <a:p>
            <a:pPr algn="l" eaLnBrk="1" hangingPunct="1"/>
            <a:r>
              <a:rPr lang="zh-CN" altLang="en-US" dirty="0">
                <a:latin typeface="黑体" panose="02010609060101010101" pitchFamily="49" charset="-122"/>
              </a:rPr>
              <a:t> 第十一讲 数据遍历与搜索</a:t>
            </a:r>
            <a:r>
              <a:rPr lang="en-US" altLang="zh-CN" dirty="0">
                <a:latin typeface="黑体" panose="02010609060101010101" pitchFamily="49" charset="-122"/>
              </a:rPr>
              <a:t>——</a:t>
            </a:r>
            <a:r>
              <a:rPr lang="zh-CN" altLang="en-US" dirty="0">
                <a:latin typeface="黑体" panose="02010609060101010101" pitchFamily="49" charset="-122"/>
              </a:rPr>
              <a:t>学习内容</a:t>
            </a:r>
          </a:p>
        </p:txBody>
      </p:sp>
    </p:spTree>
    <p:extLst>
      <p:ext uri="{BB962C8B-B14F-4D97-AF65-F5344CB8AC3E}">
        <p14:creationId xmlns:p14="http://schemas.microsoft.com/office/powerpoint/2010/main" val="90309083"/>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EAB39FCA-9D9B-B6C0-7351-B03E4389E0FC}"/>
              </a:ext>
            </a:extLst>
          </p:cNvPr>
          <p:cNvSpPr txBox="1">
            <a:spLocks/>
          </p:cNvSpPr>
          <p:nvPr/>
        </p:nvSpPr>
        <p:spPr>
          <a:xfrm>
            <a:off x="767408" y="1772816"/>
            <a:ext cx="9577064" cy="4395612"/>
          </a:xfrm>
        </p:spPr>
        <p:txBody>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a:lnSpc>
                <a:spcPct val="100000"/>
              </a:lnSpc>
              <a:spcBef>
                <a:spcPts val="600"/>
              </a:spcBef>
              <a:spcAft>
                <a:spcPts val="600"/>
              </a:spcAft>
              <a:buFont typeface="Wingdings" panose="05000000000000000000" pitchFamily="2" charset="2"/>
              <a:buChar char="l"/>
              <a:defRPr/>
            </a:pPr>
            <a:r>
              <a:rPr kumimoji="1" lang="zh-CN" altLang="en-US" sz="2400" b="1" dirty="0">
                <a:cs typeface="+mn-ea"/>
                <a:sym typeface="+mn-lt"/>
              </a:rPr>
              <a:t>数据遍历和数据搜索</a:t>
            </a:r>
            <a:endParaRPr kumimoji="1" lang="en-US" altLang="zh-CN" sz="2400" b="1" dirty="0">
              <a:cs typeface="+mn-ea"/>
              <a:sym typeface="+mn-lt"/>
            </a:endParaRPr>
          </a:p>
          <a:p>
            <a:pPr marL="0" indent="0" defTabSz="457200">
              <a:lnSpc>
                <a:spcPct val="125000"/>
              </a:lnSpc>
              <a:spcBef>
                <a:spcPts val="600"/>
              </a:spcBef>
              <a:spcAft>
                <a:spcPts val="600"/>
              </a:spcAft>
              <a:buNone/>
              <a:defRPr/>
            </a:pPr>
            <a:r>
              <a:rPr kumimoji="1" lang="en-US" altLang="zh-CN" sz="2400" b="1" dirty="0">
                <a:cs typeface="+mn-ea"/>
                <a:sym typeface="+mn-lt"/>
              </a:rPr>
              <a:t>       </a:t>
            </a:r>
            <a:r>
              <a:rPr lang="zh-CN" altLang="en-US" sz="2400" dirty="0">
                <a:sym typeface="+mn-lt"/>
              </a:rPr>
              <a:t>计算机科学中常见的两种基本操作，用于处理和查找数据结构中的数据项。虽然它们经常结合使用，但在概念上有所区别。</a:t>
            </a:r>
            <a:endParaRPr lang="en-US" altLang="zh-CN" sz="2400" dirty="0">
              <a:sym typeface="+mn-lt"/>
            </a:endParaRPr>
          </a:p>
          <a:p>
            <a:pPr>
              <a:lnSpc>
                <a:spcPct val="100000"/>
              </a:lnSpc>
              <a:spcBef>
                <a:spcPts val="600"/>
              </a:spcBef>
              <a:spcAft>
                <a:spcPts val="600"/>
              </a:spcAft>
              <a:buFont typeface="Wingdings" panose="05000000000000000000" pitchFamily="2" charset="2"/>
              <a:buChar char="l"/>
              <a:defRPr/>
            </a:pPr>
            <a:r>
              <a:rPr kumimoji="1" lang="zh-CN" altLang="en-US" sz="2400" b="1" dirty="0">
                <a:cs typeface="+mn-ea"/>
                <a:sym typeface="+mn-lt"/>
              </a:rPr>
              <a:t>两者区别：</a:t>
            </a:r>
            <a:endParaRPr kumimoji="1" lang="en-US" altLang="zh-CN" sz="2400" b="1" dirty="0">
              <a:cs typeface="+mn-ea"/>
              <a:sym typeface="+mn-lt"/>
            </a:endParaRPr>
          </a:p>
          <a:p>
            <a:pPr lvl="1">
              <a:lnSpc>
                <a:spcPct val="125000"/>
              </a:lnSpc>
              <a:spcBef>
                <a:spcPts val="600"/>
              </a:spcBef>
              <a:spcAft>
                <a:spcPts val="600"/>
              </a:spcAft>
              <a:buFont typeface="Wingdings" panose="05000000000000000000" pitchFamily="2" charset="2"/>
              <a:buChar char="u"/>
              <a:defRPr/>
            </a:pPr>
            <a:r>
              <a:rPr kumimoji="1" lang="zh-CN" altLang="en-US" sz="2075" dirty="0">
                <a:cs typeface="+mn-ea"/>
                <a:sym typeface="+mn-lt"/>
              </a:rPr>
              <a:t>数据遍历是指依次访问数据结构中的每一个元素，通常不跳过任何元素。它的目的是遍历整个数据结构中的所有数据项，而不一定是寻找特定值。</a:t>
            </a:r>
            <a:endParaRPr kumimoji="1" lang="en-US" altLang="zh-CN" sz="2075" dirty="0">
              <a:cs typeface="+mn-ea"/>
              <a:sym typeface="+mn-lt"/>
            </a:endParaRPr>
          </a:p>
          <a:p>
            <a:pPr lvl="1">
              <a:lnSpc>
                <a:spcPct val="125000"/>
              </a:lnSpc>
              <a:spcBef>
                <a:spcPts val="600"/>
              </a:spcBef>
              <a:spcAft>
                <a:spcPts val="600"/>
              </a:spcAft>
              <a:buFont typeface="Wingdings" panose="05000000000000000000" pitchFamily="2" charset="2"/>
              <a:buChar char="u"/>
              <a:defRPr/>
            </a:pPr>
            <a:r>
              <a:rPr kumimoji="1" lang="zh-CN" altLang="en-US" sz="2075" dirty="0">
                <a:cs typeface="+mn-ea"/>
                <a:sym typeface="+mn-lt"/>
              </a:rPr>
              <a:t>数据搜索是指在数据结构中查找符合某个条件的特定元素，通常会在找到该元素后停止，而不是继续访问所有数据项。搜索的目标是找到一个特定的元素或确定它是否存在。</a:t>
            </a:r>
            <a:endParaRPr kumimoji="1" lang="en-US" altLang="zh-CN" sz="2400" dirty="0">
              <a:cs typeface="+mn-ea"/>
              <a:sym typeface="+mn-lt"/>
            </a:endParaRPr>
          </a:p>
          <a:p>
            <a:pPr marL="0" indent="0">
              <a:lnSpc>
                <a:spcPct val="100000"/>
              </a:lnSpc>
              <a:spcBef>
                <a:spcPts val="600"/>
              </a:spcBef>
              <a:spcAft>
                <a:spcPts val="600"/>
              </a:spcAft>
              <a:buNone/>
              <a:defRPr/>
            </a:pPr>
            <a:endParaRPr kumimoji="1" lang="en-US" altLang="zh-CN" sz="2400" dirty="0">
              <a:cs typeface="+mn-ea"/>
              <a:sym typeface="+mn-lt"/>
            </a:endParaRPr>
          </a:p>
          <a:p>
            <a:pPr>
              <a:lnSpc>
                <a:spcPct val="100000"/>
              </a:lnSpc>
              <a:spcBef>
                <a:spcPts val="600"/>
              </a:spcBef>
              <a:spcAft>
                <a:spcPts val="600"/>
              </a:spcAft>
              <a:defRPr/>
            </a:pPr>
            <a:endParaRPr kumimoji="1" lang="en-US" altLang="zh-CN" sz="2400" dirty="0">
              <a:cs typeface="+mn-ea"/>
              <a:sym typeface="+mn-lt"/>
            </a:endParaRPr>
          </a:p>
          <a:p>
            <a:pPr>
              <a:lnSpc>
                <a:spcPct val="100000"/>
              </a:lnSpc>
              <a:spcBef>
                <a:spcPts val="600"/>
              </a:spcBef>
              <a:spcAft>
                <a:spcPts val="600"/>
              </a:spcAft>
              <a:buFont typeface="Wingdings" panose="05000000000000000000" pitchFamily="2" charset="2"/>
              <a:buChar char="l"/>
              <a:defRPr/>
            </a:pPr>
            <a:endParaRPr kumimoji="1" lang="zh-CN" altLang="en-US" sz="2400" dirty="0">
              <a:cs typeface="+mn-ea"/>
              <a:sym typeface="+mn-lt"/>
            </a:endParaRPr>
          </a:p>
        </p:txBody>
      </p:sp>
      <p:sp>
        <p:nvSpPr>
          <p:cNvPr id="4" name="灯片编号占位符 3">
            <a:extLst>
              <a:ext uri="{FF2B5EF4-FFF2-40B4-BE49-F238E27FC236}">
                <a16:creationId xmlns:a16="http://schemas.microsoft.com/office/drawing/2014/main" id="{B5169D94-4D4F-C48B-1711-4ACFCE2065DC}"/>
              </a:ext>
            </a:extLst>
          </p:cNvPr>
          <p:cNvSpPr>
            <a:spLocks noGrp="1"/>
          </p:cNvSpPr>
          <p:nvPr>
            <p:ph type="sldNum" sz="quarter" idx="12"/>
          </p:nvPr>
        </p:nvSpPr>
        <p:spPr/>
        <p:txBody>
          <a:bodyPr/>
          <a:lstStyle/>
          <a:p>
            <a:pPr>
              <a:defRPr/>
            </a:pPr>
            <a:fld id="{E6B3DE21-AFB9-F14F-B875-13235536560E}" type="slidenum">
              <a:rPr lang="en-US" altLang="zh-CN" smtClean="0"/>
              <a:pPr>
                <a:defRPr/>
              </a:pPr>
              <a:t>5</a:t>
            </a:fld>
            <a:endParaRPr lang="zh-CN" altLang="en-US" dirty="0"/>
          </a:p>
        </p:txBody>
      </p:sp>
      <p:sp>
        <p:nvSpPr>
          <p:cNvPr id="5" name="Rectangle 2">
            <a:extLst>
              <a:ext uri="{FF2B5EF4-FFF2-40B4-BE49-F238E27FC236}">
                <a16:creationId xmlns:a16="http://schemas.microsoft.com/office/drawing/2014/main" id="{D7F79B44-2E12-6A18-F2D3-BB9AD4E0A47E}"/>
              </a:ext>
            </a:extLst>
          </p:cNvPr>
          <p:cNvSpPr txBox="1">
            <a:spLocks/>
          </p:cNvSpPr>
          <p:nvPr/>
        </p:nvSpPr>
        <p:spPr bwMode="auto">
          <a:xfrm>
            <a:off x="551384" y="116632"/>
            <a:ext cx="11089232" cy="809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kern="1200">
                <a:solidFill>
                  <a:schemeClr val="tx2"/>
                </a:solidFill>
                <a:latin typeface="Arial" pitchFamily="34" charset="0"/>
                <a:ea typeface="黑体" pitchFamily="49" charset="-122"/>
                <a:cs typeface="Arial" pitchFamily="34" charset="0"/>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eaLnBrk="1" hangingPunct="1"/>
            <a:r>
              <a:rPr lang="en-US" altLang="zh-CN" dirty="0">
                <a:latin typeface="黑体" panose="02010609060101010101" pitchFamily="49" charset="-122"/>
                <a:ea typeface="+mj-ea"/>
                <a:cs typeface="+mj-cs"/>
              </a:rPr>
              <a:t>11.1</a:t>
            </a:r>
            <a:r>
              <a:rPr lang="zh-CN" altLang="en-US" dirty="0">
                <a:latin typeface="黑体" panose="02010609060101010101" pitchFamily="49" charset="-122"/>
                <a:ea typeface="+mj-ea"/>
                <a:cs typeface="+mj-cs"/>
              </a:rPr>
              <a:t> 什么是数据遍历与搜索</a:t>
            </a:r>
            <a:endParaRPr lang="zh-CN" altLang="en-US" dirty="0">
              <a:solidFill>
                <a:srgbClr val="FF0000"/>
              </a:solidFill>
              <a:latin typeface="黑体" panose="02010609060101010101" pitchFamily="49" charset="-122"/>
              <a:ea typeface="+mj-ea"/>
              <a:cs typeface="+mj-cs"/>
            </a:endParaRPr>
          </a:p>
        </p:txBody>
      </p:sp>
    </p:spTree>
    <p:extLst>
      <p:ext uri="{BB962C8B-B14F-4D97-AF65-F5344CB8AC3E}">
        <p14:creationId xmlns:p14="http://schemas.microsoft.com/office/powerpoint/2010/main" val="2256750961"/>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4" name="TextBox 1">
            <a:extLst>
              <a:ext uri="{FF2B5EF4-FFF2-40B4-BE49-F238E27FC236}">
                <a16:creationId xmlns:a16="http://schemas.microsoft.com/office/drawing/2014/main" id="{49E69CE0-8E9C-C2B1-119F-B7B3A476F279}"/>
              </a:ext>
            </a:extLst>
          </p:cNvPr>
          <p:cNvSpPr txBox="1">
            <a:spLocks noChangeArrowheads="1"/>
          </p:cNvSpPr>
          <p:nvPr/>
        </p:nvSpPr>
        <p:spPr bwMode="auto">
          <a:xfrm>
            <a:off x="623392" y="2492896"/>
            <a:ext cx="10225136" cy="3605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lvl="1">
              <a:spcBef>
                <a:spcPct val="0"/>
              </a:spcBef>
              <a:buFontTx/>
              <a:buNone/>
            </a:pPr>
            <a:r>
              <a:rPr lang="en-US" altLang="zh-CN" sz="3911" dirty="0">
                <a:solidFill>
                  <a:srgbClr val="000000"/>
                </a:solidFill>
                <a:latin typeface="+mn-lt"/>
                <a:ea typeface="+mn-ea"/>
                <a:cs typeface="+mn-ea"/>
                <a:sym typeface="+mn-lt"/>
              </a:rPr>
              <a:t>11.1 </a:t>
            </a:r>
            <a:r>
              <a:rPr lang="zh-CN" altLang="zh-CN" sz="3911" dirty="0">
                <a:solidFill>
                  <a:srgbClr val="000000"/>
                </a:solidFill>
                <a:latin typeface="+mn-lt"/>
                <a:ea typeface="+mn-ea"/>
                <a:cs typeface="+mn-ea"/>
                <a:sym typeface="+mn-lt"/>
              </a:rPr>
              <a:t>什么是</a:t>
            </a:r>
            <a:r>
              <a:rPr lang="zh-CN" altLang="en-US" sz="3911" dirty="0">
                <a:solidFill>
                  <a:srgbClr val="000000"/>
                </a:solidFill>
                <a:latin typeface="+mn-lt"/>
                <a:ea typeface="+mn-ea"/>
                <a:cs typeface="+mn-ea"/>
                <a:sym typeface="+mn-lt"/>
              </a:rPr>
              <a:t>数据遍历与搜索</a:t>
            </a:r>
            <a:r>
              <a:rPr lang="zh-CN" altLang="zh-CN" sz="3911" dirty="0">
                <a:solidFill>
                  <a:srgbClr val="000000"/>
                </a:solidFill>
                <a:latin typeface="+mn-lt"/>
                <a:ea typeface="+mn-ea"/>
                <a:cs typeface="+mn-ea"/>
                <a:sym typeface="+mn-lt"/>
              </a:rPr>
              <a:t>？</a:t>
            </a:r>
            <a:endParaRPr lang="en-US" altLang="zh-CN" sz="3911" dirty="0">
              <a:solidFill>
                <a:srgbClr val="000000"/>
              </a:solidFill>
              <a:latin typeface="+mn-lt"/>
              <a:ea typeface="+mn-ea"/>
              <a:cs typeface="+mn-ea"/>
              <a:sym typeface="+mn-lt"/>
            </a:endParaRPr>
          </a:p>
          <a:p>
            <a:pPr lvl="1">
              <a:spcBef>
                <a:spcPct val="0"/>
              </a:spcBef>
              <a:buFontTx/>
              <a:buNone/>
            </a:pPr>
            <a:r>
              <a:rPr lang="en-US" altLang="zh-CN" sz="3911" dirty="0">
                <a:solidFill>
                  <a:srgbClr val="FF0000"/>
                </a:solidFill>
                <a:latin typeface="+mn-lt"/>
                <a:ea typeface="+mn-ea"/>
                <a:cs typeface="+mn-ea"/>
                <a:sym typeface="+mn-lt"/>
              </a:rPr>
              <a:t>11.2 </a:t>
            </a:r>
            <a:r>
              <a:rPr lang="zh-CN" altLang="en-US" sz="3911" dirty="0">
                <a:solidFill>
                  <a:srgbClr val="FF0000"/>
                </a:solidFill>
                <a:latin typeface="+mn-lt"/>
                <a:ea typeface="+mn-ea"/>
                <a:cs typeface="+mn-ea"/>
                <a:sym typeface="+mn-lt"/>
              </a:rPr>
              <a:t>算法基本概念回顾</a:t>
            </a:r>
            <a:endParaRPr lang="en-US" altLang="zh-CN" sz="3911" dirty="0">
              <a:solidFill>
                <a:srgbClr val="FF0000"/>
              </a:solidFill>
              <a:latin typeface="+mn-lt"/>
              <a:ea typeface="+mn-ea"/>
              <a:cs typeface="+mn-ea"/>
              <a:sym typeface="+mn-lt"/>
            </a:endParaRPr>
          </a:p>
          <a:p>
            <a:pPr lvl="1">
              <a:spcBef>
                <a:spcPct val="0"/>
              </a:spcBef>
              <a:buFontTx/>
              <a:buNone/>
            </a:pPr>
            <a:r>
              <a:rPr lang="en-US" altLang="zh-CN" sz="3911" dirty="0">
                <a:solidFill>
                  <a:srgbClr val="000000"/>
                </a:solidFill>
                <a:latin typeface="+mn-lt"/>
                <a:ea typeface="+mn-ea"/>
                <a:cs typeface="+mn-ea"/>
                <a:sym typeface="+mn-lt"/>
              </a:rPr>
              <a:t>11.3 </a:t>
            </a:r>
            <a:r>
              <a:rPr lang="zh-CN" altLang="zh-CN" sz="3911" dirty="0">
                <a:solidFill>
                  <a:srgbClr val="000000"/>
                </a:solidFill>
                <a:latin typeface="+mn-lt"/>
                <a:ea typeface="+mn-ea"/>
                <a:cs typeface="+mn-ea"/>
                <a:sym typeface="+mn-lt"/>
              </a:rPr>
              <a:t>算法</a:t>
            </a:r>
            <a:r>
              <a:rPr lang="zh-CN" altLang="en-US" sz="3911" dirty="0">
                <a:solidFill>
                  <a:srgbClr val="000000"/>
                </a:solidFill>
                <a:latin typeface="+mn-lt"/>
                <a:ea typeface="+mn-ea"/>
                <a:cs typeface="+mn-ea"/>
                <a:sym typeface="+mn-lt"/>
              </a:rPr>
              <a:t>正确性</a:t>
            </a:r>
            <a:r>
              <a:rPr lang="zh-CN" altLang="zh-CN" sz="3911" dirty="0">
                <a:solidFill>
                  <a:srgbClr val="000000"/>
                </a:solidFill>
                <a:latin typeface="+mn-lt"/>
                <a:ea typeface="+mn-ea"/>
                <a:cs typeface="+mn-ea"/>
                <a:sym typeface="+mn-lt"/>
              </a:rPr>
              <a:t>分析</a:t>
            </a:r>
            <a:r>
              <a:rPr lang="zh-CN" altLang="en-US" sz="3911" dirty="0">
                <a:solidFill>
                  <a:srgbClr val="000000"/>
                </a:solidFill>
                <a:latin typeface="+mn-lt"/>
                <a:ea typeface="+mn-ea"/>
                <a:cs typeface="+mn-ea"/>
                <a:sym typeface="+mn-lt"/>
              </a:rPr>
              <a:t>与</a:t>
            </a:r>
            <a:r>
              <a:rPr lang="zh-CN" altLang="en-US" sz="3911" dirty="0">
                <a:latin typeface="+mn-lt"/>
                <a:ea typeface="+mn-ea"/>
                <a:cs typeface="+mn-ea"/>
                <a:sym typeface="+mn-lt"/>
              </a:rPr>
              <a:t>复杂度分析</a:t>
            </a:r>
            <a:endParaRPr lang="zh-CN" altLang="zh-CN" sz="3911" dirty="0">
              <a:latin typeface="+mn-lt"/>
              <a:ea typeface="+mn-ea"/>
              <a:cs typeface="+mn-ea"/>
              <a:sym typeface="+mn-lt"/>
            </a:endParaRPr>
          </a:p>
          <a:p>
            <a:pPr lvl="1">
              <a:spcBef>
                <a:spcPct val="0"/>
              </a:spcBef>
              <a:buFontTx/>
              <a:buNone/>
            </a:pPr>
            <a:r>
              <a:rPr lang="en-US" altLang="zh-CN" sz="3911" dirty="0">
                <a:solidFill>
                  <a:srgbClr val="000000"/>
                </a:solidFill>
                <a:latin typeface="+mn-lt"/>
                <a:ea typeface="+mn-ea"/>
                <a:cs typeface="+mn-ea"/>
                <a:sym typeface="+mn-lt"/>
              </a:rPr>
              <a:t>11.4 </a:t>
            </a:r>
            <a:r>
              <a:rPr lang="zh-CN" altLang="en-US" sz="3911" dirty="0">
                <a:solidFill>
                  <a:srgbClr val="000000"/>
                </a:solidFill>
                <a:latin typeface="+mn-lt"/>
                <a:ea typeface="+mn-ea"/>
                <a:cs typeface="+mn-ea"/>
                <a:sym typeface="+mn-lt"/>
              </a:rPr>
              <a:t>应用举例：查找算法</a:t>
            </a:r>
            <a:endParaRPr lang="en-US" altLang="zh-CN" sz="3911" dirty="0">
              <a:solidFill>
                <a:srgbClr val="000000"/>
              </a:solidFill>
              <a:latin typeface="+mn-lt"/>
              <a:ea typeface="+mn-ea"/>
              <a:cs typeface="+mn-ea"/>
              <a:sym typeface="+mn-lt"/>
            </a:endParaRPr>
          </a:p>
          <a:p>
            <a:pPr lvl="1">
              <a:spcBef>
                <a:spcPct val="0"/>
              </a:spcBef>
              <a:buFontTx/>
              <a:buNone/>
            </a:pPr>
            <a:r>
              <a:rPr lang="en-US" altLang="zh-CN" sz="3911" dirty="0">
                <a:solidFill>
                  <a:srgbClr val="000000"/>
                </a:solidFill>
                <a:latin typeface="+mn-lt"/>
                <a:ea typeface="+mn-ea"/>
                <a:cs typeface="+mn-ea"/>
                <a:sym typeface="+mn-lt"/>
              </a:rPr>
              <a:t>11.5 </a:t>
            </a:r>
            <a:r>
              <a:rPr lang="zh-CN" altLang="en-US" sz="3911" dirty="0">
                <a:solidFill>
                  <a:srgbClr val="000000"/>
                </a:solidFill>
                <a:latin typeface="+mn-lt"/>
                <a:ea typeface="+mn-ea"/>
                <a:cs typeface="+mn-ea"/>
                <a:sym typeface="+mn-lt"/>
              </a:rPr>
              <a:t>应用举例：数组修改</a:t>
            </a:r>
            <a:endParaRPr lang="zh-CN" altLang="zh-CN" sz="3911" dirty="0">
              <a:solidFill>
                <a:srgbClr val="000000"/>
              </a:solidFill>
              <a:latin typeface="+mn-lt"/>
              <a:ea typeface="+mn-ea"/>
              <a:cs typeface="+mn-ea"/>
              <a:sym typeface="+mn-lt"/>
            </a:endParaRPr>
          </a:p>
          <a:p>
            <a:pPr eaLnBrk="1" hangingPunct="1">
              <a:lnSpc>
                <a:spcPct val="150000"/>
              </a:lnSpc>
              <a:spcBef>
                <a:spcPct val="0"/>
              </a:spcBef>
              <a:buFontTx/>
              <a:buNone/>
            </a:pPr>
            <a:endParaRPr lang="zh-CN" altLang="en-US" sz="2489" dirty="0">
              <a:solidFill>
                <a:srgbClr val="1A9EE9"/>
              </a:solidFill>
              <a:latin typeface="+mn-lt"/>
              <a:ea typeface="+mn-ea"/>
              <a:cs typeface="+mn-ea"/>
              <a:sym typeface="+mn-lt"/>
            </a:endParaRPr>
          </a:p>
        </p:txBody>
      </p:sp>
      <p:sp>
        <p:nvSpPr>
          <p:cNvPr id="4" name="Rectangle 2"/>
          <p:cNvSpPr txBox="1">
            <a:spLocks noChangeArrowheads="1"/>
          </p:cNvSpPr>
          <p:nvPr/>
        </p:nvSpPr>
        <p:spPr bwMode="auto">
          <a:xfrm>
            <a:off x="27848" y="0"/>
            <a:ext cx="8915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eaLnBrk="0" fontAlgn="base" hangingPunct="0">
              <a:spcBef>
                <a:spcPct val="0"/>
              </a:spcBef>
              <a:spcAft>
                <a:spcPct val="0"/>
              </a:spcAft>
              <a:defRPr sz="3600" b="1" kern="1200">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9pPr>
          </a:lstStyle>
          <a:p>
            <a:pPr algn="l" eaLnBrk="1" hangingPunct="1"/>
            <a:r>
              <a:rPr lang="zh-CN" altLang="en-US" dirty="0">
                <a:latin typeface="黑体" panose="02010609060101010101" pitchFamily="49" charset="-122"/>
              </a:rPr>
              <a:t> 第十一讲 数据遍历与搜索</a:t>
            </a:r>
            <a:r>
              <a:rPr lang="en-US" altLang="zh-CN" dirty="0">
                <a:latin typeface="黑体" panose="02010609060101010101" pitchFamily="49" charset="-122"/>
              </a:rPr>
              <a:t>——</a:t>
            </a:r>
            <a:r>
              <a:rPr lang="zh-CN" altLang="en-US" dirty="0">
                <a:latin typeface="黑体" panose="02010609060101010101" pitchFamily="49" charset="-122"/>
              </a:rPr>
              <a:t>学习内容</a:t>
            </a:r>
          </a:p>
        </p:txBody>
      </p:sp>
    </p:spTree>
    <p:extLst>
      <p:ext uri="{BB962C8B-B14F-4D97-AF65-F5344CB8AC3E}">
        <p14:creationId xmlns:p14="http://schemas.microsoft.com/office/powerpoint/2010/main" val="4088199996"/>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EAB39FCA-9D9B-B6C0-7351-B03E4389E0FC}"/>
              </a:ext>
            </a:extLst>
          </p:cNvPr>
          <p:cNvSpPr txBox="1">
            <a:spLocks/>
          </p:cNvSpPr>
          <p:nvPr/>
        </p:nvSpPr>
        <p:spPr>
          <a:xfrm>
            <a:off x="767408" y="1772816"/>
            <a:ext cx="9577064" cy="4395612"/>
          </a:xfrm>
        </p:spPr>
        <p:txBody>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a:lnSpc>
                <a:spcPct val="100000"/>
              </a:lnSpc>
              <a:spcBef>
                <a:spcPts val="600"/>
              </a:spcBef>
              <a:spcAft>
                <a:spcPts val="600"/>
              </a:spcAft>
              <a:buFont typeface="Wingdings" panose="05000000000000000000" pitchFamily="2" charset="2"/>
              <a:buChar char="l"/>
              <a:defRPr/>
            </a:pPr>
            <a:r>
              <a:rPr kumimoji="1" lang="zh-CN" altLang="en-US" sz="2400" b="1" dirty="0">
                <a:cs typeface="+mn-ea"/>
                <a:sym typeface="+mn-lt"/>
              </a:rPr>
              <a:t>在数学和计算机科学之中，算法</a:t>
            </a:r>
            <a:r>
              <a:rPr kumimoji="1" lang="en-US" altLang="zh-CN" sz="2400" b="1" dirty="0">
                <a:cs typeface="+mn-ea"/>
                <a:sym typeface="+mn-lt"/>
              </a:rPr>
              <a:t>/</a:t>
            </a:r>
            <a:r>
              <a:rPr kumimoji="1" lang="zh-CN" altLang="en-US" sz="2400" b="1" dirty="0">
                <a:cs typeface="+mn-ea"/>
                <a:sym typeface="+mn-lt"/>
              </a:rPr>
              <a:t>算则法（</a:t>
            </a:r>
            <a:r>
              <a:rPr kumimoji="1" lang="en-US" altLang="zh-CN" sz="2400" b="1" dirty="0">
                <a:cs typeface="+mn-ea"/>
                <a:sym typeface="+mn-lt"/>
              </a:rPr>
              <a:t>Algorithm</a:t>
            </a:r>
            <a:r>
              <a:rPr kumimoji="1" lang="zh-CN" altLang="en-US" sz="2400" b="1" dirty="0">
                <a:cs typeface="+mn-ea"/>
                <a:sym typeface="+mn-lt"/>
              </a:rPr>
              <a:t>）为一个计算的具体步骤，常用于计算、数据处理和自动推理。</a:t>
            </a:r>
            <a:endParaRPr lang="en-US" altLang="zh-CN" sz="2400" dirty="0">
              <a:cs typeface="+mn-ea"/>
              <a:sym typeface="+mn-lt"/>
            </a:endParaRPr>
          </a:p>
          <a:p>
            <a:pPr>
              <a:lnSpc>
                <a:spcPct val="100000"/>
              </a:lnSpc>
              <a:spcBef>
                <a:spcPts val="600"/>
              </a:spcBef>
              <a:spcAft>
                <a:spcPts val="600"/>
              </a:spcAft>
              <a:buFont typeface="Wingdings" panose="05000000000000000000" pitchFamily="2" charset="2"/>
              <a:buChar char="l"/>
              <a:defRPr/>
            </a:pPr>
            <a:r>
              <a:rPr kumimoji="1" lang="zh-CN" altLang="en-US" sz="2400" b="1" dirty="0">
                <a:cs typeface="+mn-ea"/>
                <a:sym typeface="+mn-lt"/>
              </a:rPr>
              <a:t>常见的算法：</a:t>
            </a:r>
            <a:endParaRPr kumimoji="1" lang="en-US" altLang="zh-CN" sz="2400" b="1" dirty="0">
              <a:cs typeface="+mn-ea"/>
              <a:sym typeface="+mn-lt"/>
            </a:endParaRPr>
          </a:p>
          <a:p>
            <a:pPr lvl="1">
              <a:lnSpc>
                <a:spcPct val="100000"/>
              </a:lnSpc>
              <a:spcBef>
                <a:spcPts val="600"/>
              </a:spcBef>
              <a:spcAft>
                <a:spcPts val="600"/>
              </a:spcAft>
              <a:buFont typeface="Wingdings" panose="05000000000000000000" pitchFamily="2" charset="2"/>
              <a:buChar char="u"/>
              <a:defRPr/>
            </a:pPr>
            <a:r>
              <a:rPr kumimoji="1" lang="zh-CN" altLang="en-US" sz="2075" b="1" dirty="0">
                <a:cs typeface="+mn-ea"/>
                <a:sym typeface="+mn-lt"/>
              </a:rPr>
              <a:t> 加减乘除四则运算</a:t>
            </a:r>
            <a:endParaRPr kumimoji="1" lang="en-US" altLang="zh-CN" sz="2075" b="1" dirty="0">
              <a:cs typeface="+mn-ea"/>
              <a:sym typeface="+mn-lt"/>
            </a:endParaRPr>
          </a:p>
          <a:p>
            <a:pPr lvl="1">
              <a:lnSpc>
                <a:spcPct val="100000"/>
              </a:lnSpc>
              <a:spcBef>
                <a:spcPts val="600"/>
              </a:spcBef>
              <a:spcAft>
                <a:spcPts val="600"/>
              </a:spcAft>
              <a:buFont typeface="Wingdings" panose="05000000000000000000" pitchFamily="2" charset="2"/>
              <a:buChar char="u"/>
              <a:defRPr/>
            </a:pPr>
            <a:r>
              <a:rPr kumimoji="1" lang="zh-CN" altLang="en-US" sz="2075" b="1" dirty="0">
                <a:cs typeface="+mn-ea"/>
                <a:sym typeface="+mn-lt"/>
              </a:rPr>
              <a:t> 一元二次方程求解</a:t>
            </a:r>
            <a:endParaRPr kumimoji="1" lang="en-US" altLang="zh-CN" sz="2075" b="1" dirty="0">
              <a:cs typeface="+mn-ea"/>
              <a:sym typeface="+mn-lt"/>
            </a:endParaRPr>
          </a:p>
          <a:p>
            <a:pPr lvl="1">
              <a:lnSpc>
                <a:spcPct val="100000"/>
              </a:lnSpc>
              <a:spcBef>
                <a:spcPts val="600"/>
              </a:spcBef>
              <a:spcAft>
                <a:spcPts val="600"/>
              </a:spcAft>
              <a:buFont typeface="Wingdings" panose="05000000000000000000" pitchFamily="2" charset="2"/>
              <a:buChar char="u"/>
              <a:defRPr/>
            </a:pPr>
            <a:r>
              <a:rPr kumimoji="1" lang="zh-CN" altLang="en-US" sz="2075" b="1" dirty="0">
                <a:cs typeface="+mn-ea"/>
                <a:sym typeface="+mn-lt"/>
              </a:rPr>
              <a:t> 数列求和</a:t>
            </a:r>
            <a:endParaRPr kumimoji="1" lang="en-US" altLang="zh-CN" sz="2075" b="1" dirty="0">
              <a:cs typeface="+mn-ea"/>
              <a:sym typeface="+mn-lt"/>
            </a:endParaRPr>
          </a:p>
          <a:p>
            <a:pPr lvl="1">
              <a:lnSpc>
                <a:spcPct val="100000"/>
              </a:lnSpc>
              <a:spcBef>
                <a:spcPts val="600"/>
              </a:spcBef>
              <a:spcAft>
                <a:spcPts val="600"/>
              </a:spcAft>
              <a:buFont typeface="Wingdings" panose="05000000000000000000" pitchFamily="2" charset="2"/>
              <a:buChar char="u"/>
              <a:defRPr/>
            </a:pPr>
            <a:r>
              <a:rPr kumimoji="1" lang="zh-CN" altLang="en-US" sz="2075" b="1" dirty="0">
                <a:cs typeface="+mn-ea"/>
                <a:sym typeface="+mn-lt"/>
              </a:rPr>
              <a:t> 计算三角形面积</a:t>
            </a:r>
            <a:endParaRPr kumimoji="1" lang="en-US" altLang="zh-CN" sz="2075" b="1" dirty="0">
              <a:cs typeface="+mn-ea"/>
              <a:sym typeface="+mn-lt"/>
            </a:endParaRPr>
          </a:p>
          <a:p>
            <a:pPr lvl="1">
              <a:lnSpc>
                <a:spcPct val="100000"/>
              </a:lnSpc>
              <a:spcBef>
                <a:spcPts val="600"/>
              </a:spcBef>
              <a:spcAft>
                <a:spcPts val="600"/>
              </a:spcAft>
              <a:buFont typeface="Wingdings" panose="05000000000000000000" pitchFamily="2" charset="2"/>
              <a:buChar char="u"/>
              <a:defRPr/>
            </a:pPr>
            <a:r>
              <a:rPr kumimoji="1" lang="en-US" altLang="zh-CN" sz="2075" b="1" dirty="0">
                <a:cs typeface="+mn-ea"/>
                <a:sym typeface="+mn-lt"/>
              </a:rPr>
              <a:t> ……</a:t>
            </a:r>
          </a:p>
          <a:p>
            <a:pPr marL="0" indent="0">
              <a:lnSpc>
                <a:spcPct val="100000"/>
              </a:lnSpc>
              <a:spcBef>
                <a:spcPts val="600"/>
              </a:spcBef>
              <a:spcAft>
                <a:spcPts val="600"/>
              </a:spcAft>
              <a:buNone/>
              <a:defRPr/>
            </a:pPr>
            <a:endParaRPr kumimoji="1" lang="en-US" altLang="zh-CN" sz="2400" b="1" dirty="0">
              <a:cs typeface="+mn-ea"/>
              <a:sym typeface="+mn-lt"/>
            </a:endParaRPr>
          </a:p>
          <a:p>
            <a:pPr marL="0" indent="0">
              <a:lnSpc>
                <a:spcPct val="100000"/>
              </a:lnSpc>
              <a:spcBef>
                <a:spcPts val="600"/>
              </a:spcBef>
              <a:spcAft>
                <a:spcPts val="600"/>
              </a:spcAft>
              <a:buNone/>
              <a:defRPr/>
            </a:pPr>
            <a:endParaRPr kumimoji="1" lang="en-US" altLang="zh-CN" sz="2400" dirty="0">
              <a:cs typeface="+mn-ea"/>
              <a:sym typeface="+mn-lt"/>
            </a:endParaRPr>
          </a:p>
          <a:p>
            <a:pPr>
              <a:lnSpc>
                <a:spcPct val="100000"/>
              </a:lnSpc>
              <a:spcBef>
                <a:spcPts val="600"/>
              </a:spcBef>
              <a:spcAft>
                <a:spcPts val="600"/>
              </a:spcAft>
              <a:defRPr/>
            </a:pPr>
            <a:endParaRPr kumimoji="1" lang="en-US" altLang="zh-CN" sz="2400" dirty="0">
              <a:cs typeface="+mn-ea"/>
              <a:sym typeface="+mn-lt"/>
            </a:endParaRPr>
          </a:p>
          <a:p>
            <a:pPr>
              <a:lnSpc>
                <a:spcPct val="100000"/>
              </a:lnSpc>
              <a:spcBef>
                <a:spcPts val="600"/>
              </a:spcBef>
              <a:spcAft>
                <a:spcPts val="600"/>
              </a:spcAft>
              <a:buFont typeface="Wingdings" panose="05000000000000000000" pitchFamily="2" charset="2"/>
              <a:buChar char="l"/>
              <a:defRPr/>
            </a:pPr>
            <a:endParaRPr kumimoji="1" lang="zh-CN" altLang="en-US" sz="2400" dirty="0">
              <a:cs typeface="+mn-ea"/>
              <a:sym typeface="+mn-lt"/>
            </a:endParaRPr>
          </a:p>
        </p:txBody>
      </p:sp>
      <p:sp>
        <p:nvSpPr>
          <p:cNvPr id="4" name="灯片编号占位符 3">
            <a:extLst>
              <a:ext uri="{FF2B5EF4-FFF2-40B4-BE49-F238E27FC236}">
                <a16:creationId xmlns:a16="http://schemas.microsoft.com/office/drawing/2014/main" id="{B5169D94-4D4F-C48B-1711-4ACFCE2065DC}"/>
              </a:ext>
            </a:extLst>
          </p:cNvPr>
          <p:cNvSpPr>
            <a:spLocks noGrp="1"/>
          </p:cNvSpPr>
          <p:nvPr>
            <p:ph type="sldNum" sz="quarter" idx="12"/>
          </p:nvPr>
        </p:nvSpPr>
        <p:spPr/>
        <p:txBody>
          <a:bodyPr/>
          <a:lstStyle/>
          <a:p>
            <a:pPr>
              <a:defRPr/>
            </a:pPr>
            <a:fld id="{E6B3DE21-AFB9-F14F-B875-13235536560E}" type="slidenum">
              <a:rPr lang="en-US" altLang="zh-CN" smtClean="0"/>
              <a:pPr>
                <a:defRPr/>
              </a:pPr>
              <a:t>7</a:t>
            </a:fld>
            <a:endParaRPr lang="zh-CN" altLang="en-US" dirty="0"/>
          </a:p>
        </p:txBody>
      </p:sp>
      <p:sp>
        <p:nvSpPr>
          <p:cNvPr id="5" name="Rectangle 2">
            <a:extLst>
              <a:ext uri="{FF2B5EF4-FFF2-40B4-BE49-F238E27FC236}">
                <a16:creationId xmlns:a16="http://schemas.microsoft.com/office/drawing/2014/main" id="{D7F79B44-2E12-6A18-F2D3-BB9AD4E0A47E}"/>
              </a:ext>
            </a:extLst>
          </p:cNvPr>
          <p:cNvSpPr txBox="1">
            <a:spLocks/>
          </p:cNvSpPr>
          <p:nvPr/>
        </p:nvSpPr>
        <p:spPr bwMode="auto">
          <a:xfrm>
            <a:off x="551384" y="116632"/>
            <a:ext cx="11089232" cy="809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kern="1200">
                <a:solidFill>
                  <a:schemeClr val="tx2"/>
                </a:solidFill>
                <a:latin typeface="Arial" pitchFamily="34" charset="0"/>
                <a:ea typeface="黑体" pitchFamily="49" charset="-122"/>
                <a:cs typeface="Arial" pitchFamily="34" charset="0"/>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eaLnBrk="1" hangingPunct="1"/>
            <a:r>
              <a:rPr lang="en-US" altLang="zh-CN" dirty="0">
                <a:latin typeface="黑体" panose="02010609060101010101" pitchFamily="49" charset="-122"/>
                <a:ea typeface="+mj-ea"/>
                <a:cs typeface="+mj-cs"/>
              </a:rPr>
              <a:t>11.2.1 </a:t>
            </a:r>
            <a:r>
              <a:rPr lang="zh-CN" altLang="en-US" dirty="0">
                <a:latin typeface="黑体" panose="02010609060101010101" pitchFamily="49" charset="-122"/>
                <a:ea typeface="+mj-ea"/>
                <a:cs typeface="+mj-cs"/>
              </a:rPr>
              <a:t>算法基本概念回顾</a:t>
            </a:r>
            <a:r>
              <a:rPr lang="en-US" altLang="zh-CN" dirty="0">
                <a:latin typeface="黑体" panose="02010609060101010101" pitchFamily="49" charset="-122"/>
                <a:ea typeface="+mj-ea"/>
                <a:cs typeface="+mj-cs"/>
              </a:rPr>
              <a:t>——</a:t>
            </a:r>
            <a:r>
              <a:rPr lang="zh-CN" altLang="en-US" dirty="0">
                <a:solidFill>
                  <a:srgbClr val="FF0000"/>
                </a:solidFill>
                <a:latin typeface="黑体" panose="02010609060101010101" pitchFamily="49" charset="-122"/>
                <a:ea typeface="+mj-ea"/>
                <a:cs typeface="+mj-cs"/>
              </a:rPr>
              <a:t>什么是算法？</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C9AF7398-ED32-B387-AA65-9C66E34DAEA2}"/>
              </a:ext>
            </a:extLst>
          </p:cNvPr>
          <p:cNvSpPr>
            <a:spLocks noGrp="1"/>
          </p:cNvSpPr>
          <p:nvPr>
            <p:ph type="sldNum" sz="quarter" idx="12"/>
          </p:nvPr>
        </p:nvSpPr>
        <p:spPr/>
        <p:txBody>
          <a:bodyPr/>
          <a:lstStyle/>
          <a:p>
            <a:pPr>
              <a:defRPr/>
            </a:pPr>
            <a:fld id="{E6B3DE21-AFB9-F14F-B875-13235536560E}" type="slidenum">
              <a:rPr lang="en-US" altLang="zh-CN" smtClean="0"/>
              <a:pPr>
                <a:defRPr/>
              </a:pPr>
              <a:t>8</a:t>
            </a:fld>
            <a:endParaRPr lang="zh-CN" altLang="en-US" dirty="0"/>
          </a:p>
        </p:txBody>
      </p:sp>
      <p:sp>
        <p:nvSpPr>
          <p:cNvPr id="16389" name="内容占位符 2">
            <a:extLst>
              <a:ext uri="{FF2B5EF4-FFF2-40B4-BE49-F238E27FC236}">
                <a16:creationId xmlns:a16="http://schemas.microsoft.com/office/drawing/2014/main" id="{AA39C007-91AC-3891-6B5E-80F7C90F6F0C}"/>
              </a:ext>
            </a:extLst>
          </p:cNvPr>
          <p:cNvSpPr>
            <a:spLocks noGrp="1"/>
          </p:cNvSpPr>
          <p:nvPr>
            <p:ph idx="4294967295"/>
          </p:nvPr>
        </p:nvSpPr>
        <p:spPr>
          <a:xfrm>
            <a:off x="263352" y="1844824"/>
            <a:ext cx="10585176" cy="4395787"/>
          </a:xfrm>
          <a:prstGeom prst="rect">
            <a:avLst/>
          </a:prstGeom>
        </p:spPr>
        <p:txBody>
          <a:bodyPr/>
          <a:lstStyle/>
          <a:p>
            <a:pPr lvl="1">
              <a:lnSpc>
                <a:spcPct val="100000"/>
              </a:lnSpc>
              <a:spcBef>
                <a:spcPts val="600"/>
              </a:spcBef>
              <a:spcAft>
                <a:spcPts val="600"/>
              </a:spcAft>
              <a:defRPr/>
            </a:pPr>
            <a:r>
              <a:rPr lang="zh-CN" altLang="en-US" sz="2400" b="1" dirty="0">
                <a:solidFill>
                  <a:schemeClr val="tx2"/>
                </a:solidFill>
                <a:cs typeface="+mn-ea"/>
                <a:sym typeface="+mn-lt"/>
              </a:rPr>
              <a:t>可由一个给定计算模型机械地执行的规则或计算步骤序列称为该计算模型的一个计算</a:t>
            </a:r>
          </a:p>
          <a:p>
            <a:pPr lvl="1">
              <a:lnSpc>
                <a:spcPct val="100000"/>
              </a:lnSpc>
              <a:spcBef>
                <a:spcPts val="600"/>
              </a:spcBef>
              <a:spcAft>
                <a:spcPts val="600"/>
              </a:spcAft>
              <a:defRPr/>
            </a:pPr>
            <a:r>
              <a:rPr lang="zh-CN" altLang="en-US" sz="2400" b="1" dirty="0">
                <a:solidFill>
                  <a:schemeClr val="tx2"/>
                </a:solidFill>
                <a:cs typeface="+mn-ea"/>
                <a:sym typeface="+mn-lt"/>
              </a:rPr>
              <a:t>注意</a:t>
            </a:r>
          </a:p>
          <a:p>
            <a:pPr lvl="2">
              <a:lnSpc>
                <a:spcPct val="100000"/>
              </a:lnSpc>
              <a:spcBef>
                <a:spcPts val="600"/>
              </a:spcBef>
              <a:spcAft>
                <a:spcPts val="600"/>
              </a:spcAft>
              <a:defRPr/>
            </a:pPr>
            <a:r>
              <a:rPr lang="zh-CN" altLang="en-US" sz="2400" b="1" dirty="0">
                <a:solidFill>
                  <a:schemeClr val="tx2"/>
                </a:solidFill>
                <a:cs typeface="+mn-ea"/>
                <a:sym typeface="+mn-lt"/>
              </a:rPr>
              <a:t>一个计算机程序是一个计算（计算模型是计算机）</a:t>
            </a:r>
          </a:p>
          <a:p>
            <a:pPr lvl="2">
              <a:lnSpc>
                <a:spcPct val="100000"/>
              </a:lnSpc>
              <a:spcBef>
                <a:spcPts val="600"/>
              </a:spcBef>
              <a:spcAft>
                <a:spcPts val="600"/>
              </a:spcAft>
              <a:defRPr/>
            </a:pPr>
            <a:r>
              <a:rPr lang="zh-CN" altLang="en-US" sz="2400" b="1" dirty="0">
                <a:solidFill>
                  <a:schemeClr val="tx2"/>
                </a:solidFill>
                <a:cs typeface="+mn-ea"/>
                <a:sym typeface="+mn-lt"/>
              </a:rPr>
              <a:t>计算可能永远不停止——不是算法</a:t>
            </a:r>
            <a:r>
              <a:rPr lang="zh-CN" altLang="en-US" sz="2400" dirty="0">
                <a:cs typeface="+mn-ea"/>
                <a:sym typeface="+mn-lt"/>
              </a:rPr>
              <a:t>。</a:t>
            </a:r>
            <a:endParaRPr kumimoji="1" lang="en-US" altLang="zh-CN" sz="2400" b="1" dirty="0">
              <a:solidFill>
                <a:schemeClr val="accent4"/>
              </a:solidFill>
              <a:cs typeface="+mn-ea"/>
              <a:sym typeface="+mn-lt"/>
            </a:endParaRPr>
          </a:p>
          <a:p>
            <a:pPr marL="0" indent="0">
              <a:lnSpc>
                <a:spcPct val="100000"/>
              </a:lnSpc>
              <a:spcBef>
                <a:spcPts val="600"/>
              </a:spcBef>
              <a:spcAft>
                <a:spcPts val="600"/>
              </a:spcAft>
              <a:buNone/>
              <a:defRPr/>
            </a:pPr>
            <a:endParaRPr kumimoji="1" lang="en-US" altLang="zh-CN" sz="2400" b="1" dirty="0">
              <a:solidFill>
                <a:schemeClr val="accent4"/>
              </a:solidFill>
              <a:cs typeface="+mn-ea"/>
              <a:sym typeface="+mn-lt"/>
            </a:endParaRPr>
          </a:p>
          <a:p>
            <a:pPr marL="0" indent="0">
              <a:lnSpc>
                <a:spcPct val="100000"/>
              </a:lnSpc>
              <a:spcBef>
                <a:spcPts val="600"/>
              </a:spcBef>
              <a:spcAft>
                <a:spcPts val="600"/>
              </a:spcAft>
              <a:buNone/>
              <a:defRPr/>
            </a:pPr>
            <a:endParaRPr kumimoji="1" lang="en-US" altLang="zh-CN" sz="2400" b="1" dirty="0">
              <a:solidFill>
                <a:schemeClr val="accent4"/>
              </a:solidFill>
              <a:cs typeface="+mn-ea"/>
              <a:sym typeface="+mn-lt"/>
            </a:endParaRPr>
          </a:p>
          <a:p>
            <a:pPr marL="0" indent="0">
              <a:lnSpc>
                <a:spcPct val="100000"/>
              </a:lnSpc>
              <a:spcBef>
                <a:spcPts val="600"/>
              </a:spcBef>
              <a:spcAft>
                <a:spcPts val="600"/>
              </a:spcAft>
              <a:buNone/>
              <a:defRPr/>
            </a:pPr>
            <a:endParaRPr kumimoji="1" lang="en-US" altLang="zh-CN" sz="2400" dirty="0">
              <a:cs typeface="+mn-ea"/>
              <a:sym typeface="+mn-lt"/>
            </a:endParaRPr>
          </a:p>
          <a:p>
            <a:pPr>
              <a:lnSpc>
                <a:spcPct val="100000"/>
              </a:lnSpc>
              <a:spcBef>
                <a:spcPts val="600"/>
              </a:spcBef>
              <a:spcAft>
                <a:spcPts val="600"/>
              </a:spcAft>
              <a:defRPr/>
            </a:pPr>
            <a:endParaRPr kumimoji="1" lang="en-US" altLang="zh-CN" sz="2400" dirty="0">
              <a:cs typeface="+mn-ea"/>
              <a:sym typeface="+mn-lt"/>
            </a:endParaRPr>
          </a:p>
          <a:p>
            <a:pPr>
              <a:lnSpc>
                <a:spcPct val="100000"/>
              </a:lnSpc>
              <a:spcBef>
                <a:spcPts val="600"/>
              </a:spcBef>
              <a:spcAft>
                <a:spcPts val="600"/>
              </a:spcAft>
              <a:buFont typeface="Wingdings" panose="05000000000000000000" pitchFamily="2" charset="2"/>
              <a:buChar char="l"/>
              <a:defRPr/>
            </a:pPr>
            <a:endParaRPr kumimoji="1" lang="zh-CN" altLang="en-US" sz="2400" dirty="0">
              <a:cs typeface="+mn-ea"/>
              <a:sym typeface="+mn-lt"/>
            </a:endParaRPr>
          </a:p>
        </p:txBody>
      </p:sp>
      <p:sp>
        <p:nvSpPr>
          <p:cNvPr id="77831" name="Rectangle 4">
            <a:extLst>
              <a:ext uri="{FF2B5EF4-FFF2-40B4-BE49-F238E27FC236}">
                <a16:creationId xmlns:a16="http://schemas.microsoft.com/office/drawing/2014/main" id="{9CBCF48D-C221-35D6-6CE9-DD451A387C6B}"/>
              </a:ext>
            </a:extLst>
          </p:cNvPr>
          <p:cNvSpPr>
            <a:spLocks noChangeArrowheads="1"/>
          </p:cNvSpPr>
          <p:nvPr/>
        </p:nvSpPr>
        <p:spPr bwMode="auto">
          <a:xfrm>
            <a:off x="407368" y="260648"/>
            <a:ext cx="1137726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buFontTx/>
              <a:buNone/>
            </a:pPr>
            <a:r>
              <a:rPr lang="en-US" altLang="zh-CN" sz="3600" b="1" dirty="0">
                <a:solidFill>
                  <a:schemeClr val="tx2"/>
                </a:solidFill>
                <a:latin typeface="黑体" panose="02010609060101010101" pitchFamily="49" charset="-122"/>
                <a:ea typeface="+mj-ea"/>
                <a:cs typeface="+mj-cs"/>
                <a:sym typeface="+mn-lt"/>
              </a:rPr>
              <a:t>11.2.2  </a:t>
            </a:r>
            <a:r>
              <a:rPr lang="zh-CN" altLang="en-US" sz="3600" b="1" dirty="0">
                <a:solidFill>
                  <a:schemeClr val="tx2"/>
                </a:solidFill>
                <a:latin typeface="黑体" panose="02010609060101010101" pitchFamily="49" charset="-122"/>
                <a:ea typeface="+mj-ea"/>
                <a:cs typeface="+mj-cs"/>
                <a:sym typeface="+mn-lt"/>
              </a:rPr>
              <a:t>算法基本概念回顾</a:t>
            </a:r>
            <a:r>
              <a:rPr lang="en-US" altLang="zh-CN" sz="3600" b="1" dirty="0">
                <a:solidFill>
                  <a:schemeClr val="tx2"/>
                </a:solidFill>
                <a:latin typeface="黑体" panose="02010609060101010101" pitchFamily="49" charset="-122"/>
                <a:ea typeface="+mj-ea"/>
                <a:cs typeface="+mj-cs"/>
                <a:sym typeface="+mn-lt"/>
              </a:rPr>
              <a:t>——</a:t>
            </a:r>
            <a:r>
              <a:rPr lang="zh-CN" altLang="en-US" sz="3600" b="1" dirty="0">
                <a:solidFill>
                  <a:srgbClr val="FF0000"/>
                </a:solidFill>
                <a:latin typeface="黑体" panose="02010609060101010101" pitchFamily="49" charset="-122"/>
                <a:ea typeface="+mj-ea"/>
                <a:cs typeface="+mj-cs"/>
                <a:sym typeface="+mn-lt"/>
              </a:rPr>
              <a:t>什么是计算？</a:t>
            </a: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FCAA106-F116-282C-CECB-7F4158627587}"/>
              </a:ext>
            </a:extLst>
          </p:cNvPr>
          <p:cNvSpPr>
            <a:spLocks noGrp="1"/>
          </p:cNvSpPr>
          <p:nvPr>
            <p:ph type="sldNum" sz="quarter" idx="12"/>
          </p:nvPr>
        </p:nvSpPr>
        <p:spPr/>
        <p:txBody>
          <a:bodyPr/>
          <a:lstStyle/>
          <a:p>
            <a:pPr>
              <a:defRPr/>
            </a:pPr>
            <a:fld id="{E6B3DE21-AFB9-F14F-B875-13235536560E}" type="slidenum">
              <a:rPr lang="en-US" altLang="zh-CN" smtClean="0"/>
              <a:pPr>
                <a:defRPr/>
              </a:pPr>
              <a:t>9</a:t>
            </a:fld>
            <a:endParaRPr lang="zh-CN" altLang="en-US" dirty="0"/>
          </a:p>
        </p:txBody>
      </p:sp>
      <p:sp>
        <p:nvSpPr>
          <p:cNvPr id="16389" name="内容占位符 2">
            <a:extLst>
              <a:ext uri="{FF2B5EF4-FFF2-40B4-BE49-F238E27FC236}">
                <a16:creationId xmlns:a16="http://schemas.microsoft.com/office/drawing/2014/main" id="{2F1A9F7E-1127-0226-3AF8-8DE1C970203A}"/>
              </a:ext>
            </a:extLst>
          </p:cNvPr>
          <p:cNvSpPr>
            <a:spLocks noGrp="1"/>
          </p:cNvSpPr>
          <p:nvPr>
            <p:ph idx="4294967295"/>
          </p:nvPr>
        </p:nvSpPr>
        <p:spPr>
          <a:xfrm>
            <a:off x="119336" y="2138298"/>
            <a:ext cx="8559800" cy="4395788"/>
          </a:xfrm>
          <a:prstGeom prst="rect">
            <a:avLst/>
          </a:prstGeom>
        </p:spPr>
        <p:txBody>
          <a:bodyPr/>
          <a:lstStyle/>
          <a:p>
            <a:pPr marL="406405" lvl="1" indent="0">
              <a:lnSpc>
                <a:spcPct val="100000"/>
              </a:lnSpc>
              <a:spcBef>
                <a:spcPts val="600"/>
              </a:spcBef>
              <a:spcAft>
                <a:spcPts val="600"/>
              </a:spcAft>
              <a:buNone/>
              <a:defRPr/>
            </a:pPr>
            <a:r>
              <a:rPr lang="zh-CN" altLang="en-US" sz="2844" b="1" dirty="0">
                <a:effectLst>
                  <a:outerShdw blurRad="38100" dist="38100" dir="2700000" algn="tl">
                    <a:srgbClr val="C0C0C0"/>
                  </a:outerShdw>
                </a:effectLst>
                <a:cs typeface="+mn-ea"/>
                <a:sym typeface="+mn-lt"/>
              </a:rPr>
              <a:t>算法是一个满足下列条件的计算：</a:t>
            </a:r>
            <a:r>
              <a:rPr lang="zh-CN" altLang="en-US" b="1" dirty="0">
                <a:effectLst>
                  <a:outerShdw blurRad="38100" dist="38100" dir="2700000" algn="tl">
                    <a:srgbClr val="C0C0C0"/>
                  </a:outerShdw>
                </a:effectLst>
                <a:cs typeface="+mn-ea"/>
                <a:sym typeface="+mn-lt"/>
              </a:rPr>
              <a:t> </a:t>
            </a:r>
            <a:endParaRPr lang="en-US" altLang="zh-CN" sz="2489" b="1" dirty="0">
              <a:effectLst>
                <a:outerShdw blurRad="38100" dist="38100" dir="2700000" algn="tl">
                  <a:srgbClr val="C0C0C0"/>
                </a:outerShdw>
              </a:effectLst>
              <a:cs typeface="+mn-ea"/>
              <a:sym typeface="+mn-lt"/>
            </a:endParaRPr>
          </a:p>
          <a:p>
            <a:pPr lvl="2">
              <a:spcBef>
                <a:spcPts val="600"/>
              </a:spcBef>
              <a:spcAft>
                <a:spcPts val="600"/>
              </a:spcAft>
              <a:defRPr/>
            </a:pPr>
            <a:r>
              <a:rPr lang="zh-CN" altLang="en-US" b="1" dirty="0">
                <a:solidFill>
                  <a:schemeClr val="tx2"/>
                </a:solidFill>
                <a:cs typeface="+mn-ea"/>
                <a:sym typeface="+mn-lt"/>
              </a:rPr>
              <a:t>有穷性/终止性：有限步内必须停止，</a:t>
            </a:r>
          </a:p>
          <a:p>
            <a:pPr lvl="2">
              <a:spcBef>
                <a:spcPts val="600"/>
              </a:spcBef>
              <a:spcAft>
                <a:spcPts val="600"/>
              </a:spcAft>
              <a:defRPr/>
            </a:pPr>
            <a:r>
              <a:rPr lang="zh-CN" altLang="en-US" b="1" dirty="0">
                <a:solidFill>
                  <a:schemeClr val="tx2"/>
                </a:solidFill>
                <a:cs typeface="+mn-ea"/>
                <a:sym typeface="+mn-lt"/>
              </a:rPr>
              <a:t>确定性：每一步都是严格定义和确定的动作，</a:t>
            </a:r>
          </a:p>
          <a:p>
            <a:pPr lvl="2">
              <a:spcBef>
                <a:spcPts val="600"/>
              </a:spcBef>
              <a:spcAft>
                <a:spcPts val="600"/>
              </a:spcAft>
              <a:defRPr/>
            </a:pPr>
            <a:r>
              <a:rPr lang="zh-CN" altLang="en-US" b="1" dirty="0">
                <a:solidFill>
                  <a:schemeClr val="tx2"/>
                </a:solidFill>
                <a:cs typeface="+mn-ea"/>
                <a:sym typeface="+mn-lt"/>
              </a:rPr>
              <a:t>能行性：每一个动作都能够被精确地机械执行，</a:t>
            </a:r>
          </a:p>
          <a:p>
            <a:pPr lvl="2">
              <a:spcBef>
                <a:spcPts val="600"/>
              </a:spcBef>
              <a:spcAft>
                <a:spcPts val="600"/>
              </a:spcAft>
              <a:defRPr/>
            </a:pPr>
            <a:r>
              <a:rPr lang="zh-CN" altLang="en-US" b="1" dirty="0">
                <a:solidFill>
                  <a:schemeClr val="tx2"/>
                </a:solidFill>
                <a:cs typeface="+mn-ea"/>
                <a:sym typeface="+mn-lt"/>
              </a:rPr>
              <a:t>输入：有一个满足给定约束条件的输入，</a:t>
            </a:r>
          </a:p>
          <a:p>
            <a:pPr lvl="2">
              <a:spcBef>
                <a:spcPts val="600"/>
              </a:spcBef>
              <a:spcAft>
                <a:spcPts val="600"/>
              </a:spcAft>
              <a:defRPr/>
            </a:pPr>
            <a:r>
              <a:rPr lang="zh-CN" altLang="en-US" b="1" dirty="0">
                <a:solidFill>
                  <a:schemeClr val="tx2"/>
                </a:solidFill>
                <a:cs typeface="+mn-ea"/>
                <a:sym typeface="+mn-lt"/>
              </a:rPr>
              <a:t>输出：满足给定约束条件的结果。</a:t>
            </a:r>
          </a:p>
          <a:p>
            <a:pPr marL="406405" lvl="1" indent="0" algn="just">
              <a:lnSpc>
                <a:spcPct val="100000"/>
              </a:lnSpc>
              <a:spcBef>
                <a:spcPts val="600"/>
              </a:spcBef>
              <a:spcAft>
                <a:spcPts val="600"/>
              </a:spcAft>
              <a:buNone/>
              <a:defRPr/>
            </a:pPr>
            <a:endParaRPr lang="zh-CN" altLang="en-US" b="1" dirty="0">
              <a:solidFill>
                <a:schemeClr val="hlink"/>
              </a:solidFill>
              <a:effectLst>
                <a:outerShdw blurRad="38100" dist="38100" dir="2700000" algn="tl">
                  <a:srgbClr val="C0C0C0"/>
                </a:outerShdw>
              </a:effectLst>
              <a:cs typeface="+mn-ea"/>
              <a:sym typeface="+mn-lt"/>
            </a:endParaRPr>
          </a:p>
          <a:p>
            <a:pPr marL="406405" lvl="1" indent="0" algn="just">
              <a:lnSpc>
                <a:spcPct val="100000"/>
              </a:lnSpc>
              <a:spcBef>
                <a:spcPts val="600"/>
              </a:spcBef>
              <a:spcAft>
                <a:spcPts val="600"/>
              </a:spcAft>
              <a:defRPr/>
            </a:pPr>
            <a:endParaRPr lang="zh-CN" altLang="en-US" b="1" dirty="0">
              <a:solidFill>
                <a:schemeClr val="accent1"/>
              </a:solidFill>
              <a:effectLst>
                <a:outerShdw blurRad="38100" dist="38100" dir="2700000" algn="tl">
                  <a:srgbClr val="C0C0C0"/>
                </a:outerShdw>
              </a:effectLst>
              <a:cs typeface="+mn-ea"/>
              <a:sym typeface="+mn-lt"/>
            </a:endParaRPr>
          </a:p>
          <a:p>
            <a:pPr marL="0" indent="0">
              <a:lnSpc>
                <a:spcPct val="100000"/>
              </a:lnSpc>
              <a:spcBef>
                <a:spcPts val="600"/>
              </a:spcBef>
              <a:spcAft>
                <a:spcPts val="600"/>
              </a:spcAft>
              <a:buNone/>
              <a:defRPr/>
            </a:pPr>
            <a:endParaRPr lang="en-US" altLang="zh-CN" sz="1956" b="1" dirty="0">
              <a:solidFill>
                <a:srgbClr val="8064A2"/>
              </a:solidFill>
              <a:cs typeface="+mn-ea"/>
              <a:sym typeface="+mn-lt"/>
            </a:endParaRPr>
          </a:p>
          <a:p>
            <a:pPr marL="0" indent="0">
              <a:lnSpc>
                <a:spcPct val="100000"/>
              </a:lnSpc>
              <a:spcBef>
                <a:spcPts val="600"/>
              </a:spcBef>
              <a:spcAft>
                <a:spcPts val="600"/>
              </a:spcAft>
              <a:buNone/>
              <a:defRPr/>
            </a:pPr>
            <a:endParaRPr lang="en-US" altLang="zh-CN" sz="1956" b="1" dirty="0">
              <a:solidFill>
                <a:srgbClr val="8064A2"/>
              </a:solidFill>
              <a:cs typeface="+mn-ea"/>
              <a:sym typeface="+mn-lt"/>
            </a:endParaRPr>
          </a:p>
          <a:p>
            <a:pPr marL="0" indent="0">
              <a:lnSpc>
                <a:spcPct val="100000"/>
              </a:lnSpc>
              <a:spcBef>
                <a:spcPts val="600"/>
              </a:spcBef>
              <a:spcAft>
                <a:spcPts val="600"/>
              </a:spcAft>
              <a:buNone/>
              <a:defRPr/>
            </a:pPr>
            <a:endParaRPr lang="en-US" altLang="zh-CN" sz="1600" dirty="0">
              <a:cs typeface="+mn-ea"/>
              <a:sym typeface="+mn-lt"/>
            </a:endParaRPr>
          </a:p>
          <a:p>
            <a:pPr marL="0" indent="0">
              <a:lnSpc>
                <a:spcPct val="100000"/>
              </a:lnSpc>
              <a:spcBef>
                <a:spcPts val="600"/>
              </a:spcBef>
              <a:spcAft>
                <a:spcPts val="600"/>
              </a:spcAft>
              <a:defRPr/>
            </a:pPr>
            <a:endParaRPr lang="en-US" altLang="zh-CN" sz="1600" dirty="0">
              <a:cs typeface="+mn-ea"/>
              <a:sym typeface="+mn-lt"/>
            </a:endParaRPr>
          </a:p>
          <a:p>
            <a:pPr marL="0" indent="0">
              <a:lnSpc>
                <a:spcPct val="100000"/>
              </a:lnSpc>
              <a:spcBef>
                <a:spcPts val="600"/>
              </a:spcBef>
              <a:spcAft>
                <a:spcPts val="600"/>
              </a:spcAft>
              <a:buFont typeface="Wingdings" panose="05000000000000000000" pitchFamily="2" charset="2"/>
              <a:buChar char="l"/>
              <a:defRPr/>
            </a:pPr>
            <a:endParaRPr lang="zh-CN" altLang="en-US" sz="1600" dirty="0">
              <a:cs typeface="+mn-ea"/>
              <a:sym typeface="+mn-lt"/>
            </a:endParaRPr>
          </a:p>
        </p:txBody>
      </p:sp>
      <p:pic>
        <p:nvPicPr>
          <p:cNvPr id="2" name="Picture 12">
            <a:extLst>
              <a:ext uri="{FF2B5EF4-FFF2-40B4-BE49-F238E27FC236}">
                <a16:creationId xmlns:a16="http://schemas.microsoft.com/office/drawing/2014/main" id="{A7E3AAB8-6AD0-1F77-5E63-5BE652D552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46005" y="1988840"/>
            <a:ext cx="2590258" cy="3314576"/>
          </a:xfrm>
          <a:prstGeom prst="rect">
            <a:avLst/>
          </a:prstGeom>
          <a:noFill/>
          <a:ln w="57150" cmpd="thickThin">
            <a:solidFill>
              <a:srgbClr val="000080"/>
            </a:solidFill>
            <a:miter lim="800000"/>
            <a:headEnd/>
            <a:tailEnd/>
          </a:ln>
          <a:extLst>
            <a:ext uri="{909E8E84-426E-40DD-AFC4-6F175D3DCCD1}">
              <a14:hiddenFill xmlns:a14="http://schemas.microsoft.com/office/drawing/2010/main">
                <a:solidFill>
                  <a:srgbClr val="FFFFFF"/>
                </a:solidFill>
              </a14:hiddenFill>
            </a:ext>
          </a:extLst>
        </p:spPr>
      </p:pic>
      <p:sp>
        <p:nvSpPr>
          <p:cNvPr id="6" name="Rectangle 4">
            <a:extLst>
              <a:ext uri="{FF2B5EF4-FFF2-40B4-BE49-F238E27FC236}">
                <a16:creationId xmlns:a16="http://schemas.microsoft.com/office/drawing/2014/main" id="{9CBCF48D-C221-35D6-6CE9-DD451A387C6B}"/>
              </a:ext>
            </a:extLst>
          </p:cNvPr>
          <p:cNvSpPr>
            <a:spLocks noChangeArrowheads="1"/>
          </p:cNvSpPr>
          <p:nvPr/>
        </p:nvSpPr>
        <p:spPr bwMode="auto">
          <a:xfrm>
            <a:off x="403007" y="260648"/>
            <a:ext cx="1170485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buFontTx/>
              <a:buNone/>
            </a:pPr>
            <a:r>
              <a:rPr lang="en-US" altLang="zh-CN" sz="3600" b="1" dirty="0">
                <a:solidFill>
                  <a:schemeClr val="tx2"/>
                </a:solidFill>
                <a:latin typeface="黑体" panose="02010609060101010101" pitchFamily="49" charset="-122"/>
                <a:ea typeface="+mj-ea"/>
                <a:cs typeface="+mj-cs"/>
                <a:sym typeface="+mn-lt"/>
              </a:rPr>
              <a:t>11.2.3 </a:t>
            </a:r>
            <a:r>
              <a:rPr lang="zh-CN" altLang="en-US" sz="3600" b="1" dirty="0">
                <a:solidFill>
                  <a:schemeClr val="tx2"/>
                </a:solidFill>
                <a:latin typeface="黑体" panose="02010609060101010101" pitchFamily="49" charset="-122"/>
                <a:ea typeface="+mj-ea"/>
                <a:cs typeface="+mj-cs"/>
                <a:sym typeface="+mn-lt"/>
              </a:rPr>
              <a:t>算法基本概念回顾</a:t>
            </a:r>
            <a:r>
              <a:rPr lang="en-US" altLang="zh-CN" sz="3600" b="1" dirty="0">
                <a:solidFill>
                  <a:schemeClr val="tx2"/>
                </a:solidFill>
                <a:latin typeface="黑体" panose="02010609060101010101" pitchFamily="49" charset="-122"/>
                <a:ea typeface="+mj-ea"/>
                <a:cs typeface="+mj-cs"/>
                <a:sym typeface="+mn-lt"/>
              </a:rPr>
              <a:t>——</a:t>
            </a:r>
            <a:r>
              <a:rPr lang="zh-CN" altLang="en-US" sz="3600" b="1" dirty="0">
                <a:solidFill>
                  <a:srgbClr val="FF0000"/>
                </a:solidFill>
                <a:latin typeface="黑体" panose="02010609060101010101" pitchFamily="49" charset="-122"/>
                <a:ea typeface="+mj-ea"/>
                <a:cs typeface="+mj-cs"/>
                <a:sym typeface="+mn-lt"/>
              </a:rPr>
              <a:t>算法的正式定义</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38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38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38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38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38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4" name="TextBox 1">
            <a:extLst>
              <a:ext uri="{FF2B5EF4-FFF2-40B4-BE49-F238E27FC236}">
                <a16:creationId xmlns:a16="http://schemas.microsoft.com/office/drawing/2014/main" id="{49E69CE0-8E9C-C2B1-119F-B7B3A476F279}"/>
              </a:ext>
            </a:extLst>
          </p:cNvPr>
          <p:cNvSpPr txBox="1">
            <a:spLocks noChangeArrowheads="1"/>
          </p:cNvSpPr>
          <p:nvPr/>
        </p:nvSpPr>
        <p:spPr bwMode="auto">
          <a:xfrm>
            <a:off x="623392" y="2492896"/>
            <a:ext cx="10225136" cy="3605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lvl="1">
              <a:spcBef>
                <a:spcPct val="0"/>
              </a:spcBef>
              <a:buFontTx/>
              <a:buNone/>
            </a:pPr>
            <a:r>
              <a:rPr lang="en-US" altLang="zh-CN" sz="3911" dirty="0">
                <a:solidFill>
                  <a:srgbClr val="000000"/>
                </a:solidFill>
                <a:latin typeface="+mn-lt"/>
                <a:ea typeface="+mn-ea"/>
                <a:cs typeface="+mn-ea"/>
                <a:sym typeface="+mn-lt"/>
              </a:rPr>
              <a:t>11.1 </a:t>
            </a:r>
            <a:r>
              <a:rPr lang="zh-CN" altLang="zh-CN" sz="3911" dirty="0">
                <a:solidFill>
                  <a:srgbClr val="000000"/>
                </a:solidFill>
                <a:latin typeface="+mn-lt"/>
                <a:ea typeface="+mn-ea"/>
                <a:cs typeface="+mn-ea"/>
                <a:sym typeface="+mn-lt"/>
              </a:rPr>
              <a:t>什么是</a:t>
            </a:r>
            <a:r>
              <a:rPr lang="zh-CN" altLang="en-US" sz="3911" dirty="0">
                <a:solidFill>
                  <a:srgbClr val="000000"/>
                </a:solidFill>
                <a:latin typeface="+mn-lt"/>
                <a:ea typeface="+mn-ea"/>
                <a:cs typeface="+mn-ea"/>
                <a:sym typeface="+mn-lt"/>
              </a:rPr>
              <a:t>数据遍历与搜索</a:t>
            </a:r>
            <a:r>
              <a:rPr lang="zh-CN" altLang="zh-CN" sz="3911" dirty="0">
                <a:solidFill>
                  <a:srgbClr val="000000"/>
                </a:solidFill>
                <a:latin typeface="+mn-lt"/>
                <a:ea typeface="+mn-ea"/>
                <a:cs typeface="+mn-ea"/>
                <a:sym typeface="+mn-lt"/>
              </a:rPr>
              <a:t>？</a:t>
            </a:r>
            <a:endParaRPr lang="en-US" altLang="zh-CN" sz="3911" dirty="0">
              <a:solidFill>
                <a:srgbClr val="000000"/>
              </a:solidFill>
              <a:latin typeface="+mn-lt"/>
              <a:ea typeface="+mn-ea"/>
              <a:cs typeface="+mn-ea"/>
              <a:sym typeface="+mn-lt"/>
            </a:endParaRPr>
          </a:p>
          <a:p>
            <a:pPr lvl="1">
              <a:spcBef>
                <a:spcPct val="0"/>
              </a:spcBef>
              <a:buFontTx/>
              <a:buNone/>
            </a:pPr>
            <a:r>
              <a:rPr lang="en-US" altLang="zh-CN" sz="3911" dirty="0">
                <a:solidFill>
                  <a:srgbClr val="000000"/>
                </a:solidFill>
                <a:latin typeface="+mn-lt"/>
                <a:ea typeface="+mn-ea"/>
                <a:cs typeface="+mn-ea"/>
                <a:sym typeface="+mn-lt"/>
              </a:rPr>
              <a:t>11.2 </a:t>
            </a:r>
            <a:r>
              <a:rPr lang="zh-CN" altLang="en-US" sz="3911" dirty="0">
                <a:solidFill>
                  <a:srgbClr val="000000"/>
                </a:solidFill>
                <a:latin typeface="+mn-lt"/>
                <a:ea typeface="+mn-ea"/>
                <a:cs typeface="+mn-ea"/>
                <a:sym typeface="+mn-lt"/>
              </a:rPr>
              <a:t>算法基本概念回顾</a:t>
            </a:r>
            <a:endParaRPr lang="en-US" altLang="zh-CN" sz="3911" dirty="0">
              <a:solidFill>
                <a:srgbClr val="000000"/>
              </a:solidFill>
              <a:latin typeface="+mn-lt"/>
              <a:ea typeface="+mn-ea"/>
              <a:cs typeface="+mn-ea"/>
              <a:sym typeface="+mn-lt"/>
            </a:endParaRPr>
          </a:p>
          <a:p>
            <a:pPr lvl="1">
              <a:spcBef>
                <a:spcPct val="0"/>
              </a:spcBef>
              <a:buFontTx/>
              <a:buNone/>
            </a:pPr>
            <a:r>
              <a:rPr lang="en-US" altLang="zh-CN" sz="3911" dirty="0">
                <a:solidFill>
                  <a:srgbClr val="000000"/>
                </a:solidFill>
                <a:latin typeface="+mn-lt"/>
                <a:ea typeface="+mn-ea"/>
                <a:cs typeface="+mn-ea"/>
                <a:sym typeface="+mn-lt"/>
              </a:rPr>
              <a:t>11.3 </a:t>
            </a:r>
            <a:r>
              <a:rPr lang="zh-CN" altLang="zh-CN" sz="3911" dirty="0">
                <a:solidFill>
                  <a:srgbClr val="FF0000"/>
                </a:solidFill>
                <a:latin typeface="+mn-lt"/>
                <a:ea typeface="+mn-ea"/>
                <a:cs typeface="+mn-ea"/>
                <a:sym typeface="+mn-lt"/>
              </a:rPr>
              <a:t>算法</a:t>
            </a:r>
            <a:r>
              <a:rPr lang="zh-CN" altLang="en-US" sz="3911" dirty="0">
                <a:solidFill>
                  <a:srgbClr val="FF0000"/>
                </a:solidFill>
                <a:latin typeface="+mn-lt"/>
                <a:ea typeface="+mn-ea"/>
                <a:cs typeface="+mn-ea"/>
                <a:sym typeface="+mn-lt"/>
              </a:rPr>
              <a:t>正确性</a:t>
            </a:r>
            <a:r>
              <a:rPr lang="zh-CN" altLang="zh-CN" sz="3911" dirty="0">
                <a:solidFill>
                  <a:srgbClr val="FF0000"/>
                </a:solidFill>
                <a:latin typeface="+mn-lt"/>
                <a:ea typeface="+mn-ea"/>
                <a:cs typeface="+mn-ea"/>
                <a:sym typeface="+mn-lt"/>
              </a:rPr>
              <a:t>分析</a:t>
            </a:r>
            <a:r>
              <a:rPr lang="zh-CN" altLang="en-US" sz="3911" dirty="0">
                <a:solidFill>
                  <a:srgbClr val="FF0000"/>
                </a:solidFill>
                <a:latin typeface="+mn-lt"/>
                <a:ea typeface="+mn-ea"/>
                <a:cs typeface="+mn-ea"/>
                <a:sym typeface="+mn-lt"/>
              </a:rPr>
              <a:t>与</a:t>
            </a:r>
            <a:r>
              <a:rPr lang="zh-CN" altLang="en-US" sz="3911" b="1" dirty="0">
                <a:solidFill>
                  <a:srgbClr val="FF0000"/>
                </a:solidFill>
                <a:latin typeface="+mn-lt"/>
                <a:ea typeface="+mn-ea"/>
                <a:cs typeface="+mn-ea"/>
                <a:sym typeface="+mn-lt"/>
              </a:rPr>
              <a:t>复杂度分析</a:t>
            </a:r>
            <a:endParaRPr lang="zh-CN" altLang="zh-CN" sz="3911" b="1" dirty="0">
              <a:solidFill>
                <a:srgbClr val="FF0000"/>
              </a:solidFill>
              <a:latin typeface="+mn-lt"/>
              <a:ea typeface="+mn-ea"/>
              <a:cs typeface="+mn-ea"/>
              <a:sym typeface="+mn-lt"/>
            </a:endParaRPr>
          </a:p>
          <a:p>
            <a:pPr lvl="1">
              <a:spcBef>
                <a:spcPct val="0"/>
              </a:spcBef>
              <a:buFontTx/>
              <a:buNone/>
            </a:pPr>
            <a:r>
              <a:rPr lang="en-US" altLang="zh-CN" sz="3911" dirty="0">
                <a:solidFill>
                  <a:srgbClr val="000000"/>
                </a:solidFill>
                <a:latin typeface="+mn-lt"/>
                <a:ea typeface="+mn-ea"/>
                <a:cs typeface="+mn-ea"/>
                <a:sym typeface="+mn-lt"/>
              </a:rPr>
              <a:t>11.4 </a:t>
            </a:r>
            <a:r>
              <a:rPr lang="zh-CN" altLang="en-US" sz="3911" dirty="0">
                <a:solidFill>
                  <a:srgbClr val="000000"/>
                </a:solidFill>
                <a:latin typeface="+mn-lt"/>
                <a:ea typeface="+mn-ea"/>
                <a:cs typeface="+mn-ea"/>
                <a:sym typeface="+mn-lt"/>
              </a:rPr>
              <a:t>应用举例：查找算法</a:t>
            </a:r>
            <a:endParaRPr lang="en-US" altLang="zh-CN" sz="3911" dirty="0">
              <a:solidFill>
                <a:srgbClr val="000000"/>
              </a:solidFill>
              <a:latin typeface="+mn-lt"/>
              <a:ea typeface="+mn-ea"/>
              <a:cs typeface="+mn-ea"/>
              <a:sym typeface="+mn-lt"/>
            </a:endParaRPr>
          </a:p>
          <a:p>
            <a:pPr lvl="1">
              <a:spcBef>
                <a:spcPct val="0"/>
              </a:spcBef>
              <a:buFontTx/>
              <a:buNone/>
            </a:pPr>
            <a:r>
              <a:rPr lang="en-US" altLang="zh-CN" sz="3911" dirty="0">
                <a:solidFill>
                  <a:srgbClr val="000000"/>
                </a:solidFill>
                <a:latin typeface="+mn-lt"/>
                <a:ea typeface="+mn-ea"/>
                <a:cs typeface="+mn-ea"/>
                <a:sym typeface="+mn-lt"/>
              </a:rPr>
              <a:t>11.5 </a:t>
            </a:r>
            <a:r>
              <a:rPr lang="zh-CN" altLang="en-US" sz="3911" dirty="0">
                <a:solidFill>
                  <a:srgbClr val="000000"/>
                </a:solidFill>
                <a:latin typeface="+mn-lt"/>
                <a:ea typeface="+mn-ea"/>
                <a:cs typeface="+mn-ea"/>
                <a:sym typeface="+mn-lt"/>
              </a:rPr>
              <a:t>应用举例：数组修改</a:t>
            </a:r>
            <a:endParaRPr lang="zh-CN" altLang="zh-CN" sz="3911" dirty="0">
              <a:solidFill>
                <a:srgbClr val="000000"/>
              </a:solidFill>
              <a:latin typeface="+mn-lt"/>
              <a:ea typeface="+mn-ea"/>
              <a:cs typeface="+mn-ea"/>
              <a:sym typeface="+mn-lt"/>
            </a:endParaRPr>
          </a:p>
          <a:p>
            <a:pPr eaLnBrk="1" hangingPunct="1">
              <a:lnSpc>
                <a:spcPct val="150000"/>
              </a:lnSpc>
              <a:spcBef>
                <a:spcPct val="0"/>
              </a:spcBef>
              <a:buFontTx/>
              <a:buNone/>
            </a:pPr>
            <a:endParaRPr lang="zh-CN" altLang="en-US" sz="2489" dirty="0">
              <a:solidFill>
                <a:srgbClr val="1A9EE9"/>
              </a:solidFill>
              <a:latin typeface="+mn-lt"/>
              <a:ea typeface="+mn-ea"/>
              <a:cs typeface="+mn-ea"/>
              <a:sym typeface="+mn-lt"/>
            </a:endParaRPr>
          </a:p>
        </p:txBody>
      </p:sp>
      <p:sp>
        <p:nvSpPr>
          <p:cNvPr id="4" name="Rectangle 2"/>
          <p:cNvSpPr txBox="1">
            <a:spLocks noChangeArrowheads="1"/>
          </p:cNvSpPr>
          <p:nvPr/>
        </p:nvSpPr>
        <p:spPr bwMode="auto">
          <a:xfrm>
            <a:off x="27848" y="0"/>
            <a:ext cx="8915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eaLnBrk="0" fontAlgn="base" hangingPunct="0">
              <a:spcBef>
                <a:spcPct val="0"/>
              </a:spcBef>
              <a:spcAft>
                <a:spcPct val="0"/>
              </a:spcAft>
              <a:defRPr sz="3600" b="1" kern="1200">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9pPr>
          </a:lstStyle>
          <a:p>
            <a:pPr algn="l" eaLnBrk="1" hangingPunct="1"/>
            <a:r>
              <a:rPr lang="zh-CN" altLang="en-US" dirty="0">
                <a:latin typeface="黑体" panose="02010609060101010101" pitchFamily="49" charset="-122"/>
              </a:rPr>
              <a:t> 第十一讲 数据遍历与搜索</a:t>
            </a:r>
            <a:r>
              <a:rPr lang="en-US" altLang="zh-CN" dirty="0">
                <a:latin typeface="黑体" panose="02010609060101010101" pitchFamily="49" charset="-122"/>
              </a:rPr>
              <a:t>——</a:t>
            </a:r>
            <a:r>
              <a:rPr lang="zh-CN" altLang="en-US" dirty="0">
                <a:latin typeface="黑体" panose="02010609060101010101" pitchFamily="49" charset="-122"/>
              </a:rPr>
              <a:t>学习内容</a:t>
            </a:r>
          </a:p>
        </p:txBody>
      </p:sp>
    </p:spTree>
    <p:extLst>
      <p:ext uri="{BB962C8B-B14F-4D97-AF65-F5344CB8AC3E}">
        <p14:creationId xmlns:p14="http://schemas.microsoft.com/office/powerpoint/2010/main" val="577598209"/>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40559E5-8F69-1E3D-3C4E-06D207C96959}"/>
              </a:ext>
            </a:extLst>
          </p:cNvPr>
          <p:cNvSpPr>
            <a:spLocks noGrp="1"/>
          </p:cNvSpPr>
          <p:nvPr>
            <p:ph type="sldNum" sz="quarter" idx="12"/>
          </p:nvPr>
        </p:nvSpPr>
        <p:spPr/>
        <p:txBody>
          <a:bodyPr/>
          <a:lstStyle/>
          <a:p>
            <a:pPr>
              <a:defRPr/>
            </a:pPr>
            <a:fld id="{E6B3DE21-AFB9-F14F-B875-13235536560E}" type="slidenum">
              <a:rPr lang="en-US" altLang="zh-CN" smtClean="0"/>
              <a:pPr>
                <a:defRPr/>
              </a:pPr>
              <a:t>11</a:t>
            </a:fld>
            <a:endParaRPr lang="zh-CN" altLang="en-US" dirty="0"/>
          </a:p>
        </p:txBody>
      </p:sp>
      <p:sp>
        <p:nvSpPr>
          <p:cNvPr id="628739" name="Rectangle 3">
            <a:extLst>
              <a:ext uri="{FF2B5EF4-FFF2-40B4-BE49-F238E27FC236}">
                <a16:creationId xmlns:a16="http://schemas.microsoft.com/office/drawing/2014/main" id="{74026552-7281-4116-4E87-6BC1CE3CA578}"/>
              </a:ext>
            </a:extLst>
          </p:cNvPr>
          <p:cNvSpPr>
            <a:spLocks noGrp="1" noChangeArrowheads="1"/>
          </p:cNvSpPr>
          <p:nvPr>
            <p:ph idx="4294967295"/>
          </p:nvPr>
        </p:nvSpPr>
        <p:spPr>
          <a:xfrm>
            <a:off x="263352" y="1484784"/>
            <a:ext cx="11712624" cy="4741862"/>
          </a:xfrm>
          <a:prstGeom prst="rect">
            <a:avLst/>
          </a:prstGeom>
        </p:spPr>
        <p:txBody>
          <a:bodyPr/>
          <a:lstStyle/>
          <a:p>
            <a:pPr algn="just">
              <a:lnSpc>
                <a:spcPct val="100000"/>
              </a:lnSpc>
              <a:spcBef>
                <a:spcPts val="600"/>
              </a:spcBef>
              <a:spcAft>
                <a:spcPts val="600"/>
              </a:spcAft>
            </a:pPr>
            <a:r>
              <a:rPr lang="zh-CN" altLang="en-US" sz="2800" b="1" dirty="0">
                <a:cs typeface="+mn-ea"/>
                <a:sym typeface="+mn-lt"/>
              </a:rPr>
              <a:t>算法正确性</a:t>
            </a:r>
            <a:endParaRPr lang="en-US" altLang="zh-CN" sz="2800" b="1" dirty="0">
              <a:cs typeface="+mn-ea"/>
              <a:sym typeface="+mn-lt"/>
            </a:endParaRPr>
          </a:p>
          <a:p>
            <a:pPr lvl="1" algn="just">
              <a:lnSpc>
                <a:spcPct val="100000"/>
              </a:lnSpc>
              <a:spcBef>
                <a:spcPts val="600"/>
              </a:spcBef>
              <a:spcAft>
                <a:spcPts val="600"/>
              </a:spcAft>
            </a:pPr>
            <a:r>
              <a:rPr lang="zh-CN" altLang="en-US" sz="2400" b="1" dirty="0">
                <a:cs typeface="+mn-ea"/>
                <a:sym typeface="+mn-lt"/>
              </a:rPr>
              <a:t>一个算法是正确的，如果它对于每一个输入都最终停止,而且产生正确的输出。</a:t>
            </a:r>
          </a:p>
          <a:p>
            <a:pPr lvl="1" algn="just">
              <a:lnSpc>
                <a:spcPct val="100000"/>
              </a:lnSpc>
              <a:spcBef>
                <a:spcPts val="600"/>
              </a:spcBef>
              <a:spcAft>
                <a:spcPts val="600"/>
              </a:spcAft>
            </a:pPr>
            <a:r>
              <a:rPr lang="zh-CN" altLang="en-US" sz="2400" b="1" dirty="0">
                <a:solidFill>
                  <a:schemeClr val="hlink"/>
                </a:solidFill>
                <a:cs typeface="+mn-ea"/>
                <a:sym typeface="+mn-lt"/>
              </a:rPr>
              <a:t>不正确算法</a:t>
            </a:r>
            <a:r>
              <a:rPr lang="en-US" altLang="zh-CN" sz="2400" b="1" dirty="0">
                <a:solidFill>
                  <a:schemeClr val="hlink"/>
                </a:solidFill>
                <a:cs typeface="+mn-ea"/>
                <a:sym typeface="+mn-lt"/>
              </a:rPr>
              <a:t>：</a:t>
            </a:r>
          </a:p>
          <a:p>
            <a:pPr marL="812810" lvl="2" indent="0" algn="just">
              <a:lnSpc>
                <a:spcPct val="100000"/>
              </a:lnSpc>
              <a:spcBef>
                <a:spcPts val="600"/>
              </a:spcBef>
              <a:spcAft>
                <a:spcPts val="600"/>
              </a:spcAft>
              <a:buNone/>
            </a:pPr>
            <a:r>
              <a:rPr lang="zh-CN" altLang="en-US" sz="2489" b="1" dirty="0">
                <a:solidFill>
                  <a:schemeClr val="tx2"/>
                </a:solidFill>
                <a:cs typeface="+mn-ea"/>
                <a:sym typeface="+mn-lt"/>
              </a:rPr>
              <a:t>①不停止(在某个输入上)</a:t>
            </a:r>
          </a:p>
          <a:p>
            <a:pPr marL="812810" lvl="2" indent="0" algn="just">
              <a:lnSpc>
                <a:spcPct val="100000"/>
              </a:lnSpc>
              <a:spcBef>
                <a:spcPts val="600"/>
              </a:spcBef>
              <a:spcAft>
                <a:spcPts val="600"/>
              </a:spcAft>
              <a:buNone/>
            </a:pPr>
            <a:r>
              <a:rPr lang="zh-CN" altLang="en-US" sz="2489" b="1" dirty="0">
                <a:solidFill>
                  <a:schemeClr val="tx2"/>
                </a:solidFill>
                <a:cs typeface="+mn-ea"/>
                <a:sym typeface="+mn-lt"/>
              </a:rPr>
              <a:t>②对所有输入都停止，但对某输入产生不正确结果</a:t>
            </a:r>
          </a:p>
          <a:p>
            <a:pPr lvl="1" algn="just">
              <a:lnSpc>
                <a:spcPct val="100000"/>
              </a:lnSpc>
              <a:spcBef>
                <a:spcPts val="600"/>
              </a:spcBef>
              <a:spcAft>
                <a:spcPts val="600"/>
              </a:spcAft>
            </a:pPr>
            <a:r>
              <a:rPr lang="zh-CN" altLang="en-US" sz="2400" b="1" dirty="0">
                <a:solidFill>
                  <a:schemeClr val="hlink"/>
                </a:solidFill>
                <a:cs typeface="+mn-ea"/>
                <a:sym typeface="+mn-lt"/>
              </a:rPr>
              <a:t>近似算法：</a:t>
            </a:r>
          </a:p>
          <a:p>
            <a:pPr marL="812810" lvl="2" indent="0" algn="just">
              <a:lnSpc>
                <a:spcPct val="100000"/>
              </a:lnSpc>
              <a:spcBef>
                <a:spcPts val="600"/>
              </a:spcBef>
              <a:spcAft>
                <a:spcPts val="600"/>
              </a:spcAft>
              <a:buNone/>
            </a:pPr>
            <a:r>
              <a:rPr lang="zh-CN" altLang="en-US" sz="2489" b="1" dirty="0">
                <a:solidFill>
                  <a:schemeClr val="tx2"/>
                </a:solidFill>
                <a:cs typeface="+mn-ea"/>
                <a:sym typeface="+mn-lt"/>
              </a:rPr>
              <a:t>①对所有输入都停止</a:t>
            </a:r>
          </a:p>
          <a:p>
            <a:pPr marL="812810" lvl="2" indent="0" algn="just">
              <a:lnSpc>
                <a:spcPct val="100000"/>
              </a:lnSpc>
              <a:spcBef>
                <a:spcPts val="600"/>
              </a:spcBef>
              <a:spcAft>
                <a:spcPts val="600"/>
              </a:spcAft>
              <a:buNone/>
            </a:pPr>
            <a:r>
              <a:rPr lang="zh-CN" altLang="en-US" sz="2489" b="1" dirty="0">
                <a:solidFill>
                  <a:schemeClr val="tx2"/>
                </a:solidFill>
                <a:cs typeface="+mn-ea"/>
                <a:sym typeface="+mn-lt"/>
              </a:rPr>
              <a:t>②产生近似正确的解或产生不多的不正确解</a:t>
            </a:r>
          </a:p>
        </p:txBody>
      </p:sp>
      <p:sp>
        <p:nvSpPr>
          <p:cNvPr id="5" name="Rectangle 2">
            <a:extLst>
              <a:ext uri="{FF2B5EF4-FFF2-40B4-BE49-F238E27FC236}">
                <a16:creationId xmlns:a16="http://schemas.microsoft.com/office/drawing/2014/main" id="{D7F79B44-2E12-6A18-F2D3-BB9AD4E0A47E}"/>
              </a:ext>
            </a:extLst>
          </p:cNvPr>
          <p:cNvSpPr txBox="1">
            <a:spLocks/>
          </p:cNvSpPr>
          <p:nvPr/>
        </p:nvSpPr>
        <p:spPr bwMode="auto">
          <a:xfrm>
            <a:off x="623392" y="85725"/>
            <a:ext cx="6624736" cy="809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kern="1200">
                <a:solidFill>
                  <a:schemeClr val="tx2"/>
                </a:solidFill>
                <a:latin typeface="Arial" pitchFamily="34" charset="0"/>
                <a:ea typeface="黑体" pitchFamily="49" charset="-122"/>
                <a:cs typeface="Arial" pitchFamily="34" charset="0"/>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eaLnBrk="1" hangingPunct="1"/>
            <a:r>
              <a:rPr lang="en-US" altLang="zh-CN" dirty="0">
                <a:latin typeface="黑体" panose="02010609060101010101" pitchFamily="49" charset="-122"/>
                <a:ea typeface="+mj-ea"/>
                <a:cs typeface="+mj-cs"/>
              </a:rPr>
              <a:t>11.3.1</a:t>
            </a:r>
            <a:r>
              <a:rPr lang="zh-CN" altLang="en-US" dirty="0">
                <a:latin typeface="黑体" panose="02010609060101010101" pitchFamily="49" charset="-122"/>
                <a:ea typeface="+mj-ea"/>
                <a:cs typeface="+mj-cs"/>
              </a:rPr>
              <a:t> 算法的正确性分析</a:t>
            </a:r>
          </a:p>
        </p:txBody>
      </p:sp>
    </p:spTree>
  </p:cSld>
  <p:clrMapOvr>
    <a:overrideClrMapping bg1="lt1" tx1="dk1" bg2="lt2" tx2="dk2" accent1="accent1" accent2="accent2" accent3="accent3" accent4="accent4" accent5="accent5" accent6="accent6" hlink="hlink" folHlink="folHlink"/>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28739">
                                            <p:txEl>
                                              <p:pRg st="2" end="2"/>
                                            </p:txEl>
                                          </p:spTgt>
                                        </p:tgtEl>
                                        <p:attrNameLst>
                                          <p:attrName>style.visibility</p:attrName>
                                        </p:attrNameLst>
                                      </p:cBhvr>
                                      <p:to>
                                        <p:strVal val="visible"/>
                                      </p:to>
                                    </p:set>
                                    <p:anim calcmode="lin" valueType="num">
                                      <p:cBhvr additive="base">
                                        <p:cTn id="7" dur="500" fill="hold"/>
                                        <p:tgtEl>
                                          <p:spTgt spid="628739">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8739">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28739">
                                            <p:txEl>
                                              <p:pRg st="3" end="3"/>
                                            </p:txEl>
                                          </p:spTgt>
                                        </p:tgtEl>
                                        <p:attrNameLst>
                                          <p:attrName>style.visibility</p:attrName>
                                        </p:attrNameLst>
                                      </p:cBhvr>
                                      <p:to>
                                        <p:strVal val="visible"/>
                                      </p:to>
                                    </p:set>
                                    <p:anim calcmode="lin" valueType="num">
                                      <p:cBhvr additive="base">
                                        <p:cTn id="11" dur="500" fill="hold"/>
                                        <p:tgtEl>
                                          <p:spTgt spid="628739">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28739">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28739">
                                            <p:txEl>
                                              <p:pRg st="4" end="4"/>
                                            </p:txEl>
                                          </p:spTgt>
                                        </p:tgtEl>
                                        <p:attrNameLst>
                                          <p:attrName>style.visibility</p:attrName>
                                        </p:attrNameLst>
                                      </p:cBhvr>
                                      <p:to>
                                        <p:strVal val="visible"/>
                                      </p:to>
                                    </p:set>
                                    <p:anim calcmode="lin" valueType="num">
                                      <p:cBhvr additive="base">
                                        <p:cTn id="15" dur="500" fill="hold"/>
                                        <p:tgtEl>
                                          <p:spTgt spid="628739">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2873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628739">
                                            <p:txEl>
                                              <p:pRg st="5" end="5"/>
                                            </p:txEl>
                                          </p:spTgt>
                                        </p:tgtEl>
                                        <p:attrNameLst>
                                          <p:attrName>style.visibility</p:attrName>
                                        </p:attrNameLst>
                                      </p:cBhvr>
                                      <p:to>
                                        <p:strVal val="visible"/>
                                      </p:to>
                                    </p:set>
                                    <p:anim calcmode="lin" valueType="num">
                                      <p:cBhvr additive="base">
                                        <p:cTn id="21" dur="500" fill="hold"/>
                                        <p:tgtEl>
                                          <p:spTgt spid="628739">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28739">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28739">
                                            <p:txEl>
                                              <p:pRg st="6" end="6"/>
                                            </p:txEl>
                                          </p:spTgt>
                                        </p:tgtEl>
                                        <p:attrNameLst>
                                          <p:attrName>style.visibility</p:attrName>
                                        </p:attrNameLst>
                                      </p:cBhvr>
                                      <p:to>
                                        <p:strVal val="visible"/>
                                      </p:to>
                                    </p:set>
                                    <p:anim calcmode="lin" valueType="num">
                                      <p:cBhvr additive="base">
                                        <p:cTn id="25" dur="500" fill="hold"/>
                                        <p:tgtEl>
                                          <p:spTgt spid="628739">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28739">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28739">
                                            <p:txEl>
                                              <p:pRg st="7" end="7"/>
                                            </p:txEl>
                                          </p:spTgt>
                                        </p:tgtEl>
                                        <p:attrNameLst>
                                          <p:attrName>style.visibility</p:attrName>
                                        </p:attrNameLst>
                                      </p:cBhvr>
                                      <p:to>
                                        <p:strVal val="visible"/>
                                      </p:to>
                                    </p:set>
                                    <p:anim calcmode="lin" valueType="num">
                                      <p:cBhvr additive="base">
                                        <p:cTn id="29" dur="500" fill="hold"/>
                                        <p:tgtEl>
                                          <p:spTgt spid="628739">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2873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B481B2D-0F93-EDD8-81D2-0CEE96BDCE39}"/>
              </a:ext>
            </a:extLst>
          </p:cNvPr>
          <p:cNvSpPr>
            <a:spLocks noGrp="1"/>
          </p:cNvSpPr>
          <p:nvPr>
            <p:ph type="sldNum" sz="quarter" idx="12"/>
          </p:nvPr>
        </p:nvSpPr>
        <p:spPr/>
        <p:txBody>
          <a:bodyPr/>
          <a:lstStyle/>
          <a:p>
            <a:pPr>
              <a:defRPr/>
            </a:pPr>
            <a:fld id="{E6B3DE21-AFB9-F14F-B875-13235536560E}" type="slidenum">
              <a:rPr lang="en-US" altLang="zh-CN" smtClean="0"/>
              <a:pPr>
                <a:defRPr/>
              </a:pPr>
              <a:t>12</a:t>
            </a:fld>
            <a:endParaRPr lang="zh-CN" altLang="en-US" dirty="0"/>
          </a:p>
        </p:txBody>
      </p:sp>
      <p:sp>
        <p:nvSpPr>
          <p:cNvPr id="631811" name="Rectangle 3">
            <a:extLst>
              <a:ext uri="{FF2B5EF4-FFF2-40B4-BE49-F238E27FC236}">
                <a16:creationId xmlns:a16="http://schemas.microsoft.com/office/drawing/2014/main" id="{779BCE75-A350-046F-A656-031360F161F1}"/>
              </a:ext>
            </a:extLst>
          </p:cNvPr>
          <p:cNvSpPr>
            <a:spLocks noGrp="1" noChangeArrowheads="1"/>
          </p:cNvSpPr>
          <p:nvPr>
            <p:ph idx="4294967295"/>
          </p:nvPr>
        </p:nvSpPr>
        <p:spPr>
          <a:xfrm>
            <a:off x="911424" y="1562691"/>
            <a:ext cx="7824788"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defTabSz="914400">
              <a:lnSpc>
                <a:spcPct val="100000"/>
              </a:lnSpc>
              <a:spcBef>
                <a:spcPts val="600"/>
              </a:spcBef>
              <a:spcAft>
                <a:spcPts val="600"/>
              </a:spcAft>
              <a:buClr>
                <a:schemeClr val="tx2"/>
              </a:buClr>
              <a:buSzPct val="50000"/>
              <a:buFont typeface="Wingdings" charset="2"/>
              <a:buChar char="n"/>
            </a:pPr>
            <a:r>
              <a:rPr lang="zh-CN" altLang="en-US" sz="2800" dirty="0">
                <a:cs typeface="+mn-ea"/>
                <a:sym typeface="+mn-lt"/>
              </a:rPr>
              <a:t>目的：</a:t>
            </a:r>
          </a:p>
          <a:p>
            <a:pPr marL="742950" lvl="1" indent="-285750" defTabSz="914400">
              <a:lnSpc>
                <a:spcPct val="100000"/>
              </a:lnSpc>
              <a:spcBef>
                <a:spcPts val="600"/>
              </a:spcBef>
              <a:spcAft>
                <a:spcPts val="600"/>
              </a:spcAft>
              <a:buClr>
                <a:schemeClr val="tx2"/>
              </a:buClr>
              <a:buSzPct val="50000"/>
              <a:buFont typeface="Wingdings 2" charset="2"/>
              <a:buChar char="Þ"/>
            </a:pPr>
            <a:r>
              <a:rPr lang="zh-CN" altLang="en-US" sz="2400" dirty="0">
                <a:solidFill>
                  <a:srgbClr val="333399"/>
                </a:solidFill>
                <a:cs typeface="+mn-ea"/>
                <a:sym typeface="+mn-lt"/>
              </a:rPr>
              <a:t>预测算法对不同输入所需资源量</a:t>
            </a:r>
          </a:p>
          <a:p>
            <a:pPr marL="342900" indent="-342900" defTabSz="914400">
              <a:lnSpc>
                <a:spcPct val="100000"/>
              </a:lnSpc>
              <a:spcBef>
                <a:spcPts val="600"/>
              </a:spcBef>
              <a:spcAft>
                <a:spcPts val="600"/>
              </a:spcAft>
              <a:buClr>
                <a:schemeClr val="tx2"/>
              </a:buClr>
              <a:buSzPct val="50000"/>
              <a:buFont typeface="Wingdings" charset="2"/>
              <a:buChar char="n"/>
            </a:pPr>
            <a:r>
              <a:rPr lang="zh-CN" altLang="en-US" sz="2800" dirty="0">
                <a:cs typeface="+mn-ea"/>
                <a:sym typeface="+mn-lt"/>
              </a:rPr>
              <a:t>复杂性测度：</a:t>
            </a:r>
          </a:p>
          <a:p>
            <a:pPr marL="742950" lvl="1" indent="-285750" defTabSz="914400">
              <a:lnSpc>
                <a:spcPct val="100000"/>
              </a:lnSpc>
              <a:spcBef>
                <a:spcPts val="600"/>
              </a:spcBef>
              <a:spcAft>
                <a:spcPts val="600"/>
              </a:spcAft>
              <a:buClr>
                <a:schemeClr val="tx2"/>
              </a:buClr>
              <a:buSzPct val="50000"/>
              <a:buFont typeface="Wingdings 2" charset="2"/>
              <a:buChar char="Þ"/>
            </a:pPr>
            <a:r>
              <a:rPr lang="zh-CN" altLang="en-US" sz="2400" dirty="0">
                <a:solidFill>
                  <a:srgbClr val="333399"/>
                </a:solidFill>
                <a:cs typeface="+mn-ea"/>
                <a:sym typeface="+mn-lt"/>
              </a:rPr>
              <a:t>时间，空间， </a:t>
            </a:r>
            <a:r>
              <a:rPr lang="en-US" altLang="zh-CN" sz="2400" dirty="0">
                <a:solidFill>
                  <a:srgbClr val="333399"/>
                </a:solidFill>
                <a:cs typeface="+mn-ea"/>
                <a:sym typeface="+mn-lt"/>
              </a:rPr>
              <a:t>I/O</a:t>
            </a:r>
            <a:r>
              <a:rPr lang="zh-CN" altLang="en-US" sz="2400" dirty="0">
                <a:solidFill>
                  <a:srgbClr val="333399"/>
                </a:solidFill>
                <a:cs typeface="+mn-ea"/>
                <a:sym typeface="+mn-lt"/>
              </a:rPr>
              <a:t>等</a:t>
            </a:r>
            <a:r>
              <a:rPr lang="en-US" altLang="zh-CN" sz="2400" dirty="0">
                <a:solidFill>
                  <a:srgbClr val="333399"/>
                </a:solidFill>
                <a:cs typeface="+mn-ea"/>
                <a:sym typeface="+mn-lt"/>
              </a:rPr>
              <a:t>,</a:t>
            </a:r>
            <a:r>
              <a:rPr lang="zh-CN" altLang="en-US" sz="2400" dirty="0">
                <a:solidFill>
                  <a:srgbClr val="333399"/>
                </a:solidFill>
                <a:cs typeface="+mn-ea"/>
                <a:sym typeface="+mn-lt"/>
              </a:rPr>
              <a:t> 是输入大小的函数</a:t>
            </a:r>
            <a:endParaRPr lang="en-US" altLang="zh-CN" sz="2400" dirty="0">
              <a:solidFill>
                <a:srgbClr val="333399"/>
              </a:solidFill>
              <a:cs typeface="+mn-ea"/>
              <a:sym typeface="+mn-lt"/>
            </a:endParaRPr>
          </a:p>
          <a:p>
            <a:pPr marL="342900" indent="-342900" defTabSz="914400">
              <a:lnSpc>
                <a:spcPct val="100000"/>
              </a:lnSpc>
              <a:spcBef>
                <a:spcPts val="600"/>
              </a:spcBef>
              <a:spcAft>
                <a:spcPts val="600"/>
              </a:spcAft>
              <a:buClr>
                <a:schemeClr val="tx2"/>
              </a:buClr>
              <a:buSzPct val="50000"/>
              <a:buFont typeface="Wingdings" charset="2"/>
              <a:buChar char="n"/>
            </a:pPr>
            <a:r>
              <a:rPr lang="zh-CN" altLang="en-US" sz="2800" dirty="0">
                <a:cs typeface="+mn-ea"/>
                <a:sym typeface="+mn-lt"/>
              </a:rPr>
              <a:t>用途：</a:t>
            </a:r>
          </a:p>
          <a:p>
            <a:pPr marL="742950" lvl="1" indent="-285750" defTabSz="914400">
              <a:lnSpc>
                <a:spcPct val="100000"/>
              </a:lnSpc>
              <a:spcBef>
                <a:spcPts val="600"/>
              </a:spcBef>
              <a:spcAft>
                <a:spcPts val="600"/>
              </a:spcAft>
              <a:buClr>
                <a:schemeClr val="tx2"/>
              </a:buClr>
              <a:buSzPct val="50000"/>
              <a:buFont typeface="Wingdings 2" charset="2"/>
              <a:buChar char="Þ"/>
            </a:pPr>
            <a:r>
              <a:rPr lang="zh-CN" altLang="en-US" sz="2400" dirty="0">
                <a:solidFill>
                  <a:srgbClr val="333399"/>
                </a:solidFill>
                <a:cs typeface="+mn-ea"/>
                <a:sym typeface="+mn-lt"/>
              </a:rPr>
              <a:t>为求解一个问题选择最佳算法、最佳设备</a:t>
            </a:r>
          </a:p>
        </p:txBody>
      </p:sp>
      <p:sp>
        <p:nvSpPr>
          <p:cNvPr id="5" name="Rectangle 2">
            <a:extLst>
              <a:ext uri="{FF2B5EF4-FFF2-40B4-BE49-F238E27FC236}">
                <a16:creationId xmlns:a16="http://schemas.microsoft.com/office/drawing/2014/main" id="{D7F79B44-2E12-6A18-F2D3-BB9AD4E0A47E}"/>
              </a:ext>
            </a:extLst>
          </p:cNvPr>
          <p:cNvSpPr txBox="1">
            <a:spLocks/>
          </p:cNvSpPr>
          <p:nvPr/>
        </p:nvSpPr>
        <p:spPr bwMode="auto">
          <a:xfrm>
            <a:off x="623392" y="116632"/>
            <a:ext cx="6800168" cy="809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kern="1200">
                <a:solidFill>
                  <a:schemeClr val="tx2"/>
                </a:solidFill>
                <a:latin typeface="Arial" pitchFamily="34" charset="0"/>
                <a:ea typeface="黑体" pitchFamily="49" charset="-122"/>
                <a:cs typeface="Arial" pitchFamily="34" charset="0"/>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eaLnBrk="1" hangingPunct="1"/>
            <a:r>
              <a:rPr lang="en-US" altLang="zh-CN" dirty="0">
                <a:latin typeface="黑体" panose="02010609060101010101" pitchFamily="49" charset="-122"/>
                <a:ea typeface="+mj-ea"/>
                <a:cs typeface="+mj-cs"/>
              </a:rPr>
              <a:t>11.3.2</a:t>
            </a:r>
            <a:r>
              <a:rPr lang="zh-CN" altLang="en-US" dirty="0">
                <a:latin typeface="黑体" panose="02010609060101010101" pitchFamily="49" charset="-122"/>
                <a:ea typeface="+mj-ea"/>
                <a:cs typeface="+mj-cs"/>
              </a:rPr>
              <a:t> 算法的复杂性分析</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31811">
                                            <p:txEl>
                                              <p:pRg st="0" end="0"/>
                                            </p:txEl>
                                          </p:spTgt>
                                        </p:tgtEl>
                                        <p:attrNameLst>
                                          <p:attrName>style.visibility</p:attrName>
                                        </p:attrNameLst>
                                      </p:cBhvr>
                                      <p:to>
                                        <p:strVal val="visible"/>
                                      </p:to>
                                    </p:set>
                                    <p:anim calcmode="lin" valueType="num">
                                      <p:cBhvr additive="base">
                                        <p:cTn id="7" dur="500" fill="hold"/>
                                        <p:tgtEl>
                                          <p:spTgt spid="6318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3181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31811">
                                            <p:txEl>
                                              <p:pRg st="1" end="1"/>
                                            </p:txEl>
                                          </p:spTgt>
                                        </p:tgtEl>
                                        <p:attrNameLst>
                                          <p:attrName>style.visibility</p:attrName>
                                        </p:attrNameLst>
                                      </p:cBhvr>
                                      <p:to>
                                        <p:strVal val="visible"/>
                                      </p:to>
                                    </p:set>
                                    <p:anim calcmode="lin" valueType="num">
                                      <p:cBhvr additive="base">
                                        <p:cTn id="11" dur="500" fill="hold"/>
                                        <p:tgtEl>
                                          <p:spTgt spid="63181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318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631811">
                                            <p:txEl>
                                              <p:pRg st="2" end="2"/>
                                            </p:txEl>
                                          </p:spTgt>
                                        </p:tgtEl>
                                        <p:attrNameLst>
                                          <p:attrName>style.visibility</p:attrName>
                                        </p:attrNameLst>
                                      </p:cBhvr>
                                      <p:to>
                                        <p:strVal val="visible"/>
                                      </p:to>
                                    </p:set>
                                    <p:anim calcmode="lin" valueType="num">
                                      <p:cBhvr additive="base">
                                        <p:cTn id="17" dur="500" fill="hold"/>
                                        <p:tgtEl>
                                          <p:spTgt spid="63181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31811">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631811">
                                            <p:txEl>
                                              <p:pRg st="3" end="3"/>
                                            </p:txEl>
                                          </p:spTgt>
                                        </p:tgtEl>
                                        <p:attrNameLst>
                                          <p:attrName>style.visibility</p:attrName>
                                        </p:attrNameLst>
                                      </p:cBhvr>
                                      <p:to>
                                        <p:strVal val="visible"/>
                                      </p:to>
                                    </p:set>
                                    <p:anim calcmode="lin" valueType="num">
                                      <p:cBhvr additive="base">
                                        <p:cTn id="21" dur="500" fill="hold"/>
                                        <p:tgtEl>
                                          <p:spTgt spid="631811">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318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631811">
                                            <p:txEl>
                                              <p:pRg st="4" end="4"/>
                                            </p:txEl>
                                          </p:spTgt>
                                        </p:tgtEl>
                                        <p:attrNameLst>
                                          <p:attrName>style.visibility</p:attrName>
                                        </p:attrNameLst>
                                      </p:cBhvr>
                                      <p:to>
                                        <p:strVal val="visible"/>
                                      </p:to>
                                    </p:set>
                                    <p:anim calcmode="lin" valueType="num">
                                      <p:cBhvr additive="base">
                                        <p:cTn id="27" dur="500" fill="hold"/>
                                        <p:tgtEl>
                                          <p:spTgt spid="631811">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31811">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631811">
                                            <p:txEl>
                                              <p:pRg st="5" end="5"/>
                                            </p:txEl>
                                          </p:spTgt>
                                        </p:tgtEl>
                                        <p:attrNameLst>
                                          <p:attrName>style.visibility</p:attrName>
                                        </p:attrNameLst>
                                      </p:cBhvr>
                                      <p:to>
                                        <p:strVal val="visible"/>
                                      </p:to>
                                    </p:set>
                                    <p:anim calcmode="lin" valueType="num">
                                      <p:cBhvr additive="base">
                                        <p:cTn id="31" dur="500" fill="hold"/>
                                        <p:tgtEl>
                                          <p:spTgt spid="63181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3181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A3C6A5C9-00D9-2416-89C8-DC1CCD5A4E5B}"/>
              </a:ext>
            </a:extLst>
          </p:cNvPr>
          <p:cNvSpPr>
            <a:spLocks noGrp="1"/>
          </p:cNvSpPr>
          <p:nvPr>
            <p:ph type="sldNum" sz="quarter" idx="12"/>
          </p:nvPr>
        </p:nvSpPr>
        <p:spPr/>
        <p:txBody>
          <a:bodyPr/>
          <a:lstStyle/>
          <a:p>
            <a:pPr>
              <a:defRPr/>
            </a:pPr>
            <a:fld id="{E6B3DE21-AFB9-F14F-B875-13235536560E}" type="slidenum">
              <a:rPr lang="en-US" altLang="zh-CN" smtClean="0"/>
              <a:pPr>
                <a:defRPr/>
              </a:pPr>
              <a:t>13</a:t>
            </a:fld>
            <a:endParaRPr lang="zh-CN" altLang="en-US" dirty="0"/>
          </a:p>
        </p:txBody>
      </p:sp>
      <mc:AlternateContent xmlns:mc="http://schemas.openxmlformats.org/markup-compatibility/2006" xmlns:a14="http://schemas.microsoft.com/office/drawing/2010/main">
        <mc:Choice Requires="a14">
          <p:sp>
            <p:nvSpPr>
              <p:cNvPr id="635907" name="Rectangle 3">
                <a:extLst>
                  <a:ext uri="{FF2B5EF4-FFF2-40B4-BE49-F238E27FC236}">
                    <a16:creationId xmlns:a16="http://schemas.microsoft.com/office/drawing/2014/main" id="{90D97AC4-095D-1399-1F45-B3A1F0B35B6B}"/>
                  </a:ext>
                </a:extLst>
              </p:cNvPr>
              <p:cNvSpPr>
                <a:spLocks noGrp="1" noChangeArrowheads="1"/>
              </p:cNvSpPr>
              <p:nvPr>
                <p:ph idx="4294967295"/>
              </p:nvPr>
            </p:nvSpPr>
            <p:spPr>
              <a:xfrm>
                <a:off x="695400" y="1340768"/>
                <a:ext cx="9504363" cy="5111750"/>
              </a:xfrm>
              <a:prstGeom prst="rect">
                <a:avLst/>
              </a:prstGeom>
            </p:spPr>
            <p:txBody>
              <a:bodyPr>
                <a:normAutofit fontScale="92500" lnSpcReduction="20000"/>
              </a:bodyPr>
              <a:lstStyle/>
              <a:p>
                <a:pPr marL="0" indent="0" algn="just">
                  <a:lnSpc>
                    <a:spcPct val="135000"/>
                  </a:lnSpc>
                  <a:spcBef>
                    <a:spcPts val="600"/>
                  </a:spcBef>
                  <a:spcAft>
                    <a:spcPts val="600"/>
                  </a:spcAft>
                  <a:buNone/>
                </a:pPr>
                <a:r>
                  <a:rPr lang="zh-CN" altLang="en-US" sz="2400" b="1" dirty="0">
                    <a:latin typeface="黑体" panose="02010609060101010101" pitchFamily="49" charset="-122"/>
                    <a:ea typeface="黑体" panose="02010609060101010101" pitchFamily="49" charset="-122"/>
                  </a:rPr>
                  <a:t>如何来度量算法的复杂性：</a:t>
                </a:r>
                <a:endParaRPr lang="en-US" altLang="zh-CN" sz="2400" b="1" dirty="0">
                  <a:latin typeface="黑体" panose="02010609060101010101" pitchFamily="49" charset="-122"/>
                  <a:ea typeface="黑体" panose="02010609060101010101" pitchFamily="49" charset="-122"/>
                </a:endParaRPr>
              </a:p>
              <a:p>
                <a:pPr lvl="1" algn="just">
                  <a:lnSpc>
                    <a:spcPct val="135000"/>
                  </a:lnSpc>
                  <a:spcBef>
                    <a:spcPts val="600"/>
                  </a:spcBef>
                  <a:spcAft>
                    <a:spcPts val="600"/>
                  </a:spcAft>
                </a:pPr>
                <a:r>
                  <a:rPr lang="zh-CN" altLang="en-US" sz="2000" b="1" dirty="0">
                    <a:latin typeface="黑体" panose="02010609060101010101" pitchFamily="49" charset="-122"/>
                    <a:ea typeface="黑体" panose="02010609060101010101" pitchFamily="49" charset="-122"/>
                  </a:rPr>
                  <a:t>时间复杂性：统计程序执行过程中总共执行了多少条语句。</a:t>
                </a:r>
                <a:endParaRPr lang="en-US" altLang="zh-CN" sz="2000" b="1" dirty="0">
                  <a:latin typeface="黑体" panose="02010609060101010101" pitchFamily="49" charset="-122"/>
                  <a:ea typeface="黑体" panose="02010609060101010101" pitchFamily="49" charset="-122"/>
                </a:endParaRPr>
              </a:p>
              <a:p>
                <a:pPr lvl="1" algn="just">
                  <a:lnSpc>
                    <a:spcPct val="135000"/>
                  </a:lnSpc>
                  <a:spcBef>
                    <a:spcPts val="600"/>
                  </a:spcBef>
                  <a:spcAft>
                    <a:spcPts val="600"/>
                  </a:spcAft>
                </a:pPr>
                <a:r>
                  <a:rPr lang="zh-CN" altLang="en-US" sz="2000" b="1" dirty="0">
                    <a:latin typeface="黑体" panose="02010609060101010101" pitchFamily="49" charset="-122"/>
                    <a:ea typeface="黑体" panose="02010609060101010101" pitchFamily="49" charset="-122"/>
                  </a:rPr>
                  <a:t>空间复杂性：统计程序执行过程中最多占用多少空间。</a:t>
                </a:r>
                <a:endParaRPr lang="en-US" altLang="zh-CN" sz="2000" b="1" dirty="0">
                  <a:latin typeface="黑体" panose="02010609060101010101" pitchFamily="49" charset="-122"/>
                  <a:ea typeface="黑体" panose="02010609060101010101" pitchFamily="49" charset="-122"/>
                </a:endParaRPr>
              </a:p>
              <a:p>
                <a:pPr marL="0" indent="0" algn="just">
                  <a:lnSpc>
                    <a:spcPct val="135000"/>
                  </a:lnSpc>
                  <a:spcBef>
                    <a:spcPts val="600"/>
                  </a:spcBef>
                  <a:spcAft>
                    <a:spcPts val="600"/>
                  </a:spcAft>
                  <a:buNone/>
                </a:pPr>
                <a:r>
                  <a:rPr lang="zh-CN" altLang="en-US" sz="2400" b="1" dirty="0">
                    <a:latin typeface="黑体" panose="02010609060101010101" pitchFamily="49" charset="-122"/>
                    <a:ea typeface="黑体" panose="02010609060101010101" pitchFamily="49" charset="-122"/>
                  </a:rPr>
                  <a:t>一个算法的输入可以是多种多样的</a:t>
                </a:r>
                <a:endParaRPr lang="en-US" altLang="zh-CN" sz="2400" b="1" dirty="0">
                  <a:latin typeface="黑体" panose="02010609060101010101" pitchFamily="49" charset="-122"/>
                  <a:ea typeface="黑体" panose="02010609060101010101" pitchFamily="49" charset="-122"/>
                </a:endParaRPr>
              </a:p>
              <a:p>
                <a:pPr marL="0" indent="0" algn="just">
                  <a:lnSpc>
                    <a:spcPct val="135000"/>
                  </a:lnSpc>
                  <a:spcBef>
                    <a:spcPts val="600"/>
                  </a:spcBef>
                  <a:spcAft>
                    <a:spcPts val="600"/>
                  </a:spcAft>
                  <a:buNone/>
                </a:pPr>
                <a:endParaRPr lang="en-US" altLang="zh-CN" sz="2400" b="1" dirty="0">
                  <a:latin typeface="黑体" panose="02010609060101010101" pitchFamily="49" charset="-122"/>
                  <a:ea typeface="黑体" panose="02010609060101010101" pitchFamily="49" charset="-122"/>
                </a:endParaRPr>
              </a:p>
              <a:p>
                <a:pPr algn="just">
                  <a:lnSpc>
                    <a:spcPct val="135000"/>
                  </a:lnSpc>
                  <a:spcBef>
                    <a:spcPts val="600"/>
                  </a:spcBef>
                  <a:spcAft>
                    <a:spcPts val="600"/>
                  </a:spcAft>
                </a:pPr>
                <a:endParaRPr lang="en-US" altLang="zh-CN" sz="2400" b="1" dirty="0">
                  <a:latin typeface="黑体" panose="02010609060101010101" pitchFamily="49" charset="-122"/>
                  <a:ea typeface="黑体" panose="02010609060101010101" pitchFamily="49" charset="-122"/>
                </a:endParaRPr>
              </a:p>
              <a:p>
                <a:pPr algn="just">
                  <a:lnSpc>
                    <a:spcPct val="135000"/>
                  </a:lnSpc>
                  <a:spcBef>
                    <a:spcPts val="600"/>
                  </a:spcBef>
                  <a:spcAft>
                    <a:spcPts val="600"/>
                  </a:spcAft>
                </a:pPr>
                <a:r>
                  <a:rPr lang="zh-CN" altLang="en-US" sz="2400" b="1" dirty="0">
                    <a:solidFill>
                      <a:srgbClr val="FF0000"/>
                    </a:solidFill>
                    <a:latin typeface="黑体" panose="02010609060101010101" pitchFamily="49" charset="-122"/>
                    <a:ea typeface="黑体" panose="02010609060101010101" pitchFamily="49" charset="-122"/>
                  </a:rPr>
                  <a:t>最坏复杂性</a:t>
                </a:r>
                <a:r>
                  <a:rPr lang="zh-CN" altLang="en-US" sz="2400" b="1" dirty="0">
                    <a:latin typeface="黑体" panose="02010609060101010101" pitchFamily="49" charset="-122"/>
                    <a:ea typeface="黑体" panose="02010609060101010101" pitchFamily="49" charset="-122"/>
                  </a:rPr>
                  <a:t>：</a:t>
                </a:r>
                <a:r>
                  <a:rPr lang="en-US" altLang="zh-CN" sz="2400" b="1" dirty="0">
                    <a:latin typeface="黑体" panose="02010609060101010101" pitchFamily="49" charset="-122"/>
                    <a:ea typeface="黑体" panose="02010609060101010101" pitchFamily="49" charset="-122"/>
                  </a:rPr>
                  <a:t>100</a:t>
                </a:r>
              </a:p>
              <a:p>
                <a:pPr algn="just">
                  <a:lnSpc>
                    <a:spcPct val="135000"/>
                  </a:lnSpc>
                  <a:spcBef>
                    <a:spcPts val="600"/>
                  </a:spcBef>
                  <a:spcAft>
                    <a:spcPts val="600"/>
                  </a:spcAft>
                </a:pPr>
                <a:r>
                  <a:rPr lang="zh-CN" altLang="en-US" sz="2400" b="1" dirty="0">
                    <a:latin typeface="黑体" panose="02010609060101010101" pitchFamily="49" charset="-122"/>
                    <a:ea typeface="黑体" panose="02010609060101010101" pitchFamily="49" charset="-122"/>
                  </a:rPr>
                  <a:t>最小复杂性：</a:t>
                </a:r>
                <a:r>
                  <a:rPr lang="en-US" altLang="zh-CN" sz="2400" b="1" dirty="0">
                    <a:latin typeface="黑体" panose="02010609060101010101" pitchFamily="49" charset="-122"/>
                    <a:ea typeface="黑体" panose="02010609060101010101" pitchFamily="49" charset="-122"/>
                  </a:rPr>
                  <a:t>10</a:t>
                </a:r>
                <a:endParaRPr lang="zh-CN" altLang="en-US" sz="2400" b="1" dirty="0">
                  <a:latin typeface="黑体" panose="02010609060101010101" pitchFamily="49" charset="-122"/>
                  <a:ea typeface="黑体" panose="02010609060101010101" pitchFamily="49" charset="-122"/>
                </a:endParaRPr>
              </a:p>
              <a:p>
                <a:pPr algn="just">
                  <a:lnSpc>
                    <a:spcPct val="135000"/>
                  </a:lnSpc>
                  <a:spcBef>
                    <a:spcPts val="600"/>
                  </a:spcBef>
                  <a:spcAft>
                    <a:spcPts val="600"/>
                  </a:spcAft>
                </a:pPr>
                <a:r>
                  <a:rPr lang="zh-CN" altLang="en-US" sz="2400" b="1" dirty="0">
                    <a:solidFill>
                      <a:srgbClr val="FF0000"/>
                    </a:solidFill>
                    <a:latin typeface="黑体" panose="02010609060101010101" pitchFamily="49" charset="-122"/>
                    <a:ea typeface="黑体" panose="02010609060101010101" pitchFamily="49" charset="-122"/>
                  </a:rPr>
                  <a:t>平均复杂性</a:t>
                </a:r>
                <a:r>
                  <a:rPr lang="zh-CN" altLang="en-US" sz="2400" b="1" dirty="0">
                    <a:latin typeface="黑体" panose="02010609060101010101" pitchFamily="49" charset="-122"/>
                    <a:ea typeface="黑体" panose="02010609060101010101" pitchFamily="49" charset="-122"/>
                    <a:sym typeface="Wingdings" panose="05000000000000000000" pitchFamily="2" charset="2"/>
                  </a:rPr>
                  <a:t>：</a:t>
                </a:r>
                <a14:m>
                  <m:oMath xmlns:m="http://schemas.openxmlformats.org/officeDocument/2006/math">
                    <m:f>
                      <m:fPr>
                        <m:ctrlPr>
                          <a:rPr lang="en-US" altLang="zh-CN" sz="2400" b="1" i="1" dirty="0">
                            <a:latin typeface="Cambria Math" panose="02040503050406030204" pitchFamily="18" charset="0"/>
                            <a:ea typeface="黑体" panose="02010609060101010101" pitchFamily="49" charset="-122"/>
                            <a:sym typeface="Wingdings" panose="05000000000000000000" pitchFamily="2" charset="2"/>
                          </a:rPr>
                        </m:ctrlPr>
                      </m:fPr>
                      <m:num>
                        <m:r>
                          <a:rPr lang="en-US" altLang="zh-CN" sz="2400" b="1" i="1" dirty="0">
                            <a:latin typeface="Cambria Math" panose="02040503050406030204" pitchFamily="18" charset="0"/>
                            <a:ea typeface="黑体" panose="02010609060101010101" pitchFamily="49" charset="-122"/>
                            <a:sym typeface="Wingdings" panose="05000000000000000000" pitchFamily="2" charset="2"/>
                          </a:rPr>
                          <m:t>𝟏𝟎</m:t>
                        </m:r>
                        <m:r>
                          <a:rPr lang="en-US" altLang="zh-CN" sz="2400" b="1" i="1" dirty="0">
                            <a:latin typeface="Cambria Math" panose="02040503050406030204" pitchFamily="18" charset="0"/>
                            <a:ea typeface="黑体" panose="02010609060101010101" pitchFamily="49" charset="-122"/>
                            <a:sym typeface="Wingdings" panose="05000000000000000000" pitchFamily="2" charset="2"/>
                          </a:rPr>
                          <m:t>+</m:t>
                        </m:r>
                        <m:r>
                          <a:rPr lang="en-US" altLang="zh-CN" sz="2400" b="1" i="1" dirty="0">
                            <a:latin typeface="Cambria Math" panose="02040503050406030204" pitchFamily="18" charset="0"/>
                            <a:ea typeface="黑体" panose="02010609060101010101" pitchFamily="49" charset="-122"/>
                            <a:sym typeface="Wingdings" panose="05000000000000000000" pitchFamily="2" charset="2"/>
                          </a:rPr>
                          <m:t>𝟐𝟎</m:t>
                        </m:r>
                        <m:r>
                          <a:rPr lang="en-US" altLang="zh-CN" sz="2400" b="1" i="1" dirty="0">
                            <a:latin typeface="Cambria Math" panose="02040503050406030204" pitchFamily="18" charset="0"/>
                            <a:ea typeface="黑体" panose="02010609060101010101" pitchFamily="49" charset="-122"/>
                            <a:sym typeface="Wingdings" panose="05000000000000000000" pitchFamily="2" charset="2"/>
                          </a:rPr>
                          <m:t>+</m:t>
                        </m:r>
                        <m:r>
                          <a:rPr lang="en-US" altLang="zh-CN" sz="2400" b="1" i="1" dirty="0">
                            <a:latin typeface="Cambria Math" panose="02040503050406030204" pitchFamily="18" charset="0"/>
                            <a:ea typeface="黑体" panose="02010609060101010101" pitchFamily="49" charset="-122"/>
                            <a:sym typeface="Wingdings" panose="05000000000000000000" pitchFamily="2" charset="2"/>
                          </a:rPr>
                          <m:t>𝟑𝟎</m:t>
                        </m:r>
                        <m:r>
                          <a:rPr lang="en-US" altLang="zh-CN" sz="2400" b="1" i="1" dirty="0">
                            <a:latin typeface="Cambria Math" panose="02040503050406030204" pitchFamily="18" charset="0"/>
                            <a:ea typeface="黑体" panose="02010609060101010101" pitchFamily="49" charset="-122"/>
                            <a:sym typeface="Wingdings" panose="05000000000000000000" pitchFamily="2" charset="2"/>
                          </a:rPr>
                          <m:t>+</m:t>
                        </m:r>
                        <m:r>
                          <a:rPr lang="en-US" altLang="zh-CN" sz="2400" b="1" i="1" dirty="0">
                            <a:latin typeface="Cambria Math" panose="02040503050406030204" pitchFamily="18" charset="0"/>
                            <a:ea typeface="黑体" panose="02010609060101010101" pitchFamily="49" charset="-122"/>
                            <a:sym typeface="Wingdings" panose="05000000000000000000" pitchFamily="2" charset="2"/>
                          </a:rPr>
                          <m:t>𝟏𝟎𝟎</m:t>
                        </m:r>
                      </m:num>
                      <m:den>
                        <m:r>
                          <a:rPr lang="en-US" altLang="zh-CN" sz="2400" b="1" i="1" dirty="0">
                            <a:latin typeface="Cambria Math" panose="02040503050406030204" pitchFamily="18" charset="0"/>
                            <a:ea typeface="黑体" panose="02010609060101010101" pitchFamily="49" charset="-122"/>
                            <a:sym typeface="Wingdings" panose="05000000000000000000" pitchFamily="2" charset="2"/>
                          </a:rPr>
                          <m:t>𝟒</m:t>
                        </m:r>
                      </m:den>
                    </m:f>
                    <m:r>
                      <a:rPr lang="en-US" altLang="zh-CN" sz="2400" b="1" i="1" dirty="0">
                        <a:latin typeface="Cambria Math" panose="02040503050406030204" pitchFamily="18" charset="0"/>
                        <a:ea typeface="黑体" panose="02010609060101010101" pitchFamily="49" charset="-122"/>
                        <a:sym typeface="Wingdings" panose="05000000000000000000" pitchFamily="2" charset="2"/>
                      </a:rPr>
                      <m:t>=</m:t>
                    </m:r>
                    <m:r>
                      <a:rPr lang="en-US" altLang="zh-CN" sz="2400" b="1" i="1" dirty="0">
                        <a:latin typeface="Cambria Math" panose="02040503050406030204" pitchFamily="18" charset="0"/>
                        <a:ea typeface="黑体" panose="02010609060101010101" pitchFamily="49" charset="-122"/>
                        <a:sym typeface="Wingdings" panose="05000000000000000000" pitchFamily="2" charset="2"/>
                      </a:rPr>
                      <m:t>𝟖𝟎</m:t>
                    </m:r>
                  </m:oMath>
                </a14:m>
                <a:endParaRPr lang="zh-CN" altLang="en-US" sz="2400" b="1" dirty="0">
                  <a:latin typeface="黑体" panose="02010609060101010101" pitchFamily="49" charset="-122"/>
                  <a:ea typeface="黑体" panose="02010609060101010101" pitchFamily="49" charset="-122"/>
                </a:endParaRPr>
              </a:p>
            </p:txBody>
          </p:sp>
        </mc:Choice>
        <mc:Fallback xmlns="">
          <p:sp>
            <p:nvSpPr>
              <p:cNvPr id="635907" name="Rectangle 3">
                <a:extLst>
                  <a:ext uri="{FF2B5EF4-FFF2-40B4-BE49-F238E27FC236}">
                    <a16:creationId xmlns:a16="http://schemas.microsoft.com/office/drawing/2014/main" xmlns:a14="http://schemas.microsoft.com/office/drawing/2010/main" xmlns="" id="{90D97AC4-095D-1399-1F45-B3A1F0B35B6B}"/>
                  </a:ext>
                </a:extLst>
              </p:cNvPr>
              <p:cNvSpPr>
                <a:spLocks noGrp="1" noRot="1" noChangeAspect="1" noMove="1" noResize="1" noEditPoints="1" noAdjustHandles="1" noChangeArrowheads="1" noChangeShapeType="1" noTextEdit="1"/>
              </p:cNvSpPr>
              <p:nvPr>
                <p:ph idx="4294967295"/>
              </p:nvPr>
            </p:nvSpPr>
            <p:spPr>
              <a:xfrm>
                <a:off x="695400" y="1340768"/>
                <a:ext cx="9504363" cy="5111750"/>
              </a:xfrm>
              <a:prstGeom prst="rect">
                <a:avLst/>
              </a:prstGeom>
              <a:blipFill rotWithShape="0">
                <a:blip r:embed="rId3"/>
                <a:stretch>
                  <a:fillRect l="-834" t="-955"/>
                </a:stretch>
              </a:blipFill>
            </p:spPr>
            <p:txBody>
              <a:bodyPr/>
              <a:lstStyle/>
              <a:p>
                <a:r>
                  <a:rPr lang="zh-CN" altLang="en-US">
                    <a:noFill/>
                  </a:rPr>
                  <a:t> </a:t>
                </a:r>
              </a:p>
            </p:txBody>
          </p:sp>
        </mc:Fallback>
      </mc:AlternateContent>
      <p:graphicFrame>
        <p:nvGraphicFramePr>
          <p:cNvPr id="2" name="表格 1">
            <a:extLst>
              <a:ext uri="{FF2B5EF4-FFF2-40B4-BE49-F238E27FC236}">
                <a16:creationId xmlns:a16="http://schemas.microsoft.com/office/drawing/2014/main" id="{71DE5FDA-7E1A-50EE-966B-F789C919D7C2}"/>
              </a:ext>
            </a:extLst>
          </p:cNvPr>
          <p:cNvGraphicFramePr>
            <a:graphicFrameLocks noGrp="1"/>
          </p:cNvGraphicFramePr>
          <p:nvPr>
            <p:extLst>
              <p:ext uri="{D42A27DB-BD31-4B8C-83A1-F6EECF244321}">
                <p14:modId xmlns:p14="http://schemas.microsoft.com/office/powerpoint/2010/main" val="1195626590"/>
              </p:ext>
            </p:extLst>
          </p:nvPr>
        </p:nvGraphicFramePr>
        <p:xfrm>
          <a:off x="2773656" y="3439443"/>
          <a:ext cx="6096000" cy="914400"/>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3551487295"/>
                    </a:ext>
                  </a:extLst>
                </a:gridCol>
                <a:gridCol w="1524000">
                  <a:extLst>
                    <a:ext uri="{9D8B030D-6E8A-4147-A177-3AD203B41FA5}">
                      <a16:colId xmlns:a16="http://schemas.microsoft.com/office/drawing/2014/main" val="3076578014"/>
                    </a:ext>
                  </a:extLst>
                </a:gridCol>
                <a:gridCol w="1524000">
                  <a:extLst>
                    <a:ext uri="{9D8B030D-6E8A-4147-A177-3AD203B41FA5}">
                      <a16:colId xmlns:a16="http://schemas.microsoft.com/office/drawing/2014/main" val="1905431157"/>
                    </a:ext>
                  </a:extLst>
                </a:gridCol>
                <a:gridCol w="1524000">
                  <a:extLst>
                    <a:ext uri="{9D8B030D-6E8A-4147-A177-3AD203B41FA5}">
                      <a16:colId xmlns:a16="http://schemas.microsoft.com/office/drawing/2014/main" val="2539199170"/>
                    </a:ext>
                  </a:extLst>
                </a:gridCol>
              </a:tblGrid>
              <a:tr h="370840">
                <a:tc>
                  <a:txBody>
                    <a:bodyPr/>
                    <a:lstStyle/>
                    <a:p>
                      <a:r>
                        <a:rPr lang="zh-CN" altLang="en-US" sz="2400" dirty="0"/>
                        <a:t>输入</a:t>
                      </a:r>
                      <a:r>
                        <a:rPr lang="en-US" altLang="zh-CN" sz="2400" dirty="0"/>
                        <a:t>1</a:t>
                      </a:r>
                      <a:endParaRPr lang="zh-CN" altLang="en-US" sz="2400" dirty="0"/>
                    </a:p>
                  </a:txBody>
                  <a:tcPr/>
                </a:tc>
                <a:tc>
                  <a:txBody>
                    <a:bodyPr/>
                    <a:lstStyle/>
                    <a:p>
                      <a:r>
                        <a:rPr lang="zh-CN" altLang="en-US" sz="2400" dirty="0"/>
                        <a:t>输入</a:t>
                      </a:r>
                      <a:r>
                        <a:rPr lang="en-US" altLang="zh-CN" sz="2400" dirty="0"/>
                        <a:t>2</a:t>
                      </a:r>
                      <a:endParaRPr lang="zh-CN" altLang="en-US" sz="2400" dirty="0"/>
                    </a:p>
                  </a:txBody>
                  <a:tcPr/>
                </a:tc>
                <a:tc>
                  <a:txBody>
                    <a:bodyPr/>
                    <a:lstStyle/>
                    <a:p>
                      <a:r>
                        <a:rPr lang="zh-CN" altLang="en-US" sz="2400" dirty="0"/>
                        <a:t>输入</a:t>
                      </a:r>
                      <a:r>
                        <a:rPr lang="en-US" altLang="zh-CN" sz="2400" dirty="0"/>
                        <a:t>3</a:t>
                      </a:r>
                      <a:endParaRPr lang="zh-CN" altLang="en-US" sz="2400" dirty="0"/>
                    </a:p>
                  </a:txBody>
                  <a:tcPr/>
                </a:tc>
                <a:tc>
                  <a:txBody>
                    <a:bodyPr/>
                    <a:lstStyle/>
                    <a:p>
                      <a:r>
                        <a:rPr lang="zh-CN" altLang="en-US" sz="2400" dirty="0"/>
                        <a:t>输入</a:t>
                      </a:r>
                      <a:r>
                        <a:rPr lang="en-US" altLang="zh-CN" sz="2400" dirty="0"/>
                        <a:t>4</a:t>
                      </a:r>
                      <a:endParaRPr lang="zh-CN" altLang="en-US" sz="2400" dirty="0"/>
                    </a:p>
                  </a:txBody>
                  <a:tcPr/>
                </a:tc>
                <a:extLst>
                  <a:ext uri="{0D108BD9-81ED-4DB2-BD59-A6C34878D82A}">
                    <a16:rowId xmlns:a16="http://schemas.microsoft.com/office/drawing/2014/main" val="235472307"/>
                  </a:ext>
                </a:extLst>
              </a:tr>
              <a:tr h="320536">
                <a:tc>
                  <a:txBody>
                    <a:bodyPr/>
                    <a:lstStyle/>
                    <a:p>
                      <a:r>
                        <a:rPr lang="en-US" altLang="zh-CN" sz="2400" dirty="0"/>
                        <a:t>10</a:t>
                      </a:r>
                      <a:endParaRPr lang="zh-CN" altLang="en-US" sz="2400" dirty="0"/>
                    </a:p>
                  </a:txBody>
                  <a:tcPr/>
                </a:tc>
                <a:tc>
                  <a:txBody>
                    <a:bodyPr/>
                    <a:lstStyle/>
                    <a:p>
                      <a:r>
                        <a:rPr lang="en-US" altLang="zh-CN" sz="2400" dirty="0"/>
                        <a:t>20</a:t>
                      </a:r>
                      <a:endParaRPr lang="zh-CN" altLang="en-US" sz="2400" dirty="0"/>
                    </a:p>
                  </a:txBody>
                  <a:tcPr/>
                </a:tc>
                <a:tc>
                  <a:txBody>
                    <a:bodyPr/>
                    <a:lstStyle/>
                    <a:p>
                      <a:r>
                        <a:rPr lang="en-US" altLang="zh-CN" sz="2400" dirty="0"/>
                        <a:t>30</a:t>
                      </a:r>
                      <a:endParaRPr lang="zh-CN" altLang="en-US" sz="2400" dirty="0"/>
                    </a:p>
                  </a:txBody>
                  <a:tcPr/>
                </a:tc>
                <a:tc>
                  <a:txBody>
                    <a:bodyPr/>
                    <a:lstStyle/>
                    <a:p>
                      <a:r>
                        <a:rPr lang="en-US" altLang="zh-CN" sz="2400" dirty="0"/>
                        <a:t>100</a:t>
                      </a:r>
                      <a:endParaRPr lang="zh-CN" altLang="en-US" sz="2400" dirty="0"/>
                    </a:p>
                  </a:txBody>
                  <a:tcPr/>
                </a:tc>
                <a:extLst>
                  <a:ext uri="{0D108BD9-81ED-4DB2-BD59-A6C34878D82A}">
                    <a16:rowId xmlns:a16="http://schemas.microsoft.com/office/drawing/2014/main" val="2987013288"/>
                  </a:ext>
                </a:extLst>
              </a:tr>
            </a:tbl>
          </a:graphicData>
        </a:graphic>
      </p:graphicFrame>
      <p:sp>
        <p:nvSpPr>
          <p:cNvPr id="6" name="Rectangle 2">
            <a:extLst>
              <a:ext uri="{FF2B5EF4-FFF2-40B4-BE49-F238E27FC236}">
                <a16:creationId xmlns:a16="http://schemas.microsoft.com/office/drawing/2014/main" id="{D7F79B44-2E12-6A18-F2D3-BB9AD4E0A47E}"/>
              </a:ext>
            </a:extLst>
          </p:cNvPr>
          <p:cNvSpPr txBox="1">
            <a:spLocks/>
          </p:cNvSpPr>
          <p:nvPr/>
        </p:nvSpPr>
        <p:spPr bwMode="auto">
          <a:xfrm>
            <a:off x="551384" y="116632"/>
            <a:ext cx="7200800" cy="809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kern="1200">
                <a:solidFill>
                  <a:schemeClr val="tx2"/>
                </a:solidFill>
                <a:latin typeface="Arial" pitchFamily="34" charset="0"/>
                <a:ea typeface="黑体" pitchFamily="49" charset="-122"/>
                <a:cs typeface="Arial" pitchFamily="34" charset="0"/>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eaLnBrk="1" hangingPunct="1"/>
            <a:r>
              <a:rPr lang="en-US" altLang="zh-CN" dirty="0">
                <a:latin typeface="黑体" panose="02010609060101010101" pitchFamily="49" charset="-122"/>
                <a:ea typeface="+mj-ea"/>
                <a:cs typeface="+mj-cs"/>
              </a:rPr>
              <a:t>11.3.3</a:t>
            </a:r>
            <a:r>
              <a:rPr lang="zh-CN" altLang="en-US" dirty="0">
                <a:latin typeface="黑体" panose="02010609060101010101" pitchFamily="49" charset="-122"/>
                <a:ea typeface="+mj-ea"/>
                <a:cs typeface="+mj-cs"/>
              </a:rPr>
              <a:t> 算法的复杂性分析的度量</a:t>
            </a: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p:cNvSpPr>
            <a:spLocks noGrp="1" noChangeArrowheads="1"/>
          </p:cNvSpPr>
          <p:nvPr>
            <p:ph idx="1"/>
          </p:nvPr>
        </p:nvSpPr>
        <p:spPr>
          <a:xfrm>
            <a:off x="767408" y="1573370"/>
            <a:ext cx="9282112" cy="4805362"/>
          </a:xfrm>
        </p:spPr>
        <p:txBody>
          <a:bodyPr/>
          <a:lstStyle/>
          <a:p>
            <a:pPr>
              <a:lnSpc>
                <a:spcPct val="110000"/>
              </a:lnSpc>
              <a:spcBef>
                <a:spcPct val="0"/>
              </a:spcBef>
              <a:spcAft>
                <a:spcPct val="0"/>
              </a:spcAft>
            </a:pPr>
            <a:r>
              <a:rPr lang="zh-CN" altLang="en-US" dirty="0">
                <a:latin typeface="Times New Roman" charset="0"/>
                <a:ea typeface="黑体" charset="0"/>
                <a:cs typeface="Arial" charset="0"/>
              </a:rPr>
              <a:t>陌生人给富翁的钱 </a:t>
            </a:r>
            <a:r>
              <a:rPr lang="en-US" altLang="zh-CN" dirty="0">
                <a:latin typeface="Times New Roman" charset="0"/>
                <a:ea typeface="黑体" charset="0"/>
                <a:cs typeface="Arial" charset="0"/>
              </a:rPr>
              <a:t>(</a:t>
            </a:r>
            <a:r>
              <a:rPr lang="en-US" altLang="zh-CN" dirty="0">
                <a:solidFill>
                  <a:srgbClr val="FF0000"/>
                </a:solidFill>
                <a:latin typeface="Times New Roman" charset="0"/>
                <a:ea typeface="黑体" charset="0"/>
                <a:cs typeface="Arial" charset="0"/>
              </a:rPr>
              <a:t>t</a:t>
            </a:r>
            <a:r>
              <a:rPr lang="en-US" altLang="zh-CN" dirty="0">
                <a:latin typeface="Times New Roman" charset="0"/>
                <a:ea typeface="黑体" charset="0"/>
                <a:cs typeface="Arial" charset="0"/>
              </a:rPr>
              <a:t>)</a:t>
            </a:r>
            <a:endParaRPr lang="en-US" altLang="zh-CN" dirty="0">
              <a:solidFill>
                <a:srgbClr val="FF0000"/>
              </a:solidFill>
              <a:latin typeface="Times New Roman" charset="0"/>
              <a:ea typeface="黑体" charset="0"/>
              <a:cs typeface="Arial" charset="0"/>
            </a:endParaRPr>
          </a:p>
          <a:p>
            <a:pPr lvl="1">
              <a:lnSpc>
                <a:spcPct val="110000"/>
              </a:lnSpc>
              <a:spcBef>
                <a:spcPct val="0"/>
              </a:spcBef>
              <a:spcAft>
                <a:spcPct val="0"/>
              </a:spcAft>
            </a:pPr>
            <a:r>
              <a:rPr lang="zh-CN" altLang="en-US" dirty="0">
                <a:solidFill>
                  <a:srgbClr val="FF0000"/>
                </a:solidFill>
                <a:latin typeface="Times New Roman" charset="0"/>
                <a:ea typeface="黑体" charset="0"/>
                <a:cs typeface="Arial" charset="0"/>
              </a:rPr>
              <a:t>初始值 ：</a:t>
            </a:r>
            <a:r>
              <a:rPr lang="en-US" altLang="zh-CN" dirty="0">
                <a:solidFill>
                  <a:srgbClr val="FF0000"/>
                </a:solidFill>
                <a:latin typeface="Times New Roman" charset="0"/>
                <a:ea typeface="黑体" charset="0"/>
                <a:cs typeface="Arial" charset="0"/>
              </a:rPr>
              <a:t>t =0</a:t>
            </a:r>
          </a:p>
          <a:p>
            <a:pPr lvl="1">
              <a:lnSpc>
                <a:spcPct val="110000"/>
              </a:lnSpc>
              <a:spcBef>
                <a:spcPct val="0"/>
              </a:spcBef>
              <a:spcAft>
                <a:spcPct val="0"/>
              </a:spcAft>
            </a:pPr>
            <a:r>
              <a:rPr lang="zh-CN" altLang="en-US" dirty="0">
                <a:solidFill>
                  <a:srgbClr val="FF0000"/>
                </a:solidFill>
                <a:latin typeface="Times New Roman" charset="0"/>
                <a:ea typeface="黑体" charset="0"/>
                <a:cs typeface="Arial" charset="0"/>
              </a:rPr>
              <a:t>递推公式：</a:t>
            </a:r>
            <a:r>
              <a:rPr lang="en-US" altLang="zh-CN" dirty="0">
                <a:solidFill>
                  <a:srgbClr val="FF0000"/>
                </a:solidFill>
                <a:latin typeface="Times New Roman" charset="0"/>
                <a:ea typeface="黑体" charset="0"/>
                <a:cs typeface="Arial" charset="0"/>
              </a:rPr>
              <a:t>t = t + 100000</a:t>
            </a:r>
          </a:p>
          <a:p>
            <a:pPr>
              <a:lnSpc>
                <a:spcPct val="110000"/>
              </a:lnSpc>
              <a:spcBef>
                <a:spcPct val="0"/>
              </a:spcBef>
              <a:spcAft>
                <a:spcPct val="0"/>
              </a:spcAft>
            </a:pPr>
            <a:r>
              <a:rPr lang="zh-CN" altLang="en-US" dirty="0">
                <a:latin typeface="Arial" charset="0"/>
                <a:ea typeface="黑体" charset="0"/>
                <a:cs typeface="Arial" charset="0"/>
              </a:rPr>
              <a:t>富翁给陌生人的钱 </a:t>
            </a:r>
            <a:r>
              <a:rPr lang="en-US" altLang="zh-CN" dirty="0">
                <a:latin typeface="Arial" charset="0"/>
                <a:ea typeface="黑体" charset="0"/>
                <a:cs typeface="Arial" charset="0"/>
              </a:rPr>
              <a:t>(</a:t>
            </a:r>
            <a:r>
              <a:rPr lang="en-US" altLang="zh-CN" dirty="0">
                <a:solidFill>
                  <a:srgbClr val="FF0000"/>
                </a:solidFill>
                <a:latin typeface="Times New Roman" charset="0"/>
                <a:ea typeface="黑体" charset="0"/>
                <a:cs typeface="Arial" charset="0"/>
              </a:rPr>
              <a:t>s</a:t>
            </a:r>
            <a:r>
              <a:rPr lang="en-US" altLang="zh-CN" dirty="0">
                <a:latin typeface="Arial" charset="0"/>
                <a:ea typeface="黑体" charset="0"/>
                <a:cs typeface="Arial" charset="0"/>
              </a:rPr>
              <a:t>)</a:t>
            </a:r>
          </a:p>
          <a:p>
            <a:pPr lvl="1">
              <a:lnSpc>
                <a:spcPct val="110000"/>
              </a:lnSpc>
              <a:spcBef>
                <a:spcPct val="0"/>
              </a:spcBef>
              <a:spcAft>
                <a:spcPct val="0"/>
              </a:spcAft>
            </a:pPr>
            <a:r>
              <a:rPr lang="zh-CN" altLang="en-US" dirty="0">
                <a:solidFill>
                  <a:srgbClr val="FF0000"/>
                </a:solidFill>
                <a:latin typeface="Times New Roman" charset="0"/>
                <a:ea typeface="黑体" charset="0"/>
                <a:cs typeface="Arial" charset="0"/>
              </a:rPr>
              <a:t>初始值：</a:t>
            </a:r>
            <a:r>
              <a:rPr lang="en-US" altLang="zh-CN" dirty="0">
                <a:solidFill>
                  <a:srgbClr val="FF0000"/>
                </a:solidFill>
                <a:latin typeface="Times New Roman" charset="0"/>
                <a:ea typeface="黑体" charset="0"/>
                <a:cs typeface="Arial" charset="0"/>
              </a:rPr>
              <a:t>s = 0</a:t>
            </a:r>
          </a:p>
          <a:p>
            <a:pPr lvl="1">
              <a:lnSpc>
                <a:spcPct val="110000"/>
              </a:lnSpc>
              <a:spcBef>
                <a:spcPct val="0"/>
              </a:spcBef>
              <a:spcAft>
                <a:spcPct val="0"/>
              </a:spcAft>
            </a:pPr>
            <a:r>
              <a:rPr lang="zh-CN" altLang="en-US" dirty="0">
                <a:solidFill>
                  <a:srgbClr val="FF0000"/>
                </a:solidFill>
                <a:latin typeface="Times New Roman" charset="0"/>
                <a:ea typeface="黑体" charset="0"/>
                <a:cs typeface="Arial" charset="0"/>
              </a:rPr>
              <a:t>递推公式：</a:t>
            </a:r>
            <a:r>
              <a:rPr lang="en-US" altLang="zh-CN" dirty="0">
                <a:solidFill>
                  <a:srgbClr val="FF0000"/>
                </a:solidFill>
                <a:latin typeface="Times New Roman" charset="0"/>
                <a:ea typeface="黑体" charset="0"/>
                <a:cs typeface="Arial" charset="0"/>
              </a:rPr>
              <a:t>s = s + </a:t>
            </a:r>
            <a:r>
              <a:rPr lang="zh-CN" altLang="en-US" dirty="0">
                <a:solidFill>
                  <a:srgbClr val="FF0000"/>
                </a:solidFill>
                <a:latin typeface="Times New Roman" charset="0"/>
                <a:ea typeface="黑体" charset="0"/>
                <a:cs typeface="Arial" charset="0"/>
              </a:rPr>
              <a:t>某天给钱数 </a:t>
            </a:r>
            <a:r>
              <a:rPr lang="en-US" altLang="zh-CN" dirty="0">
                <a:solidFill>
                  <a:srgbClr val="FF0000"/>
                </a:solidFill>
                <a:latin typeface="Times New Roman" charset="0"/>
                <a:ea typeface="黑体" charset="0"/>
                <a:cs typeface="Arial" charset="0"/>
              </a:rPr>
              <a:t>(a)</a:t>
            </a:r>
          </a:p>
          <a:p>
            <a:pPr lvl="1">
              <a:lnSpc>
                <a:spcPct val="110000"/>
              </a:lnSpc>
              <a:spcBef>
                <a:spcPct val="0"/>
              </a:spcBef>
              <a:spcAft>
                <a:spcPct val="0"/>
              </a:spcAft>
            </a:pPr>
            <a:endParaRPr lang="en-US" altLang="zh-CN" dirty="0">
              <a:latin typeface="Arial" charset="0"/>
              <a:ea typeface="黑体" charset="0"/>
              <a:cs typeface="Arial" charset="0"/>
            </a:endParaRPr>
          </a:p>
        </p:txBody>
      </p:sp>
      <p:sp>
        <p:nvSpPr>
          <p:cNvPr id="3" name="灯片编号占位符 2">
            <a:extLst>
              <a:ext uri="{FF2B5EF4-FFF2-40B4-BE49-F238E27FC236}">
                <a16:creationId xmlns:a16="http://schemas.microsoft.com/office/drawing/2014/main" id="{FA49FA02-B228-1D95-D8AE-6736074E3D47}"/>
              </a:ext>
            </a:extLst>
          </p:cNvPr>
          <p:cNvSpPr>
            <a:spLocks noGrp="1"/>
          </p:cNvSpPr>
          <p:nvPr>
            <p:ph type="sldNum" sz="quarter" idx="12"/>
          </p:nvPr>
        </p:nvSpPr>
        <p:spPr/>
        <p:txBody>
          <a:bodyPr/>
          <a:lstStyle/>
          <a:p>
            <a:pPr>
              <a:defRPr/>
            </a:pPr>
            <a:fld id="{7C4E558B-5425-6346-B896-72F904F12E77}" type="slidenum">
              <a:rPr lang="en-US" altLang="zh-CN" smtClean="0"/>
              <a:pPr>
                <a:defRPr/>
              </a:pPr>
              <a:t>14</a:t>
            </a:fld>
            <a:endParaRPr lang="zh-CN" altLang="en-US" dirty="0"/>
          </a:p>
        </p:txBody>
      </p:sp>
      <p:sp>
        <p:nvSpPr>
          <p:cNvPr id="98306" name="标题 1"/>
          <p:cNvSpPr txBox="1">
            <a:spLocks/>
          </p:cNvSpPr>
          <p:nvPr/>
        </p:nvSpPr>
        <p:spPr bwMode="auto">
          <a:xfrm>
            <a:off x="551384" y="259457"/>
            <a:ext cx="11640616"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charset="2"/>
              <a:buChar char="n"/>
              <a:defRPr sz="3200">
                <a:solidFill>
                  <a:schemeClr val="tx1"/>
                </a:solidFill>
                <a:latin typeface="黑体" charset="0"/>
                <a:ea typeface="黑体" charset="0"/>
                <a:cs typeface="Arial" charset="0"/>
              </a:defRPr>
            </a:lvl1pPr>
            <a:lvl2pPr marL="742950" indent="-285750">
              <a:spcBef>
                <a:spcPct val="20000"/>
              </a:spcBef>
              <a:buClr>
                <a:schemeClr val="tx2"/>
              </a:buClr>
              <a:buSzPct val="50000"/>
              <a:buFont typeface="Wingdings 2" charset="2"/>
              <a:buChar char="Þ"/>
              <a:defRPr sz="2800">
                <a:solidFill>
                  <a:srgbClr val="333399"/>
                </a:solidFill>
                <a:latin typeface="黑体" charset="0"/>
                <a:ea typeface="黑体" charset="0"/>
                <a:cs typeface="Arial" charset="0"/>
              </a:defRPr>
            </a:lvl2pPr>
            <a:lvl3pPr marL="1143000" indent="-228600">
              <a:spcBef>
                <a:spcPct val="20000"/>
              </a:spcBef>
              <a:buClr>
                <a:schemeClr val="tx2"/>
              </a:buClr>
              <a:buSzPct val="50000"/>
              <a:buFont typeface="Wingdings 2" charset="2"/>
              <a:buChar char=""/>
              <a:defRPr sz="2400">
                <a:solidFill>
                  <a:srgbClr val="3333CC"/>
                </a:solidFill>
                <a:latin typeface="黑体" charset="0"/>
                <a:ea typeface="黑体" charset="0"/>
                <a:cs typeface="Arial" charset="0"/>
              </a:defRPr>
            </a:lvl3pPr>
            <a:lvl4pPr marL="1600200" indent="-228600">
              <a:spcBef>
                <a:spcPct val="20000"/>
              </a:spcBef>
              <a:buClr>
                <a:schemeClr val="tx2"/>
              </a:buClr>
              <a:buSzPct val="50000"/>
              <a:buFont typeface="Wingdings 2" charset="2"/>
              <a:buChar char=""/>
              <a:defRPr sz="2000">
                <a:solidFill>
                  <a:schemeClr val="tx1"/>
                </a:solidFill>
                <a:latin typeface="黑体" charset="0"/>
                <a:ea typeface="黑体" charset="0"/>
                <a:cs typeface="Arial" charset="0"/>
              </a:defRPr>
            </a:lvl4pPr>
            <a:lvl5pPr marL="2057400" indent="-228600">
              <a:spcBef>
                <a:spcPct val="20000"/>
              </a:spcBef>
              <a:buClr>
                <a:schemeClr val="tx2"/>
              </a:buClr>
              <a:buSzPct val="50000"/>
              <a:buFont typeface="Wingdings 2" charset="2"/>
              <a:buChar char=""/>
              <a:defRPr sz="2000">
                <a:solidFill>
                  <a:schemeClr val="tx1"/>
                </a:solidFill>
                <a:latin typeface="黑体" charset="0"/>
                <a:ea typeface="黑体" charset="0"/>
                <a:cs typeface="Arial" charset="0"/>
              </a:defRPr>
            </a:lvl5pPr>
            <a:lvl6pPr marL="2514600" indent="-228600" eaLnBrk="0" fontAlgn="base" hangingPunct="0">
              <a:spcBef>
                <a:spcPct val="20000"/>
              </a:spcBef>
              <a:spcAft>
                <a:spcPct val="0"/>
              </a:spcAft>
              <a:buClr>
                <a:schemeClr val="tx2"/>
              </a:buClr>
              <a:buSzPct val="50000"/>
              <a:buFont typeface="Wingdings 2" charset="2"/>
              <a:buChar char=""/>
              <a:defRPr sz="2000">
                <a:solidFill>
                  <a:schemeClr val="tx1"/>
                </a:solidFill>
                <a:latin typeface="黑体" charset="0"/>
                <a:ea typeface="黑体" charset="0"/>
                <a:cs typeface="Arial" charset="0"/>
              </a:defRPr>
            </a:lvl6pPr>
            <a:lvl7pPr marL="2971800" indent="-228600" eaLnBrk="0" fontAlgn="base" hangingPunct="0">
              <a:spcBef>
                <a:spcPct val="20000"/>
              </a:spcBef>
              <a:spcAft>
                <a:spcPct val="0"/>
              </a:spcAft>
              <a:buClr>
                <a:schemeClr val="tx2"/>
              </a:buClr>
              <a:buSzPct val="50000"/>
              <a:buFont typeface="Wingdings 2" charset="2"/>
              <a:buChar char=""/>
              <a:defRPr sz="2000">
                <a:solidFill>
                  <a:schemeClr val="tx1"/>
                </a:solidFill>
                <a:latin typeface="黑体" charset="0"/>
                <a:ea typeface="黑体" charset="0"/>
                <a:cs typeface="Arial" charset="0"/>
              </a:defRPr>
            </a:lvl7pPr>
            <a:lvl8pPr marL="3429000" indent="-228600" eaLnBrk="0" fontAlgn="base" hangingPunct="0">
              <a:spcBef>
                <a:spcPct val="20000"/>
              </a:spcBef>
              <a:spcAft>
                <a:spcPct val="0"/>
              </a:spcAft>
              <a:buClr>
                <a:schemeClr val="tx2"/>
              </a:buClr>
              <a:buSzPct val="50000"/>
              <a:buFont typeface="Wingdings 2" charset="2"/>
              <a:buChar char=""/>
              <a:defRPr sz="2000">
                <a:solidFill>
                  <a:schemeClr val="tx1"/>
                </a:solidFill>
                <a:latin typeface="黑体" charset="0"/>
                <a:ea typeface="黑体" charset="0"/>
                <a:cs typeface="Arial" charset="0"/>
              </a:defRPr>
            </a:lvl8pPr>
            <a:lvl9pPr marL="3886200" indent="-228600" eaLnBrk="0" fontAlgn="base" hangingPunct="0">
              <a:spcBef>
                <a:spcPct val="20000"/>
              </a:spcBef>
              <a:spcAft>
                <a:spcPct val="0"/>
              </a:spcAft>
              <a:buClr>
                <a:schemeClr val="tx2"/>
              </a:buClr>
              <a:buSzPct val="50000"/>
              <a:buFont typeface="Wingdings 2" charset="2"/>
              <a:buChar char=""/>
              <a:defRPr sz="2000">
                <a:solidFill>
                  <a:schemeClr val="tx1"/>
                </a:solidFill>
                <a:latin typeface="黑体" charset="0"/>
                <a:ea typeface="黑体" charset="0"/>
                <a:cs typeface="Arial" charset="0"/>
              </a:defRPr>
            </a:lvl9pPr>
          </a:lstStyle>
          <a:p>
            <a:pPr>
              <a:lnSpc>
                <a:spcPct val="85000"/>
              </a:lnSpc>
              <a:spcBef>
                <a:spcPts val="588"/>
              </a:spcBef>
              <a:spcAft>
                <a:spcPts val="588"/>
              </a:spcAft>
              <a:buSzPct val="80000"/>
              <a:buNone/>
            </a:pPr>
            <a:r>
              <a:rPr lang="en-US" altLang="zh-CN" sz="3600" b="1" dirty="0">
                <a:solidFill>
                  <a:schemeClr val="tx2"/>
                </a:solidFill>
                <a:latin typeface="黑体" panose="02010609060101010101" pitchFamily="49" charset="-122"/>
                <a:ea typeface="+mj-ea"/>
                <a:cs typeface="+mj-cs"/>
              </a:rPr>
              <a:t>11.3.3 </a:t>
            </a:r>
            <a:r>
              <a:rPr lang="zh-CN" altLang="en-US" sz="3600" b="1" dirty="0">
                <a:solidFill>
                  <a:schemeClr val="tx2"/>
                </a:solidFill>
                <a:latin typeface="黑体" panose="02010609060101010101" pitchFamily="49" charset="-122"/>
                <a:ea typeface="+mj-ea"/>
                <a:cs typeface="+mj-cs"/>
              </a:rPr>
              <a:t>算法的复杂性分析的度量</a:t>
            </a:r>
            <a:r>
              <a:rPr lang="en-US" altLang="zh-CN" sz="3600" b="1" dirty="0">
                <a:solidFill>
                  <a:schemeClr val="tx2"/>
                </a:solidFill>
                <a:latin typeface="黑体" panose="02010609060101010101" pitchFamily="49" charset="-122"/>
                <a:ea typeface="+mj-ea"/>
                <a:cs typeface="+mj-cs"/>
              </a:rPr>
              <a:t>——【</a:t>
            </a:r>
            <a:r>
              <a:rPr lang="zh-CN" altLang="en-US" sz="3600" b="1" dirty="0">
                <a:solidFill>
                  <a:schemeClr val="tx2"/>
                </a:solidFill>
                <a:latin typeface="黑体" panose="02010609060101010101" pitchFamily="49" charset="-122"/>
                <a:ea typeface="+mj-ea"/>
                <a:cs typeface="+mj-cs"/>
              </a:rPr>
              <a:t>例</a:t>
            </a:r>
            <a:r>
              <a:rPr lang="en-US" altLang="zh-CN" sz="3600" b="1" dirty="0">
                <a:solidFill>
                  <a:schemeClr val="tx2"/>
                </a:solidFill>
                <a:latin typeface="黑体" panose="02010609060101010101" pitchFamily="49" charset="-122"/>
                <a:ea typeface="+mj-ea"/>
                <a:cs typeface="+mj-cs"/>
              </a:rPr>
              <a:t>】</a:t>
            </a:r>
            <a:r>
              <a:rPr lang="zh-CN" altLang="en-US" sz="3600" b="1" dirty="0">
                <a:solidFill>
                  <a:schemeClr val="tx2"/>
                </a:solidFill>
                <a:latin typeface="黑体" panose="02010609060101010101" pitchFamily="49" charset="-122"/>
                <a:ea typeface="+mj-ea"/>
                <a:cs typeface="+mj-cs"/>
              </a:rPr>
              <a:t>换钱游戏</a:t>
            </a:r>
          </a:p>
        </p:txBody>
      </p:sp>
      <p:sp>
        <p:nvSpPr>
          <p:cNvPr id="2" name="下箭头 1"/>
          <p:cNvSpPr/>
          <p:nvPr/>
        </p:nvSpPr>
        <p:spPr>
          <a:xfrm>
            <a:off x="5087143" y="4479736"/>
            <a:ext cx="288925" cy="431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90000"/>
              </a:lnSpc>
              <a:spcBef>
                <a:spcPts val="588"/>
              </a:spcBef>
              <a:spcAft>
                <a:spcPts val="588"/>
              </a:spcAft>
              <a:buClr>
                <a:schemeClr val="tx2"/>
              </a:buClr>
              <a:buSzPct val="80000"/>
              <a:defRPr/>
            </a:pPr>
            <a:endParaRPr lang="en-US"/>
          </a:p>
        </p:txBody>
      </p:sp>
      <p:sp>
        <p:nvSpPr>
          <p:cNvPr id="7" name="内容占位符 2"/>
          <p:cNvSpPr txBox="1">
            <a:spLocks/>
          </p:cNvSpPr>
          <p:nvPr/>
        </p:nvSpPr>
        <p:spPr bwMode="auto">
          <a:xfrm>
            <a:off x="3791744" y="5183737"/>
            <a:ext cx="287972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charset="2"/>
              <a:buChar char="n"/>
              <a:defRPr sz="3200">
                <a:solidFill>
                  <a:schemeClr val="tx1"/>
                </a:solidFill>
                <a:latin typeface="黑体" charset="0"/>
                <a:ea typeface="黑体" charset="0"/>
                <a:cs typeface="Arial" charset="0"/>
              </a:defRPr>
            </a:lvl1pPr>
            <a:lvl2pPr marL="742950" indent="-285750">
              <a:spcBef>
                <a:spcPct val="20000"/>
              </a:spcBef>
              <a:buClr>
                <a:schemeClr val="tx2"/>
              </a:buClr>
              <a:buSzPct val="50000"/>
              <a:buFont typeface="Wingdings 2" charset="2"/>
              <a:buChar char="Þ"/>
              <a:defRPr sz="2800">
                <a:solidFill>
                  <a:srgbClr val="333399"/>
                </a:solidFill>
                <a:latin typeface="黑体" charset="0"/>
                <a:ea typeface="黑体" charset="0"/>
                <a:cs typeface="Arial" charset="0"/>
              </a:defRPr>
            </a:lvl2pPr>
            <a:lvl3pPr marL="1143000" indent="-228600">
              <a:spcBef>
                <a:spcPct val="20000"/>
              </a:spcBef>
              <a:buClr>
                <a:schemeClr val="tx2"/>
              </a:buClr>
              <a:buSzPct val="50000"/>
              <a:buFont typeface="Wingdings 2" charset="2"/>
              <a:buChar char=""/>
              <a:defRPr sz="2400">
                <a:solidFill>
                  <a:srgbClr val="3333CC"/>
                </a:solidFill>
                <a:latin typeface="黑体" charset="0"/>
                <a:ea typeface="黑体" charset="0"/>
                <a:cs typeface="Arial" charset="0"/>
              </a:defRPr>
            </a:lvl3pPr>
            <a:lvl4pPr marL="1600200" indent="-228600">
              <a:spcBef>
                <a:spcPct val="20000"/>
              </a:spcBef>
              <a:buClr>
                <a:schemeClr val="tx2"/>
              </a:buClr>
              <a:buSzPct val="50000"/>
              <a:buFont typeface="Wingdings 2" charset="2"/>
              <a:buChar char=""/>
              <a:defRPr sz="2000">
                <a:solidFill>
                  <a:schemeClr val="tx1"/>
                </a:solidFill>
                <a:latin typeface="黑体" charset="0"/>
                <a:ea typeface="黑体" charset="0"/>
                <a:cs typeface="Arial" charset="0"/>
              </a:defRPr>
            </a:lvl4pPr>
            <a:lvl5pPr marL="2057400" indent="-228600">
              <a:spcBef>
                <a:spcPct val="20000"/>
              </a:spcBef>
              <a:buClr>
                <a:schemeClr val="tx2"/>
              </a:buClr>
              <a:buSzPct val="50000"/>
              <a:buFont typeface="Wingdings 2" charset="2"/>
              <a:buChar char=""/>
              <a:defRPr sz="2000">
                <a:solidFill>
                  <a:schemeClr val="tx1"/>
                </a:solidFill>
                <a:latin typeface="黑体" charset="0"/>
                <a:ea typeface="黑体" charset="0"/>
                <a:cs typeface="Arial" charset="0"/>
              </a:defRPr>
            </a:lvl5pPr>
            <a:lvl6pPr marL="2514600" indent="-228600" eaLnBrk="0" fontAlgn="base" hangingPunct="0">
              <a:spcBef>
                <a:spcPct val="20000"/>
              </a:spcBef>
              <a:spcAft>
                <a:spcPct val="0"/>
              </a:spcAft>
              <a:buClr>
                <a:schemeClr val="tx2"/>
              </a:buClr>
              <a:buSzPct val="50000"/>
              <a:buFont typeface="Wingdings 2" charset="2"/>
              <a:buChar char=""/>
              <a:defRPr sz="2000">
                <a:solidFill>
                  <a:schemeClr val="tx1"/>
                </a:solidFill>
                <a:latin typeface="黑体" charset="0"/>
                <a:ea typeface="黑体" charset="0"/>
                <a:cs typeface="Arial" charset="0"/>
              </a:defRPr>
            </a:lvl6pPr>
            <a:lvl7pPr marL="2971800" indent="-228600" eaLnBrk="0" fontAlgn="base" hangingPunct="0">
              <a:spcBef>
                <a:spcPct val="20000"/>
              </a:spcBef>
              <a:spcAft>
                <a:spcPct val="0"/>
              </a:spcAft>
              <a:buClr>
                <a:schemeClr val="tx2"/>
              </a:buClr>
              <a:buSzPct val="50000"/>
              <a:buFont typeface="Wingdings 2" charset="2"/>
              <a:buChar char=""/>
              <a:defRPr sz="2000">
                <a:solidFill>
                  <a:schemeClr val="tx1"/>
                </a:solidFill>
                <a:latin typeface="黑体" charset="0"/>
                <a:ea typeface="黑体" charset="0"/>
                <a:cs typeface="Arial" charset="0"/>
              </a:defRPr>
            </a:lvl7pPr>
            <a:lvl8pPr marL="3429000" indent="-228600" eaLnBrk="0" fontAlgn="base" hangingPunct="0">
              <a:spcBef>
                <a:spcPct val="20000"/>
              </a:spcBef>
              <a:spcAft>
                <a:spcPct val="0"/>
              </a:spcAft>
              <a:buClr>
                <a:schemeClr val="tx2"/>
              </a:buClr>
              <a:buSzPct val="50000"/>
              <a:buFont typeface="Wingdings 2" charset="2"/>
              <a:buChar char=""/>
              <a:defRPr sz="2000">
                <a:solidFill>
                  <a:schemeClr val="tx1"/>
                </a:solidFill>
                <a:latin typeface="黑体" charset="0"/>
                <a:ea typeface="黑体" charset="0"/>
                <a:cs typeface="Arial" charset="0"/>
              </a:defRPr>
            </a:lvl8pPr>
            <a:lvl9pPr marL="3886200" indent="-228600" eaLnBrk="0" fontAlgn="base" hangingPunct="0">
              <a:spcBef>
                <a:spcPct val="20000"/>
              </a:spcBef>
              <a:spcAft>
                <a:spcPct val="0"/>
              </a:spcAft>
              <a:buClr>
                <a:schemeClr val="tx2"/>
              </a:buClr>
              <a:buSzPct val="50000"/>
              <a:buFont typeface="Wingdings 2" charset="2"/>
              <a:buChar char=""/>
              <a:defRPr sz="2000">
                <a:solidFill>
                  <a:schemeClr val="tx1"/>
                </a:solidFill>
                <a:latin typeface="黑体" charset="0"/>
                <a:ea typeface="黑体" charset="0"/>
                <a:cs typeface="Arial" charset="0"/>
              </a:defRPr>
            </a:lvl9pPr>
          </a:lstStyle>
          <a:p>
            <a:pPr>
              <a:lnSpc>
                <a:spcPct val="90000"/>
              </a:lnSpc>
              <a:spcBef>
                <a:spcPts val="400"/>
              </a:spcBef>
              <a:buNone/>
            </a:pPr>
            <a:r>
              <a:rPr lang="zh-CN" altLang="en-US" sz="2400" dirty="0">
                <a:latin typeface="Times New Roman" charset="0"/>
              </a:rPr>
              <a:t>初始值：</a:t>
            </a:r>
            <a:r>
              <a:rPr lang="en-US" altLang="zh-CN" sz="2400" dirty="0">
                <a:latin typeface="Times New Roman" charset="0"/>
              </a:rPr>
              <a:t>a = 0.01</a:t>
            </a:r>
          </a:p>
          <a:p>
            <a:pPr>
              <a:lnSpc>
                <a:spcPct val="90000"/>
              </a:lnSpc>
              <a:spcBef>
                <a:spcPts val="400"/>
              </a:spcBef>
              <a:buNone/>
            </a:pPr>
            <a:r>
              <a:rPr lang="zh-CN" altLang="en-US" sz="2400" dirty="0">
                <a:latin typeface="Times New Roman" charset="0"/>
              </a:rPr>
              <a:t>递推公式：</a:t>
            </a:r>
            <a:r>
              <a:rPr lang="en-US" altLang="zh-CN" sz="2400" dirty="0">
                <a:latin typeface="Times New Roman" charset="0"/>
              </a:rPr>
              <a:t>a = a * 2</a:t>
            </a:r>
            <a:endParaRPr lang="en-US" altLang="en-US" sz="2400" dirty="0">
              <a:latin typeface="Times New Roman" charset="0"/>
              <a:ea typeface="宋体" charset="0"/>
              <a:cs typeface="Times New Roman" charset="0"/>
            </a:endParaRPr>
          </a:p>
        </p:txBody>
      </p:sp>
      <p:pic>
        <p:nvPicPr>
          <p:cNvPr id="98310" name="图片 9" descr="Image3.jpg"/>
          <p:cNvPicPr>
            <a:picLocks noChangeAspect="1"/>
          </p:cNvPicPr>
          <p:nvPr/>
        </p:nvPicPr>
        <p:blipFill>
          <a:blip r:embed="rId2">
            <a:clrChange>
              <a:clrFrom>
                <a:srgbClr val="FFFFFD"/>
              </a:clrFrom>
              <a:clrTo>
                <a:srgbClr val="FFFFFD">
                  <a:alpha val="0"/>
                </a:srgbClr>
              </a:clrTo>
            </a:clrChange>
            <a:extLst>
              <a:ext uri="{28A0092B-C50C-407E-A947-70E740481C1C}">
                <a14:useLocalDpi xmlns:a14="http://schemas.microsoft.com/office/drawing/2010/main" val="0"/>
              </a:ext>
            </a:extLst>
          </a:blip>
          <a:srcRect/>
          <a:stretch>
            <a:fillRect/>
          </a:stretch>
        </p:blipFill>
        <p:spPr bwMode="auto">
          <a:xfrm>
            <a:off x="9625013" y="2509649"/>
            <a:ext cx="1008062" cy="197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7826">
                                            <p:txEl>
                                              <p:pRg st="1" end="1"/>
                                            </p:txEl>
                                          </p:spTgt>
                                        </p:tgtEl>
                                        <p:attrNameLst>
                                          <p:attrName>style.visibility</p:attrName>
                                        </p:attrNameLst>
                                      </p:cBhvr>
                                      <p:to>
                                        <p:strVal val="visible"/>
                                      </p:to>
                                    </p:set>
                                    <p:animEffect transition="in" filter="wipe(left)">
                                      <p:cBhvr>
                                        <p:cTn id="7" dur="500"/>
                                        <p:tgtEl>
                                          <p:spTgt spid="77826">
                                            <p:txEl>
                                              <p:pRg st="1" end="1"/>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77826">
                                            <p:txEl>
                                              <p:pRg st="2" end="2"/>
                                            </p:txEl>
                                          </p:spTgt>
                                        </p:tgtEl>
                                        <p:attrNameLst>
                                          <p:attrName>style.visibility</p:attrName>
                                        </p:attrNameLst>
                                      </p:cBhvr>
                                      <p:to>
                                        <p:strVal val="visible"/>
                                      </p:to>
                                    </p:set>
                                    <p:animEffect transition="in" filter="wipe(left)">
                                      <p:cBhvr>
                                        <p:cTn id="10" dur="500"/>
                                        <p:tgtEl>
                                          <p:spTgt spid="77826">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7826">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77826">
                                            <p:txEl>
                                              <p:pRg st="4" end="4"/>
                                            </p:txEl>
                                          </p:spTgt>
                                        </p:tgtEl>
                                        <p:attrNameLst>
                                          <p:attrName>style.visibility</p:attrName>
                                        </p:attrNameLst>
                                      </p:cBhvr>
                                      <p:to>
                                        <p:strVal val="visible"/>
                                      </p:to>
                                    </p:set>
                                    <p:animEffect transition="in" filter="wipe(left)">
                                      <p:cBhvr>
                                        <p:cTn id="19" dur="500"/>
                                        <p:tgtEl>
                                          <p:spTgt spid="77826">
                                            <p:txEl>
                                              <p:pRg st="4" end="4"/>
                                            </p:txEl>
                                          </p:spTgt>
                                        </p:tgtEl>
                                      </p:cBhvr>
                                    </p:animEffect>
                                  </p:childTnLst>
                                </p:cTn>
                              </p:par>
                              <p:par>
                                <p:cTn id="20" presetID="22" presetClass="entr" presetSubtype="8" fill="hold" nodeType="withEffect">
                                  <p:stCondLst>
                                    <p:cond delay="0"/>
                                  </p:stCondLst>
                                  <p:childTnLst>
                                    <p:set>
                                      <p:cBhvr>
                                        <p:cTn id="21" dur="1" fill="hold">
                                          <p:stCondLst>
                                            <p:cond delay="0"/>
                                          </p:stCondLst>
                                        </p:cTn>
                                        <p:tgtEl>
                                          <p:spTgt spid="77826">
                                            <p:txEl>
                                              <p:pRg st="5" end="5"/>
                                            </p:txEl>
                                          </p:spTgt>
                                        </p:tgtEl>
                                        <p:attrNameLst>
                                          <p:attrName>style.visibility</p:attrName>
                                        </p:attrNameLst>
                                      </p:cBhvr>
                                      <p:to>
                                        <p:strVal val="visible"/>
                                      </p:to>
                                    </p:set>
                                    <p:animEffect transition="in" filter="wipe(left)">
                                      <p:cBhvr>
                                        <p:cTn id="22" dur="500"/>
                                        <p:tgtEl>
                                          <p:spTgt spid="77826">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up)">
                                      <p:cBhvr>
                                        <p:cTn id="27" dur="500"/>
                                        <p:tgtEl>
                                          <p:spTgt spid="2"/>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up)">
                                      <p:cBhvr>
                                        <p:cTn id="3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EE39B82B-9EC9-A6A8-1559-218D9C95ABAE}"/>
              </a:ext>
            </a:extLst>
          </p:cNvPr>
          <p:cNvSpPr txBox="1">
            <a:spLocks noChangeArrowheads="1"/>
          </p:cNvSpPr>
          <p:nvPr/>
        </p:nvSpPr>
        <p:spPr>
          <a:xfrm>
            <a:off x="479376" y="1262730"/>
            <a:ext cx="9282112" cy="4805362"/>
          </a:xfrm>
          <a:prstGeom prst="rect">
            <a:avLst/>
          </a:prstGeom>
        </p:spPr>
        <p:txBody>
          <a:bodyPr>
            <a:normAutofit fontScale="85000" lnSpcReduction="20000"/>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a:buFont typeface="+mj-lt"/>
              <a:buAutoNum type="arabicPeriod"/>
            </a:pPr>
            <a:r>
              <a:rPr lang="en-US" altLang="zh-CN" dirty="0">
                <a:solidFill>
                  <a:srgbClr val="808080"/>
                </a:solidFill>
                <a:highlight>
                  <a:srgbClr val="FFFFFF"/>
                </a:highlight>
                <a:latin typeface="Consolas" panose="020B0609020204030204" pitchFamily="49" charset="0"/>
              </a:rPr>
              <a:t>#include &lt;</a:t>
            </a:r>
            <a:r>
              <a:rPr lang="en-US" altLang="zh-CN" dirty="0" err="1">
                <a:solidFill>
                  <a:srgbClr val="808080"/>
                </a:solidFill>
                <a:highlight>
                  <a:srgbClr val="FFFFFF"/>
                </a:highlight>
                <a:latin typeface="Consolas" panose="020B0609020204030204" pitchFamily="49" charset="0"/>
              </a:rPr>
              <a:t>stdio.h</a:t>
            </a:r>
            <a:r>
              <a:rPr lang="en-US" altLang="zh-CN" dirty="0">
                <a:solidFill>
                  <a:srgbClr val="808080"/>
                </a:solidFill>
                <a:highlight>
                  <a:srgbClr val="FFFFFF"/>
                </a:highlight>
                <a:latin typeface="Consolas" panose="020B0609020204030204" pitchFamily="49" charset="0"/>
              </a:rPr>
              <a:t>&gt;  </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buFont typeface="+mj-lt"/>
              <a:buAutoNum type="arabicPeriod"/>
            </a:pPr>
            <a:r>
              <a:rPr lang="en-US" altLang="zh-CN" b="1" dirty="0">
                <a:solidFill>
                  <a:srgbClr val="006699"/>
                </a:solidFill>
                <a:highlight>
                  <a:srgbClr val="F8F8F8"/>
                </a:highlight>
                <a:latin typeface="Consolas" panose="020B0609020204030204" pitchFamily="49" charset="0"/>
              </a:rPr>
              <a:t>void</a:t>
            </a:r>
            <a:r>
              <a:rPr lang="en-US" altLang="zh-CN" dirty="0">
                <a:solidFill>
                  <a:srgbClr val="000000"/>
                </a:solidFill>
                <a:highlight>
                  <a:srgbClr val="F8F8F8"/>
                </a:highlight>
                <a:latin typeface="Consolas" panose="020B0609020204030204" pitchFamily="49" charset="0"/>
              </a:rPr>
              <a:t> main()    </a:t>
            </a:r>
            <a:endParaRPr lang="en-US" altLang="zh-CN" dirty="0">
              <a:solidFill>
                <a:srgbClr val="5C5C5C"/>
              </a:solidFill>
              <a:highlight>
                <a:srgbClr val="F8F8F8"/>
              </a:highlight>
              <a:latin typeface="Consolas" panose="020B0609020204030204" pitchFamily="49" charset="0"/>
            </a:endParaRPr>
          </a:p>
          <a:p>
            <a:pPr>
              <a:buFont typeface="+mj-lt"/>
              <a:buAutoNum type="arabicPeriod"/>
            </a:pP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a:p>
            <a:pPr>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2E8B57"/>
                </a:solidFill>
                <a:highlight>
                  <a:srgbClr val="FFFFFF"/>
                </a:highlight>
                <a:latin typeface="Consolas" panose="020B0609020204030204" pitchFamily="49" charset="0"/>
              </a:rPr>
              <a:t>float</a:t>
            </a:r>
            <a:r>
              <a:rPr lang="en-US" altLang="zh-CN" dirty="0">
                <a:solidFill>
                  <a:srgbClr val="000000"/>
                </a:solidFill>
                <a:highlight>
                  <a:srgbClr val="FFFFFF"/>
                </a:highlight>
                <a:latin typeface="Consolas" panose="020B0609020204030204" pitchFamily="49" charset="0"/>
              </a:rPr>
              <a:t>  money, sum_money1, sum_money2;  </a:t>
            </a:r>
            <a:endParaRPr lang="en-US" altLang="zh-CN" dirty="0">
              <a:solidFill>
                <a:srgbClr val="5C5C5C"/>
              </a:solidFill>
              <a:highlight>
                <a:srgbClr val="FFFFFF"/>
              </a:highlight>
              <a:latin typeface="Consolas" panose="020B0609020204030204" pitchFamily="49" charset="0"/>
            </a:endParaRPr>
          </a:p>
          <a:p>
            <a:pPr>
              <a:buFont typeface="+mj-lt"/>
              <a:buAutoNum type="arabicPeriod"/>
            </a:pPr>
            <a:r>
              <a:rPr lang="en-US" altLang="zh-CN" dirty="0">
                <a:solidFill>
                  <a:srgbClr val="000000"/>
                </a:solidFill>
                <a:highlight>
                  <a:srgbClr val="F8F8F8"/>
                </a:highlight>
                <a:latin typeface="Consolas" panose="020B0609020204030204" pitchFamily="49" charset="0"/>
              </a:rPr>
              <a:t>    sum_money1=0.0; </a:t>
            </a:r>
            <a:r>
              <a:rPr lang="en-US" altLang="zh-CN" dirty="0">
                <a:solidFill>
                  <a:srgbClr val="008200"/>
                </a:solidFill>
                <a:highlight>
                  <a:srgbClr val="F8F8F8"/>
                </a:highlight>
                <a:latin typeface="Consolas" panose="020B0609020204030204" pitchFamily="49" charset="0"/>
              </a:rPr>
              <a:t>/*</a:t>
            </a:r>
            <a:r>
              <a:rPr lang="zh-CN" altLang="en-US" dirty="0">
                <a:solidFill>
                  <a:srgbClr val="008200"/>
                </a:solidFill>
                <a:highlight>
                  <a:srgbClr val="F8F8F8"/>
                </a:highlight>
                <a:latin typeface="Consolas" panose="020B0609020204030204" pitchFamily="49" charset="0"/>
              </a:rPr>
              <a:t>初始值*</a:t>
            </a:r>
            <a:r>
              <a:rPr lang="en-US" altLang="zh-CN" dirty="0">
                <a:solidFill>
                  <a:srgbClr val="008200"/>
                </a:solidFill>
                <a:highlight>
                  <a:srgbClr val="F8F8F8"/>
                </a:highlight>
                <a:latin typeface="Consolas" panose="020B0609020204030204" pitchFamily="49" charset="0"/>
              </a:rPr>
              <a:t>/</a:t>
            </a:r>
            <a:r>
              <a:rPr lang="zh-CN" altLang="en-US" dirty="0">
                <a:solidFill>
                  <a:srgbClr val="000000"/>
                </a:solidFill>
                <a:highlight>
                  <a:srgbClr val="F8F8F8"/>
                </a:highlight>
                <a:latin typeface="Consolas" panose="020B0609020204030204" pitchFamily="49" charset="0"/>
              </a:rPr>
              <a:t>  </a:t>
            </a:r>
            <a:endParaRPr lang="zh-CN" altLang="en-US" dirty="0">
              <a:solidFill>
                <a:srgbClr val="5C5C5C"/>
              </a:solidFill>
              <a:highlight>
                <a:srgbClr val="F8F8F8"/>
              </a:highlight>
              <a:latin typeface="Consolas" panose="020B0609020204030204" pitchFamily="49" charset="0"/>
            </a:endParaRPr>
          </a:p>
          <a:p>
            <a:pPr>
              <a:buFont typeface="+mj-lt"/>
              <a:buAutoNum type="arabicPeriod"/>
            </a:pPr>
            <a:r>
              <a:rPr lang="zh-CN" altLang="en-US" dirty="0">
                <a:solidFill>
                  <a:srgbClr val="000000"/>
                </a:solidFill>
                <a:highlight>
                  <a:srgbClr val="FFFFFF"/>
                </a:highlight>
                <a:latin typeface="Consolas" panose="020B0609020204030204" pitchFamily="49" charset="0"/>
              </a:rPr>
              <a:t>    </a:t>
            </a:r>
            <a:r>
              <a:rPr lang="en-US" altLang="zh-CN" dirty="0">
                <a:solidFill>
                  <a:srgbClr val="000000"/>
                </a:solidFill>
                <a:highlight>
                  <a:srgbClr val="FFFFFF"/>
                </a:highlight>
                <a:latin typeface="Consolas" panose="020B0609020204030204" pitchFamily="49" charset="0"/>
              </a:rPr>
              <a:t>sum_money2=0.0; </a:t>
            </a:r>
            <a:r>
              <a:rPr lang="en-US" altLang="zh-CN" dirty="0">
                <a:solidFill>
                  <a:srgbClr val="008200"/>
                </a:solidFill>
                <a:highlight>
                  <a:srgbClr val="FFFFFF"/>
                </a:highlight>
                <a:latin typeface="Consolas" panose="020B0609020204030204" pitchFamily="49" charset="0"/>
              </a:rPr>
              <a:t>/*</a:t>
            </a:r>
            <a:r>
              <a:rPr lang="zh-CN" altLang="en-US" dirty="0">
                <a:solidFill>
                  <a:srgbClr val="008200"/>
                </a:solidFill>
                <a:highlight>
                  <a:srgbClr val="FFFFFF"/>
                </a:highlight>
                <a:latin typeface="Consolas" panose="020B0609020204030204" pitchFamily="49" charset="0"/>
              </a:rPr>
              <a:t>初始值*</a:t>
            </a:r>
            <a:r>
              <a:rPr lang="en-US" altLang="zh-CN" dirty="0">
                <a:solidFill>
                  <a:srgbClr val="008200"/>
                </a:solidFill>
                <a:highlight>
                  <a:srgbClr val="FFFFFF"/>
                </a:highlight>
                <a:latin typeface="Consolas" panose="020B0609020204030204" pitchFamily="49" charset="0"/>
              </a:rPr>
              <a:t>/</a:t>
            </a:r>
            <a:r>
              <a:rPr lang="zh-CN" altLang="en-US" dirty="0">
                <a:solidFill>
                  <a:srgbClr val="000000"/>
                </a:solidFill>
                <a:highlight>
                  <a:srgbClr val="FFFFFF"/>
                </a:highlight>
                <a:latin typeface="Consolas" panose="020B0609020204030204" pitchFamily="49" charset="0"/>
              </a:rPr>
              <a:t>  </a:t>
            </a:r>
            <a:endParaRPr lang="zh-CN" altLang="en-US" dirty="0">
              <a:solidFill>
                <a:srgbClr val="5C5C5C"/>
              </a:solidFill>
              <a:highlight>
                <a:srgbClr val="FFFFFF"/>
              </a:highlight>
              <a:latin typeface="Consolas" panose="020B0609020204030204" pitchFamily="49" charset="0"/>
            </a:endParaRPr>
          </a:p>
          <a:p>
            <a:pPr>
              <a:buFont typeface="+mj-lt"/>
              <a:buAutoNum type="arabicPeriod"/>
            </a:pPr>
            <a:r>
              <a:rPr lang="zh-CN" altLang="en-US" dirty="0">
                <a:solidFill>
                  <a:srgbClr val="000000"/>
                </a:solidFill>
                <a:highlight>
                  <a:srgbClr val="F8F8F8"/>
                </a:highlight>
                <a:latin typeface="Consolas" panose="020B0609020204030204" pitchFamily="49" charset="0"/>
              </a:rPr>
              <a:t>    </a:t>
            </a:r>
            <a:r>
              <a:rPr lang="en-US" altLang="zh-CN" dirty="0">
                <a:solidFill>
                  <a:srgbClr val="000000"/>
                </a:solidFill>
                <a:highlight>
                  <a:srgbClr val="F8F8F8"/>
                </a:highlight>
                <a:latin typeface="Consolas" panose="020B0609020204030204" pitchFamily="49" charset="0"/>
              </a:rPr>
              <a:t>money=0.01; </a:t>
            </a:r>
            <a:r>
              <a:rPr lang="en-US" altLang="zh-CN" dirty="0">
                <a:solidFill>
                  <a:srgbClr val="008200"/>
                </a:solidFill>
                <a:highlight>
                  <a:srgbClr val="F8F8F8"/>
                </a:highlight>
                <a:latin typeface="Consolas" panose="020B0609020204030204" pitchFamily="49" charset="0"/>
              </a:rPr>
              <a:t>/*</a:t>
            </a:r>
            <a:r>
              <a:rPr lang="zh-CN" altLang="en-US" dirty="0">
                <a:solidFill>
                  <a:srgbClr val="008200"/>
                </a:solidFill>
                <a:highlight>
                  <a:srgbClr val="F8F8F8"/>
                </a:highlight>
                <a:latin typeface="Consolas" panose="020B0609020204030204" pitchFamily="49" charset="0"/>
              </a:rPr>
              <a:t>初始值*</a:t>
            </a:r>
            <a:r>
              <a:rPr lang="en-US" altLang="zh-CN" dirty="0">
                <a:solidFill>
                  <a:srgbClr val="008200"/>
                </a:solidFill>
                <a:highlight>
                  <a:srgbClr val="F8F8F8"/>
                </a:highlight>
                <a:latin typeface="Consolas" panose="020B0609020204030204" pitchFamily="49" charset="0"/>
              </a:rPr>
              <a:t>/</a:t>
            </a:r>
            <a:r>
              <a:rPr lang="zh-CN" altLang="en-US" dirty="0">
                <a:solidFill>
                  <a:srgbClr val="000000"/>
                </a:solidFill>
                <a:highlight>
                  <a:srgbClr val="F8F8F8"/>
                </a:highlight>
                <a:latin typeface="Consolas" panose="020B0609020204030204" pitchFamily="49" charset="0"/>
              </a:rPr>
              <a:t>  </a:t>
            </a:r>
            <a:endParaRPr lang="zh-CN" altLang="en-US" dirty="0">
              <a:solidFill>
                <a:srgbClr val="5C5C5C"/>
              </a:solidFill>
              <a:highlight>
                <a:srgbClr val="F8F8F8"/>
              </a:highlight>
              <a:latin typeface="Consolas" panose="020B0609020204030204" pitchFamily="49" charset="0"/>
            </a:endParaRPr>
          </a:p>
          <a:p>
            <a:pPr>
              <a:buFont typeface="+mj-lt"/>
              <a:buAutoNum type="arabicPeriod"/>
            </a:pPr>
            <a:r>
              <a:rPr lang="zh-CN" altLang="en-US"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for</a:t>
            </a:r>
            <a:r>
              <a:rPr lang="en-US" altLang="zh-CN" dirty="0">
                <a:solidFill>
                  <a:srgbClr val="000000"/>
                </a:solidFill>
                <a:highlight>
                  <a:srgbClr val="FFFFFF"/>
                </a:highlight>
                <a:latin typeface="Consolas" panose="020B0609020204030204" pitchFamily="49" charset="0"/>
              </a:rPr>
              <a:t>(</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=1;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&lt;=30;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=1</a:t>
            </a:r>
            <a:r>
              <a:rPr lang="zh-CN" altLang="en-US" dirty="0">
                <a:solidFill>
                  <a:srgbClr val="000000"/>
                </a:solidFill>
                <a:highlight>
                  <a:srgbClr val="FFFFFF"/>
                </a:highlight>
                <a:latin typeface="Consolas" panose="020B0609020204030204" pitchFamily="49" charset="0"/>
              </a:rPr>
              <a:t>执行</a:t>
            </a:r>
            <a:r>
              <a:rPr lang="en-US" altLang="zh-CN" dirty="0">
                <a:solidFill>
                  <a:srgbClr val="000000"/>
                </a:solidFill>
                <a:highlight>
                  <a:srgbClr val="FFFFFF"/>
                </a:highlight>
                <a:latin typeface="Consolas" panose="020B0609020204030204" pitchFamily="49" charset="0"/>
              </a:rPr>
              <a:t>1</a:t>
            </a:r>
            <a:r>
              <a:rPr lang="zh-CN" altLang="en-US" dirty="0">
                <a:solidFill>
                  <a:srgbClr val="000000"/>
                </a:solidFill>
                <a:highlight>
                  <a:srgbClr val="FFFFFF"/>
                </a:highlight>
                <a:latin typeface="Consolas" panose="020B0609020204030204" pitchFamily="49" charset="0"/>
              </a:rPr>
              <a:t>次，判断条件执行</a:t>
            </a:r>
            <a:r>
              <a:rPr lang="en-US" altLang="zh-CN" dirty="0">
                <a:solidFill>
                  <a:srgbClr val="000000"/>
                </a:solidFill>
                <a:highlight>
                  <a:srgbClr val="FFFFFF"/>
                </a:highlight>
                <a:latin typeface="Consolas" panose="020B0609020204030204" pitchFamily="49" charset="0"/>
              </a:rPr>
              <a:t>31</a:t>
            </a:r>
            <a:r>
              <a:rPr lang="zh-CN" altLang="en-US" dirty="0">
                <a:solidFill>
                  <a:srgbClr val="000000"/>
                </a:solidFill>
                <a:highlight>
                  <a:srgbClr val="FFFFFF"/>
                </a:highlight>
                <a:latin typeface="Consolas" panose="020B0609020204030204" pitchFamily="49" charset="0"/>
              </a:rPr>
              <a:t>次，</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a:t>
            </a:r>
            <a:r>
              <a:rPr lang="zh-CN" altLang="en-US" dirty="0">
                <a:solidFill>
                  <a:srgbClr val="000000"/>
                </a:solidFill>
                <a:highlight>
                  <a:srgbClr val="FFFFFF"/>
                </a:highlight>
                <a:latin typeface="Consolas" panose="020B0609020204030204" pitchFamily="49" charset="0"/>
              </a:rPr>
              <a:t>执行</a:t>
            </a:r>
            <a:r>
              <a:rPr lang="en-US" altLang="zh-CN" dirty="0">
                <a:solidFill>
                  <a:srgbClr val="000000"/>
                </a:solidFill>
                <a:highlight>
                  <a:srgbClr val="FFFFFF"/>
                </a:highlight>
                <a:latin typeface="Consolas" panose="020B0609020204030204" pitchFamily="49" charset="0"/>
              </a:rPr>
              <a:t>30</a:t>
            </a:r>
            <a:r>
              <a:rPr lang="zh-CN" altLang="en-US" dirty="0">
                <a:solidFill>
                  <a:srgbClr val="000000"/>
                </a:solidFill>
                <a:highlight>
                  <a:srgbClr val="FFFFFF"/>
                </a:highlight>
                <a:latin typeface="Consolas" panose="020B0609020204030204" pitchFamily="49" charset="0"/>
              </a:rPr>
              <a:t>次</a:t>
            </a:r>
            <a:endParaRPr lang="en-US" altLang="zh-CN" dirty="0">
              <a:solidFill>
                <a:srgbClr val="5C5C5C"/>
              </a:solidFill>
              <a:highlight>
                <a:srgbClr val="FFFFFF"/>
              </a:highlight>
              <a:latin typeface="Consolas" panose="020B0609020204030204" pitchFamily="49" charset="0"/>
            </a:endParaRPr>
          </a:p>
          <a:p>
            <a:pPr>
              <a:buFont typeface="+mj-lt"/>
              <a:buAutoNum type="arabicPeriod"/>
            </a:pP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buFont typeface="+mj-lt"/>
              <a:buAutoNum type="arabicPeriod"/>
            </a:pPr>
            <a:r>
              <a:rPr lang="en-US" altLang="zh-CN" dirty="0">
                <a:solidFill>
                  <a:srgbClr val="000000"/>
                </a:solidFill>
                <a:highlight>
                  <a:srgbClr val="FFFFFF"/>
                </a:highlight>
                <a:latin typeface="Consolas" panose="020B0609020204030204" pitchFamily="49" charset="0"/>
              </a:rPr>
              <a:t>        sum_money1+=100000.0; </a:t>
            </a:r>
            <a:r>
              <a:rPr lang="en-US" altLang="zh-CN" dirty="0">
                <a:solidFill>
                  <a:srgbClr val="008200"/>
                </a:solidFill>
                <a:highlight>
                  <a:srgbClr val="FFFFFF"/>
                </a:highlight>
                <a:latin typeface="Consolas" panose="020B0609020204030204" pitchFamily="49" charset="0"/>
              </a:rPr>
              <a:t>/*</a:t>
            </a:r>
            <a:r>
              <a:rPr lang="zh-CN" altLang="en-US" dirty="0">
                <a:solidFill>
                  <a:srgbClr val="008200"/>
                </a:solidFill>
                <a:highlight>
                  <a:srgbClr val="FFFFFF"/>
                </a:highlight>
                <a:latin typeface="Consolas" panose="020B0609020204030204" pitchFamily="49" charset="0"/>
              </a:rPr>
              <a:t>计算陌生人给富翁的钱*</a:t>
            </a:r>
            <a:r>
              <a:rPr lang="en-US" altLang="zh-CN" dirty="0">
                <a:solidFill>
                  <a:srgbClr val="008200"/>
                </a:solidFill>
                <a:highlight>
                  <a:srgbClr val="FFFFFF"/>
                </a:highlight>
                <a:latin typeface="Consolas" panose="020B0609020204030204" pitchFamily="49" charset="0"/>
              </a:rPr>
              <a:t>/</a:t>
            </a:r>
            <a:r>
              <a:rPr lang="zh-CN" altLang="en-US" dirty="0">
                <a:solidFill>
                  <a:srgbClr val="000000"/>
                </a:solidFill>
                <a:highlight>
                  <a:srgbClr val="FFFFFF"/>
                </a:highlight>
                <a:latin typeface="Consolas" panose="020B0609020204030204" pitchFamily="49" charset="0"/>
              </a:rPr>
              <a:t>  </a:t>
            </a:r>
            <a:endParaRPr lang="zh-CN" altLang="en-US" dirty="0">
              <a:solidFill>
                <a:srgbClr val="5C5C5C"/>
              </a:solidFill>
              <a:highlight>
                <a:srgbClr val="FFFFFF"/>
              </a:highlight>
              <a:latin typeface="Consolas" panose="020B0609020204030204" pitchFamily="49" charset="0"/>
            </a:endParaRPr>
          </a:p>
          <a:p>
            <a:pPr>
              <a:buFont typeface="+mj-lt"/>
              <a:buAutoNum type="arabicPeriod"/>
            </a:pPr>
            <a:r>
              <a:rPr lang="zh-CN" altLang="en-US" dirty="0">
                <a:solidFill>
                  <a:srgbClr val="000000"/>
                </a:solidFill>
                <a:highlight>
                  <a:srgbClr val="F8F8F8"/>
                </a:highlight>
                <a:latin typeface="Consolas" panose="020B0609020204030204" pitchFamily="49" charset="0"/>
              </a:rPr>
              <a:t>        </a:t>
            </a:r>
            <a:r>
              <a:rPr lang="en-US" altLang="zh-CN" dirty="0">
                <a:solidFill>
                  <a:srgbClr val="000000"/>
                </a:solidFill>
                <a:highlight>
                  <a:srgbClr val="F8F8F8"/>
                </a:highlight>
                <a:latin typeface="Consolas" panose="020B0609020204030204" pitchFamily="49" charset="0"/>
              </a:rPr>
              <a:t>sum_money2+=money; </a:t>
            </a:r>
            <a:r>
              <a:rPr lang="en-US" altLang="zh-CN" dirty="0">
                <a:solidFill>
                  <a:srgbClr val="008200"/>
                </a:solidFill>
                <a:highlight>
                  <a:srgbClr val="F8F8F8"/>
                </a:highlight>
                <a:latin typeface="Consolas" panose="020B0609020204030204" pitchFamily="49" charset="0"/>
              </a:rPr>
              <a:t>/*</a:t>
            </a:r>
            <a:r>
              <a:rPr lang="zh-CN" altLang="en-US" dirty="0">
                <a:solidFill>
                  <a:srgbClr val="008200"/>
                </a:solidFill>
                <a:highlight>
                  <a:srgbClr val="F8F8F8"/>
                </a:highlight>
                <a:latin typeface="Consolas" panose="020B0609020204030204" pitchFamily="49" charset="0"/>
              </a:rPr>
              <a:t>计算富翁给陌生人的钱*</a:t>
            </a:r>
            <a:r>
              <a:rPr lang="en-US" altLang="zh-CN" dirty="0">
                <a:solidFill>
                  <a:srgbClr val="008200"/>
                </a:solidFill>
                <a:highlight>
                  <a:srgbClr val="F8F8F8"/>
                </a:highlight>
                <a:latin typeface="Consolas" panose="020B0609020204030204" pitchFamily="49" charset="0"/>
              </a:rPr>
              <a:t>/</a:t>
            </a:r>
            <a:r>
              <a:rPr lang="zh-CN" altLang="en-US" dirty="0">
                <a:solidFill>
                  <a:srgbClr val="000000"/>
                </a:solidFill>
                <a:highlight>
                  <a:srgbClr val="F8F8F8"/>
                </a:highlight>
                <a:latin typeface="Consolas" panose="020B0609020204030204" pitchFamily="49" charset="0"/>
              </a:rPr>
              <a:t>  </a:t>
            </a:r>
            <a:endParaRPr lang="zh-CN" altLang="en-US" dirty="0">
              <a:solidFill>
                <a:srgbClr val="5C5C5C"/>
              </a:solidFill>
              <a:highlight>
                <a:srgbClr val="F8F8F8"/>
              </a:highlight>
              <a:latin typeface="Consolas" panose="020B0609020204030204" pitchFamily="49" charset="0"/>
            </a:endParaRPr>
          </a:p>
          <a:p>
            <a:pPr>
              <a:buFont typeface="+mj-lt"/>
              <a:buAutoNum type="arabicPeriod"/>
            </a:pPr>
            <a:r>
              <a:rPr lang="zh-CN" altLang="en-US" dirty="0">
                <a:solidFill>
                  <a:srgbClr val="000000"/>
                </a:solidFill>
                <a:highlight>
                  <a:srgbClr val="FFFFFF"/>
                </a:highlight>
                <a:latin typeface="Consolas" panose="020B0609020204030204" pitchFamily="49" charset="0"/>
              </a:rPr>
              <a:t>        </a:t>
            </a:r>
            <a:r>
              <a:rPr lang="en-US" altLang="zh-CN" dirty="0">
                <a:solidFill>
                  <a:srgbClr val="000000"/>
                </a:solidFill>
                <a:highlight>
                  <a:srgbClr val="FFFFFF"/>
                </a:highlight>
                <a:latin typeface="Consolas" panose="020B0609020204030204" pitchFamily="49" charset="0"/>
              </a:rPr>
              <a:t>money=money*2; </a:t>
            </a:r>
            <a:r>
              <a:rPr lang="en-US" altLang="zh-CN" dirty="0">
                <a:solidFill>
                  <a:srgbClr val="008200"/>
                </a:solidFill>
                <a:highlight>
                  <a:srgbClr val="FFFFFF"/>
                </a:highlight>
                <a:latin typeface="Consolas" panose="020B0609020204030204" pitchFamily="49" charset="0"/>
              </a:rPr>
              <a:t>/*</a:t>
            </a:r>
            <a:r>
              <a:rPr lang="zh-CN" altLang="en-US" dirty="0">
                <a:solidFill>
                  <a:srgbClr val="008200"/>
                </a:solidFill>
                <a:highlight>
                  <a:srgbClr val="FFFFFF"/>
                </a:highlight>
                <a:latin typeface="Consolas" panose="020B0609020204030204" pitchFamily="49" charset="0"/>
              </a:rPr>
              <a:t>富翁每天给陌生人的钱*</a:t>
            </a:r>
            <a:r>
              <a:rPr lang="en-US" altLang="zh-CN" dirty="0">
                <a:solidFill>
                  <a:srgbClr val="008200"/>
                </a:solidFill>
                <a:highlight>
                  <a:srgbClr val="FFFFFF"/>
                </a:highlight>
                <a:latin typeface="Consolas" panose="020B0609020204030204" pitchFamily="49" charset="0"/>
              </a:rPr>
              <a:t>/</a:t>
            </a:r>
            <a:r>
              <a:rPr lang="zh-CN" altLang="en-US" dirty="0">
                <a:solidFill>
                  <a:srgbClr val="000000"/>
                </a:solidFill>
                <a:highlight>
                  <a:srgbClr val="FFFFFF"/>
                </a:highlight>
                <a:latin typeface="Consolas" panose="020B0609020204030204" pitchFamily="49" charset="0"/>
              </a:rPr>
              <a:t>  </a:t>
            </a:r>
            <a:endParaRPr lang="zh-CN" altLang="en-US" dirty="0">
              <a:solidFill>
                <a:srgbClr val="5C5C5C"/>
              </a:solidFill>
              <a:highlight>
                <a:srgbClr val="FFFFFF"/>
              </a:highlight>
              <a:latin typeface="Consolas" panose="020B0609020204030204" pitchFamily="49" charset="0"/>
            </a:endParaRPr>
          </a:p>
          <a:p>
            <a:pPr>
              <a:buFont typeface="+mj-lt"/>
              <a:buAutoNum type="arabicPeriod"/>
            </a:pPr>
            <a:r>
              <a:rPr lang="zh-CN" altLang="en-US" dirty="0">
                <a:solidFill>
                  <a:srgbClr val="000000"/>
                </a:solidFill>
                <a:highlight>
                  <a:srgbClr val="F8F8F8"/>
                </a:highlight>
                <a:latin typeface="Consolas" panose="020B0609020204030204" pitchFamily="49" charset="0"/>
              </a:rPr>
              <a:t>    </a:t>
            </a:r>
            <a:r>
              <a:rPr lang="en-US" altLang="zh-CN" dirty="0">
                <a:solidFill>
                  <a:srgbClr val="000000"/>
                </a:solidFill>
                <a:highlight>
                  <a:srgbClr val="F8F8F8"/>
                </a:highlight>
                <a:latin typeface="Consolas" panose="020B0609020204030204" pitchFamily="49" charset="0"/>
              </a:rPr>
              <a:t>}  </a:t>
            </a:r>
            <a:endParaRPr lang="zh-CN" altLang="en-US" dirty="0">
              <a:solidFill>
                <a:srgbClr val="5C5C5C"/>
              </a:solidFill>
              <a:highlight>
                <a:srgbClr val="F8F8F8"/>
              </a:highlight>
              <a:latin typeface="Consolas" panose="020B0609020204030204" pitchFamily="49" charset="0"/>
            </a:endParaRPr>
          </a:p>
          <a:p>
            <a:pPr>
              <a:buFont typeface="+mj-lt"/>
              <a:buAutoNum type="arabicPeriod"/>
            </a:pPr>
            <a:r>
              <a:rPr lang="en-US" altLang="zh-CN" dirty="0">
                <a:solidFill>
                  <a:srgbClr val="000000"/>
                </a:solidFill>
                <a:highlight>
                  <a:srgbClr val="FFFFFF"/>
                </a:highlight>
                <a:latin typeface="Consolas" panose="020B0609020204030204" pitchFamily="49" charset="0"/>
              </a:rPr>
              <a:t>}   </a:t>
            </a:r>
            <a:endParaRPr lang="zh-CN" altLang="en-US" dirty="0">
              <a:solidFill>
                <a:srgbClr val="5C5C5C"/>
              </a:solidFill>
              <a:highlight>
                <a:srgbClr val="FFFFFF"/>
              </a:highlight>
              <a:latin typeface="Consolas" panose="020B0609020204030204" pitchFamily="49" charset="0"/>
            </a:endParaRPr>
          </a:p>
          <a:p>
            <a:pPr marL="0" lvl="1" indent="0">
              <a:spcBef>
                <a:spcPts val="400"/>
              </a:spcBef>
              <a:spcAft>
                <a:spcPct val="0"/>
              </a:spcAft>
              <a:buNone/>
            </a:pPr>
            <a:endParaRPr lang="en-US" altLang="zh-CN" sz="2000" b="1" dirty="0">
              <a:latin typeface="Courier New" charset="0"/>
              <a:ea typeface="黑体" charset="0"/>
              <a:cs typeface="Arial" charset="0"/>
            </a:endParaRPr>
          </a:p>
        </p:txBody>
      </p:sp>
      <p:graphicFrame>
        <p:nvGraphicFramePr>
          <p:cNvPr id="3" name="表格 2">
            <a:extLst>
              <a:ext uri="{FF2B5EF4-FFF2-40B4-BE49-F238E27FC236}">
                <a16:creationId xmlns:a16="http://schemas.microsoft.com/office/drawing/2014/main" id="{0D53DA60-DD9D-C896-4266-A04B148E3A05}"/>
              </a:ext>
            </a:extLst>
          </p:cNvPr>
          <p:cNvGraphicFramePr>
            <a:graphicFrameLocks noGrp="1"/>
          </p:cNvGraphicFramePr>
          <p:nvPr>
            <p:extLst>
              <p:ext uri="{D42A27DB-BD31-4B8C-83A1-F6EECF244321}">
                <p14:modId xmlns:p14="http://schemas.microsoft.com/office/powerpoint/2010/main" val="1537448890"/>
              </p:ext>
            </p:extLst>
          </p:nvPr>
        </p:nvGraphicFramePr>
        <p:xfrm>
          <a:off x="3647728" y="5334388"/>
          <a:ext cx="5943600" cy="741680"/>
        </p:xfrm>
        <a:graphic>
          <a:graphicData uri="http://schemas.openxmlformats.org/drawingml/2006/table">
            <a:tbl>
              <a:tblPr firstRow="1" bandRow="1">
                <a:tableStyleId>{5940675A-B579-460E-94D1-54222C63F5DA}</a:tableStyleId>
              </a:tblPr>
              <a:tblGrid>
                <a:gridCol w="660400">
                  <a:extLst>
                    <a:ext uri="{9D8B030D-6E8A-4147-A177-3AD203B41FA5}">
                      <a16:colId xmlns:a16="http://schemas.microsoft.com/office/drawing/2014/main" val="2492690757"/>
                    </a:ext>
                  </a:extLst>
                </a:gridCol>
                <a:gridCol w="660400">
                  <a:extLst>
                    <a:ext uri="{9D8B030D-6E8A-4147-A177-3AD203B41FA5}">
                      <a16:colId xmlns:a16="http://schemas.microsoft.com/office/drawing/2014/main" val="1311802600"/>
                    </a:ext>
                  </a:extLst>
                </a:gridCol>
                <a:gridCol w="660400">
                  <a:extLst>
                    <a:ext uri="{9D8B030D-6E8A-4147-A177-3AD203B41FA5}">
                      <a16:colId xmlns:a16="http://schemas.microsoft.com/office/drawing/2014/main" val="4056904182"/>
                    </a:ext>
                  </a:extLst>
                </a:gridCol>
                <a:gridCol w="660400">
                  <a:extLst>
                    <a:ext uri="{9D8B030D-6E8A-4147-A177-3AD203B41FA5}">
                      <a16:colId xmlns:a16="http://schemas.microsoft.com/office/drawing/2014/main" val="468631544"/>
                    </a:ext>
                  </a:extLst>
                </a:gridCol>
                <a:gridCol w="660400">
                  <a:extLst>
                    <a:ext uri="{9D8B030D-6E8A-4147-A177-3AD203B41FA5}">
                      <a16:colId xmlns:a16="http://schemas.microsoft.com/office/drawing/2014/main" val="3744568168"/>
                    </a:ext>
                  </a:extLst>
                </a:gridCol>
                <a:gridCol w="660400">
                  <a:extLst>
                    <a:ext uri="{9D8B030D-6E8A-4147-A177-3AD203B41FA5}">
                      <a16:colId xmlns:a16="http://schemas.microsoft.com/office/drawing/2014/main" val="3948520959"/>
                    </a:ext>
                  </a:extLst>
                </a:gridCol>
                <a:gridCol w="660400">
                  <a:extLst>
                    <a:ext uri="{9D8B030D-6E8A-4147-A177-3AD203B41FA5}">
                      <a16:colId xmlns:a16="http://schemas.microsoft.com/office/drawing/2014/main" val="1151562642"/>
                    </a:ext>
                  </a:extLst>
                </a:gridCol>
                <a:gridCol w="660400">
                  <a:extLst>
                    <a:ext uri="{9D8B030D-6E8A-4147-A177-3AD203B41FA5}">
                      <a16:colId xmlns:a16="http://schemas.microsoft.com/office/drawing/2014/main" val="3154816032"/>
                    </a:ext>
                  </a:extLst>
                </a:gridCol>
                <a:gridCol w="660400">
                  <a:extLst>
                    <a:ext uri="{9D8B030D-6E8A-4147-A177-3AD203B41FA5}">
                      <a16:colId xmlns:a16="http://schemas.microsoft.com/office/drawing/2014/main" val="2163433848"/>
                    </a:ext>
                  </a:extLst>
                </a:gridCol>
              </a:tblGrid>
              <a:tr h="370840">
                <a:tc>
                  <a:txBody>
                    <a:bodyPr/>
                    <a:lstStyle/>
                    <a:p>
                      <a:r>
                        <a:rPr lang="en-US" altLang="zh-CN" dirty="0"/>
                        <a:t>4</a:t>
                      </a:r>
                      <a:endParaRPr lang="zh-CN" altLang="en-US" dirty="0"/>
                    </a:p>
                  </a:txBody>
                  <a:tcPr/>
                </a:tc>
                <a:tc>
                  <a:txBody>
                    <a:bodyPr/>
                    <a:lstStyle/>
                    <a:p>
                      <a:r>
                        <a:rPr lang="en-US" altLang="zh-CN" dirty="0"/>
                        <a:t>5</a:t>
                      </a:r>
                      <a:endParaRPr lang="zh-CN" altLang="en-US" dirty="0"/>
                    </a:p>
                  </a:txBody>
                  <a:tcPr/>
                </a:tc>
                <a:tc>
                  <a:txBody>
                    <a:bodyPr/>
                    <a:lstStyle/>
                    <a:p>
                      <a:r>
                        <a:rPr lang="en-US" altLang="zh-CN" dirty="0"/>
                        <a:t>6</a:t>
                      </a:r>
                      <a:endParaRPr lang="zh-CN" altLang="en-US" dirty="0"/>
                    </a:p>
                  </a:txBody>
                  <a:tcPr/>
                </a:tc>
                <a:tc>
                  <a:txBody>
                    <a:bodyPr/>
                    <a:lstStyle/>
                    <a:p>
                      <a:r>
                        <a:rPr lang="en-US" altLang="zh-CN" dirty="0"/>
                        <a:t>7</a:t>
                      </a:r>
                      <a:endParaRPr lang="zh-CN" altLang="en-US" dirty="0"/>
                    </a:p>
                  </a:txBody>
                  <a:tcPr/>
                </a:tc>
                <a:tc>
                  <a:txBody>
                    <a:bodyPr/>
                    <a:lstStyle/>
                    <a:p>
                      <a:r>
                        <a:rPr lang="en-US" altLang="zh-CN" dirty="0"/>
                        <a:t>8</a:t>
                      </a:r>
                      <a:endParaRPr lang="zh-CN" altLang="en-US" dirty="0"/>
                    </a:p>
                  </a:txBody>
                  <a:tcPr/>
                </a:tc>
                <a:tc>
                  <a:txBody>
                    <a:bodyPr/>
                    <a:lstStyle/>
                    <a:p>
                      <a:r>
                        <a:rPr lang="en-US" altLang="zh-CN" dirty="0"/>
                        <a:t>9</a:t>
                      </a:r>
                      <a:endParaRPr lang="zh-CN" altLang="en-US" dirty="0"/>
                    </a:p>
                  </a:txBody>
                  <a:tcPr/>
                </a:tc>
                <a:tc>
                  <a:txBody>
                    <a:bodyPr/>
                    <a:lstStyle/>
                    <a:p>
                      <a:r>
                        <a:rPr lang="en-US" altLang="zh-CN" dirty="0"/>
                        <a:t>11</a:t>
                      </a:r>
                      <a:endParaRPr lang="zh-CN" altLang="en-US" dirty="0"/>
                    </a:p>
                  </a:txBody>
                  <a:tcPr/>
                </a:tc>
                <a:tc>
                  <a:txBody>
                    <a:bodyPr/>
                    <a:lstStyle/>
                    <a:p>
                      <a:r>
                        <a:rPr lang="en-US" altLang="zh-CN"/>
                        <a:t>12</a:t>
                      </a:r>
                      <a:endParaRPr lang="zh-CN" altLang="en-US" dirty="0"/>
                    </a:p>
                  </a:txBody>
                  <a:tcPr/>
                </a:tc>
                <a:tc>
                  <a:txBody>
                    <a:bodyPr/>
                    <a:lstStyle/>
                    <a:p>
                      <a:r>
                        <a:rPr lang="en-US" altLang="zh-CN" dirty="0"/>
                        <a:t>13</a:t>
                      </a:r>
                      <a:endParaRPr lang="zh-CN" altLang="en-US" dirty="0"/>
                    </a:p>
                  </a:txBody>
                  <a:tcPr/>
                </a:tc>
                <a:extLst>
                  <a:ext uri="{0D108BD9-81ED-4DB2-BD59-A6C34878D82A}">
                    <a16:rowId xmlns:a16="http://schemas.microsoft.com/office/drawing/2014/main" val="1183250655"/>
                  </a:ext>
                </a:extLst>
              </a:tr>
              <a:tr h="370840">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62</a:t>
                      </a:r>
                      <a:endParaRPr lang="zh-CN" altLang="en-US" dirty="0"/>
                    </a:p>
                  </a:txBody>
                  <a:tcPr/>
                </a:tc>
                <a:tc>
                  <a:txBody>
                    <a:bodyPr/>
                    <a:lstStyle/>
                    <a:p>
                      <a:r>
                        <a:rPr lang="en-US" altLang="zh-CN" dirty="0"/>
                        <a:t>30</a:t>
                      </a:r>
                      <a:endParaRPr lang="zh-CN" altLang="en-US" dirty="0"/>
                    </a:p>
                  </a:txBody>
                  <a:tcPr/>
                </a:tc>
                <a:tc>
                  <a:txBody>
                    <a:bodyPr/>
                    <a:lstStyle/>
                    <a:p>
                      <a:r>
                        <a:rPr lang="en-US" altLang="zh-CN" dirty="0"/>
                        <a:t>30</a:t>
                      </a:r>
                      <a:endParaRPr lang="zh-CN" altLang="en-US" dirty="0"/>
                    </a:p>
                  </a:txBody>
                  <a:tcPr/>
                </a:tc>
                <a:tc>
                  <a:txBody>
                    <a:bodyPr/>
                    <a:lstStyle/>
                    <a:p>
                      <a:r>
                        <a:rPr lang="en-US" altLang="zh-CN" dirty="0"/>
                        <a:t>30</a:t>
                      </a:r>
                      <a:endParaRPr lang="zh-CN" altLang="en-US" dirty="0"/>
                    </a:p>
                  </a:txBody>
                  <a:tcPr/>
                </a:tc>
                <a:extLst>
                  <a:ext uri="{0D108BD9-81ED-4DB2-BD59-A6C34878D82A}">
                    <a16:rowId xmlns:a16="http://schemas.microsoft.com/office/drawing/2014/main" val="2515023411"/>
                  </a:ext>
                </a:extLst>
              </a:tr>
            </a:tbl>
          </a:graphicData>
        </a:graphic>
      </p:graphicFrame>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FDC076E2-A453-4A7B-D048-6FD08FB03DC1}"/>
                  </a:ext>
                </a:extLst>
              </p:cNvPr>
              <p:cNvSpPr txBox="1"/>
              <p:nvPr/>
            </p:nvSpPr>
            <p:spPr>
              <a:xfrm>
                <a:off x="3935760" y="6175930"/>
                <a:ext cx="5085303" cy="369332"/>
              </a:xfrm>
              <a:prstGeom prst="rect">
                <a:avLst/>
              </a:prstGeom>
              <a:noFill/>
            </p:spPr>
            <p:txBody>
              <a:bodyPr wrap="none" rtlCol="0">
                <a:spAutoFit/>
              </a:bodyPr>
              <a:lstStyle/>
              <a:p>
                <a14:m>
                  <m:oMath xmlns:m="http://schemas.openxmlformats.org/officeDocument/2006/math">
                    <m:r>
                      <a:rPr lang="en-US" altLang="zh-CN" i="1">
                        <a:latin typeface="Cambria Math" panose="02040503050406030204" pitchFamily="18" charset="0"/>
                      </a:rPr>
                      <m:t>𝑇</m:t>
                    </m:r>
                    <m:r>
                      <a:rPr lang="en-US" altLang="zh-CN" i="1">
                        <a:latin typeface="Cambria Math" panose="02040503050406030204" pitchFamily="18" charset="0"/>
                      </a:rPr>
                      <m:t>=1+1+1+1+1+62+30+30+30=</m:t>
                    </m:r>
                  </m:oMath>
                </a14:m>
                <a:r>
                  <a:rPr lang="en-US" altLang="zh-CN" dirty="0"/>
                  <a:t>157</a:t>
                </a:r>
                <a:endParaRPr lang="zh-CN" altLang="en-US" dirty="0"/>
              </a:p>
            </p:txBody>
          </p:sp>
        </mc:Choice>
        <mc:Fallback xmlns="">
          <p:sp>
            <p:nvSpPr>
              <p:cNvPr id="4" name="文本框 3">
                <a:extLst>
                  <a:ext uri="{FF2B5EF4-FFF2-40B4-BE49-F238E27FC236}">
                    <a16:creationId xmlns:a16="http://schemas.microsoft.com/office/drawing/2014/main" xmlns:a14="http://schemas.microsoft.com/office/drawing/2010/main" xmlns="" id="{FDC076E2-A453-4A7B-D048-6FD08FB03DC1}"/>
                  </a:ext>
                </a:extLst>
              </p:cNvPr>
              <p:cNvSpPr txBox="1">
                <a:spLocks noRot="1" noChangeAspect="1" noMove="1" noResize="1" noEditPoints="1" noAdjustHandles="1" noChangeArrowheads="1" noChangeShapeType="1" noTextEdit="1"/>
              </p:cNvSpPr>
              <p:nvPr/>
            </p:nvSpPr>
            <p:spPr>
              <a:xfrm>
                <a:off x="3935760" y="6175930"/>
                <a:ext cx="5085303" cy="369332"/>
              </a:xfrm>
              <a:prstGeom prst="rect">
                <a:avLst/>
              </a:prstGeom>
              <a:blipFill rotWithShape="0">
                <a:blip r:embed="rId2"/>
                <a:stretch>
                  <a:fillRect t="-8197" r="-839" b="-24590"/>
                </a:stretch>
              </a:blipFill>
            </p:spPr>
            <p:txBody>
              <a:bodyPr/>
              <a:lstStyle/>
              <a:p>
                <a:r>
                  <a:rPr lang="zh-CN" altLang="en-US">
                    <a:noFill/>
                  </a:rPr>
                  <a:t> </a:t>
                </a:r>
              </a:p>
            </p:txBody>
          </p:sp>
        </mc:Fallback>
      </mc:AlternateContent>
      <p:sp>
        <p:nvSpPr>
          <p:cNvPr id="6" name="灯片编号占位符 5">
            <a:extLst>
              <a:ext uri="{FF2B5EF4-FFF2-40B4-BE49-F238E27FC236}">
                <a16:creationId xmlns:a16="http://schemas.microsoft.com/office/drawing/2014/main" id="{DCF28D7F-933B-1D75-EEF9-6A71026AA76A}"/>
              </a:ext>
            </a:extLst>
          </p:cNvPr>
          <p:cNvSpPr>
            <a:spLocks noGrp="1"/>
          </p:cNvSpPr>
          <p:nvPr>
            <p:ph type="sldNum" sz="quarter" idx="12"/>
          </p:nvPr>
        </p:nvSpPr>
        <p:spPr/>
        <p:txBody>
          <a:bodyPr/>
          <a:lstStyle/>
          <a:p>
            <a:pPr>
              <a:defRPr/>
            </a:pPr>
            <a:fld id="{E6B3DE21-AFB9-F14F-B875-13235536560E}" type="slidenum">
              <a:rPr lang="en-US" altLang="zh-CN" smtClean="0"/>
              <a:pPr>
                <a:defRPr/>
              </a:pPr>
              <a:t>15</a:t>
            </a:fld>
            <a:endParaRPr lang="zh-CN" altLang="en-US" dirty="0"/>
          </a:p>
        </p:txBody>
      </p:sp>
      <p:sp>
        <p:nvSpPr>
          <p:cNvPr id="8" name="内容占位符 2">
            <a:extLst>
              <a:ext uri="{FF2B5EF4-FFF2-40B4-BE49-F238E27FC236}">
                <a16:creationId xmlns:a16="http://schemas.microsoft.com/office/drawing/2014/main" id="{B44E1769-E91D-4BBF-946E-977CB2C33110}"/>
              </a:ext>
            </a:extLst>
          </p:cNvPr>
          <p:cNvSpPr txBox="1">
            <a:spLocks/>
          </p:cNvSpPr>
          <p:nvPr/>
        </p:nvSpPr>
        <p:spPr bwMode="auto">
          <a:xfrm>
            <a:off x="1775520" y="5356831"/>
            <a:ext cx="1806822"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charset="2"/>
              <a:buChar char="n"/>
              <a:defRPr sz="3200">
                <a:solidFill>
                  <a:schemeClr val="tx1"/>
                </a:solidFill>
                <a:latin typeface="黑体" charset="0"/>
                <a:ea typeface="黑体" charset="0"/>
                <a:cs typeface="Arial" charset="0"/>
              </a:defRPr>
            </a:lvl1pPr>
            <a:lvl2pPr marL="742950" indent="-285750">
              <a:spcBef>
                <a:spcPct val="20000"/>
              </a:spcBef>
              <a:buClr>
                <a:schemeClr val="tx2"/>
              </a:buClr>
              <a:buSzPct val="50000"/>
              <a:buFont typeface="Wingdings 2" charset="2"/>
              <a:buChar char="Þ"/>
              <a:defRPr sz="2800">
                <a:solidFill>
                  <a:srgbClr val="333399"/>
                </a:solidFill>
                <a:latin typeface="黑体" charset="0"/>
                <a:ea typeface="黑体" charset="0"/>
                <a:cs typeface="Arial" charset="0"/>
              </a:defRPr>
            </a:lvl2pPr>
            <a:lvl3pPr marL="1143000" indent="-228600">
              <a:spcBef>
                <a:spcPct val="20000"/>
              </a:spcBef>
              <a:buClr>
                <a:schemeClr val="tx2"/>
              </a:buClr>
              <a:buSzPct val="50000"/>
              <a:buFont typeface="Wingdings 2" charset="2"/>
              <a:buChar char=""/>
              <a:defRPr sz="2400">
                <a:solidFill>
                  <a:srgbClr val="3333CC"/>
                </a:solidFill>
                <a:latin typeface="黑体" charset="0"/>
                <a:ea typeface="黑体" charset="0"/>
                <a:cs typeface="Arial" charset="0"/>
              </a:defRPr>
            </a:lvl3pPr>
            <a:lvl4pPr marL="1600200" indent="-228600">
              <a:spcBef>
                <a:spcPct val="20000"/>
              </a:spcBef>
              <a:buClr>
                <a:schemeClr val="tx2"/>
              </a:buClr>
              <a:buSzPct val="50000"/>
              <a:buFont typeface="Wingdings 2" charset="2"/>
              <a:buChar char=""/>
              <a:defRPr sz="2000">
                <a:solidFill>
                  <a:schemeClr val="tx1"/>
                </a:solidFill>
                <a:latin typeface="黑体" charset="0"/>
                <a:ea typeface="黑体" charset="0"/>
                <a:cs typeface="Arial" charset="0"/>
              </a:defRPr>
            </a:lvl4pPr>
            <a:lvl5pPr marL="2057400" indent="-228600">
              <a:spcBef>
                <a:spcPct val="20000"/>
              </a:spcBef>
              <a:buClr>
                <a:schemeClr val="tx2"/>
              </a:buClr>
              <a:buSzPct val="50000"/>
              <a:buFont typeface="Wingdings 2" charset="2"/>
              <a:buChar char=""/>
              <a:defRPr sz="2000">
                <a:solidFill>
                  <a:schemeClr val="tx1"/>
                </a:solidFill>
                <a:latin typeface="黑体" charset="0"/>
                <a:ea typeface="黑体" charset="0"/>
                <a:cs typeface="Arial" charset="0"/>
              </a:defRPr>
            </a:lvl5pPr>
            <a:lvl6pPr marL="2514600" indent="-228600" eaLnBrk="0" fontAlgn="base" hangingPunct="0">
              <a:spcBef>
                <a:spcPct val="20000"/>
              </a:spcBef>
              <a:spcAft>
                <a:spcPct val="0"/>
              </a:spcAft>
              <a:buClr>
                <a:schemeClr val="tx2"/>
              </a:buClr>
              <a:buSzPct val="50000"/>
              <a:buFont typeface="Wingdings 2" charset="2"/>
              <a:buChar char=""/>
              <a:defRPr sz="2000">
                <a:solidFill>
                  <a:schemeClr val="tx1"/>
                </a:solidFill>
                <a:latin typeface="黑体" charset="0"/>
                <a:ea typeface="黑体" charset="0"/>
                <a:cs typeface="Arial" charset="0"/>
              </a:defRPr>
            </a:lvl6pPr>
            <a:lvl7pPr marL="2971800" indent="-228600" eaLnBrk="0" fontAlgn="base" hangingPunct="0">
              <a:spcBef>
                <a:spcPct val="20000"/>
              </a:spcBef>
              <a:spcAft>
                <a:spcPct val="0"/>
              </a:spcAft>
              <a:buClr>
                <a:schemeClr val="tx2"/>
              </a:buClr>
              <a:buSzPct val="50000"/>
              <a:buFont typeface="Wingdings 2" charset="2"/>
              <a:buChar char=""/>
              <a:defRPr sz="2000">
                <a:solidFill>
                  <a:schemeClr val="tx1"/>
                </a:solidFill>
                <a:latin typeface="黑体" charset="0"/>
                <a:ea typeface="黑体" charset="0"/>
                <a:cs typeface="Arial" charset="0"/>
              </a:defRPr>
            </a:lvl7pPr>
            <a:lvl8pPr marL="3429000" indent="-228600" eaLnBrk="0" fontAlgn="base" hangingPunct="0">
              <a:spcBef>
                <a:spcPct val="20000"/>
              </a:spcBef>
              <a:spcAft>
                <a:spcPct val="0"/>
              </a:spcAft>
              <a:buClr>
                <a:schemeClr val="tx2"/>
              </a:buClr>
              <a:buSzPct val="50000"/>
              <a:buFont typeface="Wingdings 2" charset="2"/>
              <a:buChar char=""/>
              <a:defRPr sz="2000">
                <a:solidFill>
                  <a:schemeClr val="tx1"/>
                </a:solidFill>
                <a:latin typeface="黑体" charset="0"/>
                <a:ea typeface="黑体" charset="0"/>
                <a:cs typeface="Arial" charset="0"/>
              </a:defRPr>
            </a:lvl8pPr>
            <a:lvl9pPr marL="3886200" indent="-228600" eaLnBrk="0" fontAlgn="base" hangingPunct="0">
              <a:spcBef>
                <a:spcPct val="20000"/>
              </a:spcBef>
              <a:spcAft>
                <a:spcPct val="0"/>
              </a:spcAft>
              <a:buClr>
                <a:schemeClr val="tx2"/>
              </a:buClr>
              <a:buSzPct val="50000"/>
              <a:buFont typeface="Wingdings 2" charset="2"/>
              <a:buChar char=""/>
              <a:defRPr sz="2000">
                <a:solidFill>
                  <a:schemeClr val="tx1"/>
                </a:solidFill>
                <a:latin typeface="黑体" charset="0"/>
                <a:ea typeface="黑体" charset="0"/>
                <a:cs typeface="Arial" charset="0"/>
              </a:defRPr>
            </a:lvl9pPr>
          </a:lstStyle>
          <a:p>
            <a:pPr algn="r">
              <a:lnSpc>
                <a:spcPct val="90000"/>
              </a:lnSpc>
              <a:spcBef>
                <a:spcPts val="400"/>
              </a:spcBef>
              <a:buNone/>
            </a:pPr>
            <a:r>
              <a:rPr lang="zh-CN" altLang="en-US" sz="1800" dirty="0">
                <a:solidFill>
                  <a:srgbClr val="FF0000"/>
                </a:solidFill>
                <a:latin typeface="Times New Roman" charset="0"/>
              </a:rPr>
              <a:t>行号</a:t>
            </a:r>
            <a:endParaRPr lang="en-US" altLang="zh-CN" sz="1800" dirty="0">
              <a:solidFill>
                <a:srgbClr val="FF0000"/>
              </a:solidFill>
              <a:latin typeface="Times New Roman" charset="0"/>
            </a:endParaRPr>
          </a:p>
          <a:p>
            <a:pPr algn="r">
              <a:lnSpc>
                <a:spcPct val="90000"/>
              </a:lnSpc>
              <a:spcBef>
                <a:spcPts val="400"/>
              </a:spcBef>
              <a:buNone/>
            </a:pPr>
            <a:r>
              <a:rPr lang="zh-CN" altLang="en-US" sz="1800" dirty="0">
                <a:solidFill>
                  <a:srgbClr val="FF0000"/>
                </a:solidFill>
                <a:latin typeface="Times New Roman" charset="0"/>
              </a:rPr>
              <a:t>执行次数</a:t>
            </a:r>
            <a:endParaRPr lang="en-US" altLang="en-US" sz="1800" dirty="0">
              <a:solidFill>
                <a:srgbClr val="FF0000"/>
              </a:solidFill>
              <a:latin typeface="Times New Roman" charset="0"/>
              <a:ea typeface="宋体" charset="0"/>
              <a:cs typeface="Times New Roman" charset="0"/>
            </a:endParaRPr>
          </a:p>
        </p:txBody>
      </p:sp>
      <p:sp>
        <p:nvSpPr>
          <p:cNvPr id="9" name="标题 1">
            <a:extLst>
              <a:ext uri="{FF2B5EF4-FFF2-40B4-BE49-F238E27FC236}">
                <a16:creationId xmlns:a16="http://schemas.microsoft.com/office/drawing/2014/main" id="{DD069A66-3FFD-4514-B0E3-AFAEF760A92F}"/>
              </a:ext>
            </a:extLst>
          </p:cNvPr>
          <p:cNvSpPr txBox="1">
            <a:spLocks/>
          </p:cNvSpPr>
          <p:nvPr/>
        </p:nvSpPr>
        <p:spPr bwMode="auto">
          <a:xfrm>
            <a:off x="551384" y="259457"/>
            <a:ext cx="11640616"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charset="2"/>
              <a:buChar char="n"/>
              <a:defRPr sz="3200">
                <a:solidFill>
                  <a:schemeClr val="tx1"/>
                </a:solidFill>
                <a:latin typeface="黑体" charset="0"/>
                <a:ea typeface="黑体" charset="0"/>
                <a:cs typeface="Arial" charset="0"/>
              </a:defRPr>
            </a:lvl1pPr>
            <a:lvl2pPr marL="742950" indent="-285750">
              <a:spcBef>
                <a:spcPct val="20000"/>
              </a:spcBef>
              <a:buClr>
                <a:schemeClr val="tx2"/>
              </a:buClr>
              <a:buSzPct val="50000"/>
              <a:buFont typeface="Wingdings 2" charset="2"/>
              <a:buChar char="Þ"/>
              <a:defRPr sz="2800">
                <a:solidFill>
                  <a:srgbClr val="333399"/>
                </a:solidFill>
                <a:latin typeface="黑体" charset="0"/>
                <a:ea typeface="黑体" charset="0"/>
                <a:cs typeface="Arial" charset="0"/>
              </a:defRPr>
            </a:lvl2pPr>
            <a:lvl3pPr marL="1143000" indent="-228600">
              <a:spcBef>
                <a:spcPct val="20000"/>
              </a:spcBef>
              <a:buClr>
                <a:schemeClr val="tx2"/>
              </a:buClr>
              <a:buSzPct val="50000"/>
              <a:buFont typeface="Wingdings 2" charset="2"/>
              <a:buChar char=""/>
              <a:defRPr sz="2400">
                <a:solidFill>
                  <a:srgbClr val="3333CC"/>
                </a:solidFill>
                <a:latin typeface="黑体" charset="0"/>
                <a:ea typeface="黑体" charset="0"/>
                <a:cs typeface="Arial" charset="0"/>
              </a:defRPr>
            </a:lvl3pPr>
            <a:lvl4pPr marL="1600200" indent="-228600">
              <a:spcBef>
                <a:spcPct val="20000"/>
              </a:spcBef>
              <a:buClr>
                <a:schemeClr val="tx2"/>
              </a:buClr>
              <a:buSzPct val="50000"/>
              <a:buFont typeface="Wingdings 2" charset="2"/>
              <a:buChar char=""/>
              <a:defRPr sz="2000">
                <a:solidFill>
                  <a:schemeClr val="tx1"/>
                </a:solidFill>
                <a:latin typeface="黑体" charset="0"/>
                <a:ea typeface="黑体" charset="0"/>
                <a:cs typeface="Arial" charset="0"/>
              </a:defRPr>
            </a:lvl4pPr>
            <a:lvl5pPr marL="2057400" indent="-228600">
              <a:spcBef>
                <a:spcPct val="20000"/>
              </a:spcBef>
              <a:buClr>
                <a:schemeClr val="tx2"/>
              </a:buClr>
              <a:buSzPct val="50000"/>
              <a:buFont typeface="Wingdings 2" charset="2"/>
              <a:buChar char=""/>
              <a:defRPr sz="2000">
                <a:solidFill>
                  <a:schemeClr val="tx1"/>
                </a:solidFill>
                <a:latin typeface="黑体" charset="0"/>
                <a:ea typeface="黑体" charset="0"/>
                <a:cs typeface="Arial" charset="0"/>
              </a:defRPr>
            </a:lvl5pPr>
            <a:lvl6pPr marL="2514600" indent="-228600" eaLnBrk="0" fontAlgn="base" hangingPunct="0">
              <a:spcBef>
                <a:spcPct val="20000"/>
              </a:spcBef>
              <a:spcAft>
                <a:spcPct val="0"/>
              </a:spcAft>
              <a:buClr>
                <a:schemeClr val="tx2"/>
              </a:buClr>
              <a:buSzPct val="50000"/>
              <a:buFont typeface="Wingdings 2" charset="2"/>
              <a:buChar char=""/>
              <a:defRPr sz="2000">
                <a:solidFill>
                  <a:schemeClr val="tx1"/>
                </a:solidFill>
                <a:latin typeface="黑体" charset="0"/>
                <a:ea typeface="黑体" charset="0"/>
                <a:cs typeface="Arial" charset="0"/>
              </a:defRPr>
            </a:lvl6pPr>
            <a:lvl7pPr marL="2971800" indent="-228600" eaLnBrk="0" fontAlgn="base" hangingPunct="0">
              <a:spcBef>
                <a:spcPct val="20000"/>
              </a:spcBef>
              <a:spcAft>
                <a:spcPct val="0"/>
              </a:spcAft>
              <a:buClr>
                <a:schemeClr val="tx2"/>
              </a:buClr>
              <a:buSzPct val="50000"/>
              <a:buFont typeface="Wingdings 2" charset="2"/>
              <a:buChar char=""/>
              <a:defRPr sz="2000">
                <a:solidFill>
                  <a:schemeClr val="tx1"/>
                </a:solidFill>
                <a:latin typeface="黑体" charset="0"/>
                <a:ea typeface="黑体" charset="0"/>
                <a:cs typeface="Arial" charset="0"/>
              </a:defRPr>
            </a:lvl7pPr>
            <a:lvl8pPr marL="3429000" indent="-228600" eaLnBrk="0" fontAlgn="base" hangingPunct="0">
              <a:spcBef>
                <a:spcPct val="20000"/>
              </a:spcBef>
              <a:spcAft>
                <a:spcPct val="0"/>
              </a:spcAft>
              <a:buClr>
                <a:schemeClr val="tx2"/>
              </a:buClr>
              <a:buSzPct val="50000"/>
              <a:buFont typeface="Wingdings 2" charset="2"/>
              <a:buChar char=""/>
              <a:defRPr sz="2000">
                <a:solidFill>
                  <a:schemeClr val="tx1"/>
                </a:solidFill>
                <a:latin typeface="黑体" charset="0"/>
                <a:ea typeface="黑体" charset="0"/>
                <a:cs typeface="Arial" charset="0"/>
              </a:defRPr>
            </a:lvl8pPr>
            <a:lvl9pPr marL="3886200" indent="-228600" eaLnBrk="0" fontAlgn="base" hangingPunct="0">
              <a:spcBef>
                <a:spcPct val="20000"/>
              </a:spcBef>
              <a:spcAft>
                <a:spcPct val="0"/>
              </a:spcAft>
              <a:buClr>
                <a:schemeClr val="tx2"/>
              </a:buClr>
              <a:buSzPct val="50000"/>
              <a:buFont typeface="Wingdings 2" charset="2"/>
              <a:buChar char=""/>
              <a:defRPr sz="2000">
                <a:solidFill>
                  <a:schemeClr val="tx1"/>
                </a:solidFill>
                <a:latin typeface="黑体" charset="0"/>
                <a:ea typeface="黑体" charset="0"/>
                <a:cs typeface="Arial" charset="0"/>
              </a:defRPr>
            </a:lvl9pPr>
          </a:lstStyle>
          <a:p>
            <a:pPr>
              <a:lnSpc>
                <a:spcPct val="85000"/>
              </a:lnSpc>
              <a:spcBef>
                <a:spcPts val="588"/>
              </a:spcBef>
              <a:spcAft>
                <a:spcPts val="588"/>
              </a:spcAft>
              <a:buSzPct val="80000"/>
              <a:buNone/>
            </a:pPr>
            <a:r>
              <a:rPr lang="en-US" altLang="zh-CN" sz="3600" b="1" dirty="0">
                <a:solidFill>
                  <a:schemeClr val="tx2"/>
                </a:solidFill>
                <a:latin typeface="黑体" panose="02010609060101010101" pitchFamily="49" charset="-122"/>
                <a:ea typeface="+mj-ea"/>
                <a:cs typeface="+mj-cs"/>
              </a:rPr>
              <a:t>11.3.3 </a:t>
            </a:r>
            <a:r>
              <a:rPr lang="zh-CN" altLang="en-US" sz="3600" b="1" dirty="0">
                <a:solidFill>
                  <a:schemeClr val="tx2"/>
                </a:solidFill>
                <a:latin typeface="黑体" panose="02010609060101010101" pitchFamily="49" charset="-122"/>
                <a:ea typeface="+mj-ea"/>
                <a:cs typeface="+mj-cs"/>
              </a:rPr>
              <a:t>算法的复杂性分析的度量</a:t>
            </a:r>
            <a:r>
              <a:rPr lang="en-US" altLang="zh-CN" sz="3600" b="1" dirty="0">
                <a:solidFill>
                  <a:schemeClr val="tx2"/>
                </a:solidFill>
                <a:latin typeface="黑体" panose="02010609060101010101" pitchFamily="49" charset="-122"/>
                <a:ea typeface="+mj-ea"/>
                <a:cs typeface="+mj-cs"/>
              </a:rPr>
              <a:t>——【</a:t>
            </a:r>
            <a:r>
              <a:rPr lang="zh-CN" altLang="en-US" sz="3600" b="1" dirty="0">
                <a:solidFill>
                  <a:schemeClr val="tx2"/>
                </a:solidFill>
                <a:latin typeface="黑体" panose="02010609060101010101" pitchFamily="49" charset="-122"/>
                <a:ea typeface="+mj-ea"/>
                <a:cs typeface="+mj-cs"/>
              </a:rPr>
              <a:t>例</a:t>
            </a:r>
            <a:r>
              <a:rPr lang="en-US" altLang="zh-CN" sz="3600" b="1" dirty="0">
                <a:solidFill>
                  <a:schemeClr val="tx2"/>
                </a:solidFill>
                <a:latin typeface="黑体" panose="02010609060101010101" pitchFamily="49" charset="-122"/>
                <a:ea typeface="+mj-ea"/>
                <a:cs typeface="+mj-cs"/>
              </a:rPr>
              <a:t>】</a:t>
            </a:r>
            <a:r>
              <a:rPr lang="zh-CN" altLang="en-US" sz="3600" b="1" dirty="0">
                <a:solidFill>
                  <a:schemeClr val="tx2"/>
                </a:solidFill>
                <a:latin typeface="黑体" panose="02010609060101010101" pitchFamily="49" charset="-122"/>
                <a:ea typeface="+mj-ea"/>
                <a:cs typeface="+mj-cs"/>
              </a:rPr>
              <a:t>换钱游戏</a:t>
            </a:r>
          </a:p>
        </p:txBody>
      </p:sp>
    </p:spTree>
    <p:extLst>
      <p:ext uri="{BB962C8B-B14F-4D97-AF65-F5344CB8AC3E}">
        <p14:creationId xmlns:p14="http://schemas.microsoft.com/office/powerpoint/2010/main" val="3493655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EE39B82B-9EC9-A6A8-1559-218D9C95ABAE}"/>
              </a:ext>
            </a:extLst>
          </p:cNvPr>
          <p:cNvSpPr txBox="1">
            <a:spLocks noChangeArrowheads="1"/>
          </p:cNvSpPr>
          <p:nvPr/>
        </p:nvSpPr>
        <p:spPr>
          <a:xfrm>
            <a:off x="407368" y="1288678"/>
            <a:ext cx="9777536" cy="5256584"/>
          </a:xfrm>
          <a:prstGeom prst="rect">
            <a:avLst/>
          </a:prstGeom>
        </p:spPr>
        <p:txBody>
          <a:bodyPr>
            <a:normAutofit fontScale="85000" lnSpcReduction="20000"/>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a:buFont typeface="+mj-lt"/>
              <a:buAutoNum type="arabicPeriod"/>
            </a:pPr>
            <a:r>
              <a:rPr lang="en-US" altLang="zh-CN" dirty="0">
                <a:solidFill>
                  <a:srgbClr val="808080"/>
                </a:solidFill>
                <a:highlight>
                  <a:srgbClr val="FFFFFF"/>
                </a:highlight>
                <a:latin typeface="Consolas" panose="020B0609020204030204" pitchFamily="49" charset="0"/>
              </a:rPr>
              <a:t>#include &lt;</a:t>
            </a:r>
            <a:r>
              <a:rPr lang="en-US" altLang="zh-CN" dirty="0" err="1">
                <a:solidFill>
                  <a:srgbClr val="808080"/>
                </a:solidFill>
                <a:highlight>
                  <a:srgbClr val="FFFFFF"/>
                </a:highlight>
                <a:latin typeface="Consolas" panose="020B0609020204030204" pitchFamily="49" charset="0"/>
              </a:rPr>
              <a:t>stdio.h</a:t>
            </a:r>
            <a:r>
              <a:rPr lang="en-US" altLang="zh-CN" dirty="0">
                <a:solidFill>
                  <a:srgbClr val="808080"/>
                </a:solidFill>
                <a:highlight>
                  <a:srgbClr val="FFFFFF"/>
                </a:highlight>
                <a:latin typeface="Consolas" panose="020B0609020204030204" pitchFamily="49" charset="0"/>
              </a:rPr>
              <a:t>&gt;  </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buFont typeface="+mj-lt"/>
              <a:buAutoNum type="arabicPeriod"/>
            </a:pPr>
            <a:r>
              <a:rPr lang="en-US" altLang="zh-CN" b="1" dirty="0">
                <a:solidFill>
                  <a:srgbClr val="006699"/>
                </a:solidFill>
                <a:highlight>
                  <a:srgbClr val="F8F8F8"/>
                </a:highlight>
                <a:latin typeface="Consolas" panose="020B0609020204030204" pitchFamily="49" charset="0"/>
              </a:rPr>
              <a:t>void</a:t>
            </a:r>
            <a:r>
              <a:rPr lang="en-US" altLang="zh-CN" dirty="0">
                <a:solidFill>
                  <a:srgbClr val="000000"/>
                </a:solidFill>
                <a:highlight>
                  <a:srgbClr val="F8F8F8"/>
                </a:highlight>
                <a:latin typeface="Consolas" panose="020B0609020204030204" pitchFamily="49" charset="0"/>
              </a:rPr>
              <a:t> main()    </a:t>
            </a:r>
            <a:endParaRPr lang="en-US" altLang="zh-CN" dirty="0">
              <a:solidFill>
                <a:srgbClr val="5C5C5C"/>
              </a:solidFill>
              <a:highlight>
                <a:srgbClr val="F8F8F8"/>
              </a:highlight>
              <a:latin typeface="Consolas" panose="020B0609020204030204" pitchFamily="49" charset="0"/>
            </a:endParaRPr>
          </a:p>
          <a:p>
            <a:pPr>
              <a:buFont typeface="+mj-lt"/>
              <a:buAutoNum type="arabicPeriod"/>
            </a:pP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a:p>
            <a:pPr>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2E8B57"/>
                </a:solidFill>
                <a:highlight>
                  <a:srgbClr val="FFFFFF"/>
                </a:highlight>
                <a:latin typeface="Consolas" panose="020B0609020204030204" pitchFamily="49" charset="0"/>
              </a:rPr>
              <a:t>float</a:t>
            </a:r>
            <a:r>
              <a:rPr lang="en-US" altLang="zh-CN" dirty="0">
                <a:solidFill>
                  <a:srgbClr val="000000"/>
                </a:solidFill>
                <a:highlight>
                  <a:srgbClr val="FFFFFF"/>
                </a:highlight>
                <a:latin typeface="Consolas" panose="020B0609020204030204" pitchFamily="49" charset="0"/>
              </a:rPr>
              <a:t>  money, sum_money1, sum_money2,</a:t>
            </a:r>
            <a:r>
              <a:rPr lang="zh-CN" altLang="en-US" dirty="0">
                <a:solidFill>
                  <a:srgbClr val="000000"/>
                </a:solidFill>
                <a:highlight>
                  <a:srgbClr val="FFFFFF"/>
                </a:highlight>
                <a:latin typeface="Consolas" panose="020B0609020204030204" pitchFamily="49" charset="0"/>
              </a:rPr>
              <a:t> </a:t>
            </a:r>
            <a:r>
              <a:rPr lang="en-US" altLang="zh-CN" dirty="0">
                <a:solidFill>
                  <a:srgbClr val="000000"/>
                </a:solidFill>
                <a:highlight>
                  <a:srgbClr val="FFFFFF"/>
                </a:highlight>
                <a:latin typeface="Consolas" panose="020B0609020204030204" pitchFamily="49" charset="0"/>
              </a:rPr>
              <a:t>n;</a:t>
            </a:r>
          </a:p>
          <a:p>
            <a:pPr>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scanf</a:t>
            </a:r>
            <a:r>
              <a:rPr lang="en-US" altLang="zh-CN" dirty="0">
                <a:solidFill>
                  <a:srgbClr val="000000"/>
                </a:solidFill>
                <a:highlight>
                  <a:srgbClr val="FFFFFF"/>
                </a:highlight>
                <a:latin typeface="Consolas" panose="020B0609020204030204" pitchFamily="49" charset="0"/>
              </a:rPr>
              <a:t>(“%</a:t>
            </a:r>
            <a:r>
              <a:rPr lang="en-US" altLang="zh-CN" dirty="0" err="1">
                <a:solidFill>
                  <a:srgbClr val="000000"/>
                </a:solidFill>
                <a:highlight>
                  <a:srgbClr val="FFFFFF"/>
                </a:highlight>
                <a:latin typeface="Consolas" panose="020B0609020204030204" pitchFamily="49" charset="0"/>
              </a:rPr>
              <a:t>d”,&amp;n</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buFont typeface="+mj-lt"/>
              <a:buAutoNum type="arabicPeriod"/>
            </a:pPr>
            <a:r>
              <a:rPr lang="en-US" altLang="zh-CN" dirty="0">
                <a:solidFill>
                  <a:srgbClr val="000000"/>
                </a:solidFill>
                <a:highlight>
                  <a:srgbClr val="F8F8F8"/>
                </a:highlight>
                <a:latin typeface="Consolas" panose="020B0609020204030204" pitchFamily="49" charset="0"/>
              </a:rPr>
              <a:t>    sum_money1=0.0; </a:t>
            </a:r>
            <a:r>
              <a:rPr lang="en-US" altLang="zh-CN" dirty="0">
                <a:solidFill>
                  <a:srgbClr val="008200"/>
                </a:solidFill>
                <a:highlight>
                  <a:srgbClr val="F8F8F8"/>
                </a:highlight>
                <a:latin typeface="Consolas" panose="020B0609020204030204" pitchFamily="49" charset="0"/>
              </a:rPr>
              <a:t>/*</a:t>
            </a:r>
            <a:r>
              <a:rPr lang="zh-CN" altLang="en-US" dirty="0">
                <a:solidFill>
                  <a:srgbClr val="008200"/>
                </a:solidFill>
                <a:highlight>
                  <a:srgbClr val="F8F8F8"/>
                </a:highlight>
                <a:latin typeface="Consolas" panose="020B0609020204030204" pitchFamily="49" charset="0"/>
              </a:rPr>
              <a:t>初始值*</a:t>
            </a:r>
            <a:r>
              <a:rPr lang="en-US" altLang="zh-CN" dirty="0">
                <a:solidFill>
                  <a:srgbClr val="008200"/>
                </a:solidFill>
                <a:highlight>
                  <a:srgbClr val="F8F8F8"/>
                </a:highlight>
                <a:latin typeface="Consolas" panose="020B0609020204030204" pitchFamily="49" charset="0"/>
              </a:rPr>
              <a:t>/</a:t>
            </a:r>
            <a:r>
              <a:rPr lang="zh-CN" altLang="en-US" dirty="0">
                <a:solidFill>
                  <a:srgbClr val="000000"/>
                </a:solidFill>
                <a:highlight>
                  <a:srgbClr val="F8F8F8"/>
                </a:highlight>
                <a:latin typeface="Consolas" panose="020B0609020204030204" pitchFamily="49" charset="0"/>
              </a:rPr>
              <a:t>  </a:t>
            </a:r>
            <a:endParaRPr lang="zh-CN" altLang="en-US" dirty="0">
              <a:solidFill>
                <a:srgbClr val="5C5C5C"/>
              </a:solidFill>
              <a:highlight>
                <a:srgbClr val="F8F8F8"/>
              </a:highlight>
              <a:latin typeface="Consolas" panose="020B0609020204030204" pitchFamily="49" charset="0"/>
            </a:endParaRPr>
          </a:p>
          <a:p>
            <a:pPr>
              <a:buFont typeface="+mj-lt"/>
              <a:buAutoNum type="arabicPeriod"/>
            </a:pPr>
            <a:r>
              <a:rPr lang="zh-CN" altLang="en-US" dirty="0">
                <a:solidFill>
                  <a:srgbClr val="000000"/>
                </a:solidFill>
                <a:highlight>
                  <a:srgbClr val="FFFFFF"/>
                </a:highlight>
                <a:latin typeface="Consolas" panose="020B0609020204030204" pitchFamily="49" charset="0"/>
              </a:rPr>
              <a:t>    </a:t>
            </a:r>
            <a:r>
              <a:rPr lang="en-US" altLang="zh-CN" dirty="0">
                <a:solidFill>
                  <a:srgbClr val="000000"/>
                </a:solidFill>
                <a:highlight>
                  <a:srgbClr val="FFFFFF"/>
                </a:highlight>
                <a:latin typeface="Consolas" panose="020B0609020204030204" pitchFamily="49" charset="0"/>
              </a:rPr>
              <a:t>sum_money2=0.0; </a:t>
            </a:r>
            <a:r>
              <a:rPr lang="en-US" altLang="zh-CN" dirty="0">
                <a:solidFill>
                  <a:srgbClr val="008200"/>
                </a:solidFill>
                <a:highlight>
                  <a:srgbClr val="FFFFFF"/>
                </a:highlight>
                <a:latin typeface="Consolas" panose="020B0609020204030204" pitchFamily="49" charset="0"/>
              </a:rPr>
              <a:t>/*</a:t>
            </a:r>
            <a:r>
              <a:rPr lang="zh-CN" altLang="en-US" dirty="0">
                <a:solidFill>
                  <a:srgbClr val="008200"/>
                </a:solidFill>
                <a:highlight>
                  <a:srgbClr val="FFFFFF"/>
                </a:highlight>
                <a:latin typeface="Consolas" panose="020B0609020204030204" pitchFamily="49" charset="0"/>
              </a:rPr>
              <a:t>初始值*</a:t>
            </a:r>
            <a:r>
              <a:rPr lang="en-US" altLang="zh-CN" dirty="0">
                <a:solidFill>
                  <a:srgbClr val="008200"/>
                </a:solidFill>
                <a:highlight>
                  <a:srgbClr val="FFFFFF"/>
                </a:highlight>
                <a:latin typeface="Consolas" panose="020B0609020204030204" pitchFamily="49" charset="0"/>
              </a:rPr>
              <a:t>/</a:t>
            </a:r>
            <a:r>
              <a:rPr lang="zh-CN" altLang="en-US" dirty="0">
                <a:solidFill>
                  <a:srgbClr val="000000"/>
                </a:solidFill>
                <a:highlight>
                  <a:srgbClr val="FFFFFF"/>
                </a:highlight>
                <a:latin typeface="Consolas" panose="020B0609020204030204" pitchFamily="49" charset="0"/>
              </a:rPr>
              <a:t>  </a:t>
            </a:r>
            <a:endParaRPr lang="zh-CN" altLang="en-US" dirty="0">
              <a:solidFill>
                <a:srgbClr val="5C5C5C"/>
              </a:solidFill>
              <a:highlight>
                <a:srgbClr val="FFFFFF"/>
              </a:highlight>
              <a:latin typeface="Consolas" panose="020B0609020204030204" pitchFamily="49" charset="0"/>
            </a:endParaRPr>
          </a:p>
          <a:p>
            <a:pPr>
              <a:buFont typeface="+mj-lt"/>
              <a:buAutoNum type="arabicPeriod"/>
            </a:pPr>
            <a:r>
              <a:rPr lang="zh-CN" altLang="en-US" dirty="0">
                <a:solidFill>
                  <a:srgbClr val="000000"/>
                </a:solidFill>
                <a:highlight>
                  <a:srgbClr val="F8F8F8"/>
                </a:highlight>
                <a:latin typeface="Consolas" panose="020B0609020204030204" pitchFamily="49" charset="0"/>
              </a:rPr>
              <a:t>    </a:t>
            </a:r>
            <a:r>
              <a:rPr lang="en-US" altLang="zh-CN" dirty="0">
                <a:solidFill>
                  <a:srgbClr val="000000"/>
                </a:solidFill>
                <a:highlight>
                  <a:srgbClr val="F8F8F8"/>
                </a:highlight>
                <a:latin typeface="Consolas" panose="020B0609020204030204" pitchFamily="49" charset="0"/>
              </a:rPr>
              <a:t>money=0.01; </a:t>
            </a:r>
            <a:r>
              <a:rPr lang="en-US" altLang="zh-CN" dirty="0">
                <a:solidFill>
                  <a:srgbClr val="008200"/>
                </a:solidFill>
                <a:highlight>
                  <a:srgbClr val="F8F8F8"/>
                </a:highlight>
                <a:latin typeface="Consolas" panose="020B0609020204030204" pitchFamily="49" charset="0"/>
              </a:rPr>
              <a:t>/*</a:t>
            </a:r>
            <a:r>
              <a:rPr lang="zh-CN" altLang="en-US" dirty="0">
                <a:solidFill>
                  <a:srgbClr val="008200"/>
                </a:solidFill>
                <a:highlight>
                  <a:srgbClr val="F8F8F8"/>
                </a:highlight>
                <a:latin typeface="Consolas" panose="020B0609020204030204" pitchFamily="49" charset="0"/>
              </a:rPr>
              <a:t>初始值*</a:t>
            </a:r>
            <a:r>
              <a:rPr lang="en-US" altLang="zh-CN" dirty="0">
                <a:solidFill>
                  <a:srgbClr val="008200"/>
                </a:solidFill>
                <a:highlight>
                  <a:srgbClr val="F8F8F8"/>
                </a:highlight>
                <a:latin typeface="Consolas" panose="020B0609020204030204" pitchFamily="49" charset="0"/>
              </a:rPr>
              <a:t>/</a:t>
            </a:r>
            <a:r>
              <a:rPr lang="zh-CN" altLang="en-US" dirty="0">
                <a:solidFill>
                  <a:srgbClr val="000000"/>
                </a:solidFill>
                <a:highlight>
                  <a:srgbClr val="F8F8F8"/>
                </a:highlight>
                <a:latin typeface="Consolas" panose="020B0609020204030204" pitchFamily="49" charset="0"/>
              </a:rPr>
              <a:t>  </a:t>
            </a:r>
            <a:endParaRPr lang="zh-CN" altLang="en-US" dirty="0">
              <a:solidFill>
                <a:srgbClr val="5C5C5C"/>
              </a:solidFill>
              <a:highlight>
                <a:srgbClr val="F8F8F8"/>
              </a:highlight>
              <a:latin typeface="Consolas" panose="020B0609020204030204" pitchFamily="49" charset="0"/>
            </a:endParaRPr>
          </a:p>
          <a:p>
            <a:pPr>
              <a:buFont typeface="+mj-lt"/>
              <a:buAutoNum type="arabicPeriod"/>
            </a:pPr>
            <a:r>
              <a:rPr lang="zh-CN" altLang="en-US"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for</a:t>
            </a:r>
            <a:r>
              <a:rPr lang="en-US" altLang="zh-CN" dirty="0">
                <a:solidFill>
                  <a:srgbClr val="000000"/>
                </a:solidFill>
                <a:highlight>
                  <a:srgbClr val="FFFFFF"/>
                </a:highlight>
                <a:latin typeface="Consolas" panose="020B0609020204030204" pitchFamily="49" charset="0"/>
              </a:rPr>
              <a:t>(</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=1;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&lt;=n;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=1</a:t>
            </a:r>
            <a:r>
              <a:rPr lang="zh-CN" altLang="en-US" dirty="0">
                <a:solidFill>
                  <a:srgbClr val="000000"/>
                </a:solidFill>
                <a:highlight>
                  <a:srgbClr val="FFFFFF"/>
                </a:highlight>
                <a:latin typeface="Consolas" panose="020B0609020204030204" pitchFamily="49" charset="0"/>
              </a:rPr>
              <a:t>执行</a:t>
            </a:r>
            <a:r>
              <a:rPr lang="en-US" altLang="zh-CN" dirty="0">
                <a:solidFill>
                  <a:srgbClr val="000000"/>
                </a:solidFill>
                <a:highlight>
                  <a:srgbClr val="FFFFFF"/>
                </a:highlight>
                <a:latin typeface="Consolas" panose="020B0609020204030204" pitchFamily="49" charset="0"/>
              </a:rPr>
              <a:t>1</a:t>
            </a:r>
            <a:r>
              <a:rPr lang="zh-CN" altLang="en-US" dirty="0">
                <a:solidFill>
                  <a:srgbClr val="000000"/>
                </a:solidFill>
                <a:highlight>
                  <a:srgbClr val="FFFFFF"/>
                </a:highlight>
                <a:latin typeface="Consolas" panose="020B0609020204030204" pitchFamily="49" charset="0"/>
              </a:rPr>
              <a:t>次，判断条件执行</a:t>
            </a:r>
            <a:r>
              <a:rPr lang="en-US" altLang="zh-CN" dirty="0">
                <a:solidFill>
                  <a:srgbClr val="000000"/>
                </a:solidFill>
                <a:highlight>
                  <a:srgbClr val="FFFFFF"/>
                </a:highlight>
                <a:latin typeface="Consolas" panose="020B0609020204030204" pitchFamily="49" charset="0"/>
              </a:rPr>
              <a:t>n+1</a:t>
            </a:r>
            <a:r>
              <a:rPr lang="zh-CN" altLang="en-US" dirty="0">
                <a:solidFill>
                  <a:srgbClr val="000000"/>
                </a:solidFill>
                <a:highlight>
                  <a:srgbClr val="FFFFFF"/>
                </a:highlight>
                <a:latin typeface="Consolas" panose="020B0609020204030204" pitchFamily="49" charset="0"/>
              </a:rPr>
              <a:t>次，</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a:t>
            </a:r>
            <a:r>
              <a:rPr lang="zh-CN" altLang="en-US" dirty="0">
                <a:solidFill>
                  <a:srgbClr val="000000"/>
                </a:solidFill>
                <a:highlight>
                  <a:srgbClr val="FFFFFF"/>
                </a:highlight>
                <a:latin typeface="Consolas" panose="020B0609020204030204" pitchFamily="49" charset="0"/>
              </a:rPr>
              <a:t>执行</a:t>
            </a:r>
            <a:r>
              <a:rPr lang="en-US" altLang="zh-CN" dirty="0">
                <a:solidFill>
                  <a:srgbClr val="000000"/>
                </a:solidFill>
                <a:highlight>
                  <a:srgbClr val="FFFFFF"/>
                </a:highlight>
                <a:latin typeface="Consolas" panose="020B0609020204030204" pitchFamily="49" charset="0"/>
              </a:rPr>
              <a:t>n</a:t>
            </a:r>
            <a:r>
              <a:rPr lang="zh-CN" altLang="en-US" dirty="0">
                <a:solidFill>
                  <a:srgbClr val="000000"/>
                </a:solidFill>
                <a:highlight>
                  <a:srgbClr val="FFFFFF"/>
                </a:highlight>
                <a:latin typeface="Consolas" panose="020B0609020204030204" pitchFamily="49" charset="0"/>
              </a:rPr>
              <a:t>次</a:t>
            </a:r>
            <a:endParaRPr lang="en-US" altLang="zh-CN" dirty="0">
              <a:solidFill>
                <a:srgbClr val="5C5C5C"/>
              </a:solidFill>
              <a:highlight>
                <a:srgbClr val="FFFFFF"/>
              </a:highlight>
              <a:latin typeface="Consolas" panose="020B0609020204030204" pitchFamily="49" charset="0"/>
            </a:endParaRPr>
          </a:p>
          <a:p>
            <a:pPr>
              <a:buFont typeface="+mj-lt"/>
              <a:buAutoNum type="arabicPeriod"/>
            </a:pP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buFont typeface="+mj-lt"/>
              <a:buAutoNum type="arabicPeriod"/>
            </a:pPr>
            <a:r>
              <a:rPr lang="en-US" altLang="zh-CN" dirty="0">
                <a:solidFill>
                  <a:srgbClr val="000000"/>
                </a:solidFill>
                <a:highlight>
                  <a:srgbClr val="FFFFFF"/>
                </a:highlight>
                <a:latin typeface="Consolas" panose="020B0609020204030204" pitchFamily="49" charset="0"/>
              </a:rPr>
              <a:t>        sum_money1+=100000.0; </a:t>
            </a:r>
            <a:r>
              <a:rPr lang="en-US" altLang="zh-CN" dirty="0">
                <a:solidFill>
                  <a:srgbClr val="008200"/>
                </a:solidFill>
                <a:highlight>
                  <a:srgbClr val="FFFFFF"/>
                </a:highlight>
                <a:latin typeface="Consolas" panose="020B0609020204030204" pitchFamily="49" charset="0"/>
              </a:rPr>
              <a:t>/*</a:t>
            </a:r>
            <a:r>
              <a:rPr lang="zh-CN" altLang="en-US" dirty="0">
                <a:solidFill>
                  <a:srgbClr val="008200"/>
                </a:solidFill>
                <a:highlight>
                  <a:srgbClr val="FFFFFF"/>
                </a:highlight>
                <a:latin typeface="Consolas" panose="020B0609020204030204" pitchFamily="49" charset="0"/>
              </a:rPr>
              <a:t>计算陌生人给富翁的钱*</a:t>
            </a:r>
            <a:r>
              <a:rPr lang="en-US" altLang="zh-CN" dirty="0">
                <a:solidFill>
                  <a:srgbClr val="008200"/>
                </a:solidFill>
                <a:highlight>
                  <a:srgbClr val="FFFFFF"/>
                </a:highlight>
                <a:latin typeface="Consolas" panose="020B0609020204030204" pitchFamily="49" charset="0"/>
              </a:rPr>
              <a:t>/</a:t>
            </a:r>
            <a:r>
              <a:rPr lang="zh-CN" altLang="en-US" dirty="0">
                <a:solidFill>
                  <a:srgbClr val="000000"/>
                </a:solidFill>
                <a:highlight>
                  <a:srgbClr val="FFFFFF"/>
                </a:highlight>
                <a:latin typeface="Consolas" panose="020B0609020204030204" pitchFamily="49" charset="0"/>
              </a:rPr>
              <a:t>  </a:t>
            </a:r>
            <a:endParaRPr lang="zh-CN" altLang="en-US" dirty="0">
              <a:solidFill>
                <a:srgbClr val="5C5C5C"/>
              </a:solidFill>
              <a:highlight>
                <a:srgbClr val="FFFFFF"/>
              </a:highlight>
              <a:latin typeface="Consolas" panose="020B0609020204030204" pitchFamily="49" charset="0"/>
            </a:endParaRPr>
          </a:p>
          <a:p>
            <a:pPr>
              <a:buFont typeface="+mj-lt"/>
              <a:buAutoNum type="arabicPeriod"/>
            </a:pPr>
            <a:r>
              <a:rPr lang="zh-CN" altLang="en-US" dirty="0">
                <a:solidFill>
                  <a:srgbClr val="000000"/>
                </a:solidFill>
                <a:highlight>
                  <a:srgbClr val="F8F8F8"/>
                </a:highlight>
                <a:latin typeface="Consolas" panose="020B0609020204030204" pitchFamily="49" charset="0"/>
              </a:rPr>
              <a:t>        </a:t>
            </a:r>
            <a:r>
              <a:rPr lang="en-US" altLang="zh-CN" dirty="0">
                <a:solidFill>
                  <a:srgbClr val="000000"/>
                </a:solidFill>
                <a:highlight>
                  <a:srgbClr val="F8F8F8"/>
                </a:highlight>
                <a:latin typeface="Consolas" panose="020B0609020204030204" pitchFamily="49" charset="0"/>
              </a:rPr>
              <a:t>sum_money2+=money; </a:t>
            </a:r>
            <a:r>
              <a:rPr lang="en-US" altLang="zh-CN" dirty="0">
                <a:solidFill>
                  <a:srgbClr val="008200"/>
                </a:solidFill>
                <a:highlight>
                  <a:srgbClr val="F8F8F8"/>
                </a:highlight>
                <a:latin typeface="Consolas" panose="020B0609020204030204" pitchFamily="49" charset="0"/>
              </a:rPr>
              <a:t>/*</a:t>
            </a:r>
            <a:r>
              <a:rPr lang="zh-CN" altLang="en-US" dirty="0">
                <a:solidFill>
                  <a:srgbClr val="008200"/>
                </a:solidFill>
                <a:highlight>
                  <a:srgbClr val="F8F8F8"/>
                </a:highlight>
                <a:latin typeface="Consolas" panose="020B0609020204030204" pitchFamily="49" charset="0"/>
              </a:rPr>
              <a:t>计算富翁给陌生人的钱*</a:t>
            </a:r>
            <a:r>
              <a:rPr lang="en-US" altLang="zh-CN" dirty="0">
                <a:solidFill>
                  <a:srgbClr val="008200"/>
                </a:solidFill>
                <a:highlight>
                  <a:srgbClr val="F8F8F8"/>
                </a:highlight>
                <a:latin typeface="Consolas" panose="020B0609020204030204" pitchFamily="49" charset="0"/>
              </a:rPr>
              <a:t>/</a:t>
            </a:r>
            <a:r>
              <a:rPr lang="zh-CN" altLang="en-US" dirty="0">
                <a:solidFill>
                  <a:srgbClr val="000000"/>
                </a:solidFill>
                <a:highlight>
                  <a:srgbClr val="F8F8F8"/>
                </a:highlight>
                <a:latin typeface="Consolas" panose="020B0609020204030204" pitchFamily="49" charset="0"/>
              </a:rPr>
              <a:t>  </a:t>
            </a:r>
            <a:endParaRPr lang="zh-CN" altLang="en-US" dirty="0">
              <a:solidFill>
                <a:srgbClr val="5C5C5C"/>
              </a:solidFill>
              <a:highlight>
                <a:srgbClr val="F8F8F8"/>
              </a:highlight>
              <a:latin typeface="Consolas" panose="020B0609020204030204" pitchFamily="49" charset="0"/>
            </a:endParaRPr>
          </a:p>
          <a:p>
            <a:pPr>
              <a:buFont typeface="+mj-lt"/>
              <a:buAutoNum type="arabicPeriod"/>
            </a:pPr>
            <a:r>
              <a:rPr lang="zh-CN" altLang="en-US" dirty="0">
                <a:solidFill>
                  <a:srgbClr val="000000"/>
                </a:solidFill>
                <a:highlight>
                  <a:srgbClr val="FFFFFF"/>
                </a:highlight>
                <a:latin typeface="Consolas" panose="020B0609020204030204" pitchFamily="49" charset="0"/>
              </a:rPr>
              <a:t>        </a:t>
            </a:r>
            <a:r>
              <a:rPr lang="en-US" altLang="zh-CN" dirty="0">
                <a:solidFill>
                  <a:srgbClr val="000000"/>
                </a:solidFill>
                <a:highlight>
                  <a:srgbClr val="FFFFFF"/>
                </a:highlight>
                <a:latin typeface="Consolas" panose="020B0609020204030204" pitchFamily="49" charset="0"/>
              </a:rPr>
              <a:t>money=money*2; </a:t>
            </a:r>
            <a:r>
              <a:rPr lang="en-US" altLang="zh-CN" dirty="0">
                <a:solidFill>
                  <a:srgbClr val="008200"/>
                </a:solidFill>
                <a:highlight>
                  <a:srgbClr val="FFFFFF"/>
                </a:highlight>
                <a:latin typeface="Consolas" panose="020B0609020204030204" pitchFamily="49" charset="0"/>
              </a:rPr>
              <a:t>/*</a:t>
            </a:r>
            <a:r>
              <a:rPr lang="zh-CN" altLang="en-US" dirty="0">
                <a:solidFill>
                  <a:srgbClr val="008200"/>
                </a:solidFill>
                <a:highlight>
                  <a:srgbClr val="FFFFFF"/>
                </a:highlight>
                <a:latin typeface="Consolas" panose="020B0609020204030204" pitchFamily="49" charset="0"/>
              </a:rPr>
              <a:t>富翁每天给陌生人的钱*</a:t>
            </a:r>
            <a:r>
              <a:rPr lang="en-US" altLang="zh-CN" dirty="0">
                <a:solidFill>
                  <a:srgbClr val="008200"/>
                </a:solidFill>
                <a:highlight>
                  <a:srgbClr val="FFFFFF"/>
                </a:highlight>
                <a:latin typeface="Consolas" panose="020B0609020204030204" pitchFamily="49" charset="0"/>
              </a:rPr>
              <a:t>/</a:t>
            </a:r>
            <a:r>
              <a:rPr lang="zh-CN" altLang="en-US" dirty="0">
                <a:solidFill>
                  <a:srgbClr val="000000"/>
                </a:solidFill>
                <a:highlight>
                  <a:srgbClr val="FFFFFF"/>
                </a:highlight>
                <a:latin typeface="Consolas" panose="020B0609020204030204" pitchFamily="49" charset="0"/>
              </a:rPr>
              <a:t>  </a:t>
            </a:r>
            <a:endParaRPr lang="zh-CN" altLang="en-US" dirty="0">
              <a:solidFill>
                <a:srgbClr val="5C5C5C"/>
              </a:solidFill>
              <a:highlight>
                <a:srgbClr val="FFFFFF"/>
              </a:highlight>
              <a:latin typeface="Consolas" panose="020B0609020204030204" pitchFamily="49" charset="0"/>
            </a:endParaRPr>
          </a:p>
          <a:p>
            <a:pPr>
              <a:buFont typeface="+mj-lt"/>
              <a:buAutoNum type="arabicPeriod"/>
            </a:pPr>
            <a:r>
              <a:rPr lang="zh-CN" altLang="en-US" dirty="0">
                <a:solidFill>
                  <a:srgbClr val="000000"/>
                </a:solidFill>
                <a:highlight>
                  <a:srgbClr val="F8F8F8"/>
                </a:highlight>
                <a:latin typeface="Consolas" panose="020B0609020204030204" pitchFamily="49" charset="0"/>
              </a:rPr>
              <a:t>    </a:t>
            </a:r>
            <a:r>
              <a:rPr lang="en-US" altLang="zh-CN" dirty="0">
                <a:solidFill>
                  <a:srgbClr val="000000"/>
                </a:solidFill>
                <a:highlight>
                  <a:srgbClr val="F8F8F8"/>
                </a:highlight>
                <a:latin typeface="Consolas" panose="020B0609020204030204" pitchFamily="49" charset="0"/>
              </a:rPr>
              <a:t>}  </a:t>
            </a:r>
            <a:endParaRPr lang="zh-CN" altLang="en-US" dirty="0">
              <a:solidFill>
                <a:srgbClr val="5C5C5C"/>
              </a:solidFill>
              <a:highlight>
                <a:srgbClr val="F8F8F8"/>
              </a:highlight>
              <a:latin typeface="Consolas" panose="020B0609020204030204" pitchFamily="49" charset="0"/>
            </a:endParaRPr>
          </a:p>
          <a:p>
            <a:pPr>
              <a:buFont typeface="+mj-lt"/>
              <a:buAutoNum type="arabicPeriod"/>
            </a:pPr>
            <a:r>
              <a:rPr lang="en-US" altLang="zh-CN" dirty="0">
                <a:solidFill>
                  <a:srgbClr val="000000"/>
                </a:solidFill>
                <a:highlight>
                  <a:srgbClr val="FFFFFF"/>
                </a:highlight>
                <a:latin typeface="Consolas" panose="020B0609020204030204" pitchFamily="49" charset="0"/>
              </a:rPr>
              <a:t>}   </a:t>
            </a:r>
            <a:endParaRPr lang="zh-CN" altLang="en-US" dirty="0">
              <a:solidFill>
                <a:srgbClr val="5C5C5C"/>
              </a:solidFill>
              <a:highlight>
                <a:srgbClr val="FFFFFF"/>
              </a:highlight>
              <a:latin typeface="Consolas" panose="020B0609020204030204" pitchFamily="49" charset="0"/>
            </a:endParaRPr>
          </a:p>
          <a:p>
            <a:pPr marL="0" lvl="1" indent="0">
              <a:spcBef>
                <a:spcPts val="400"/>
              </a:spcBef>
              <a:spcAft>
                <a:spcPct val="0"/>
              </a:spcAft>
              <a:buNone/>
            </a:pPr>
            <a:endParaRPr lang="en-US" altLang="zh-CN" sz="2000" b="1" dirty="0">
              <a:latin typeface="Courier New" charset="0"/>
              <a:ea typeface="黑体" charset="0"/>
              <a:cs typeface="Arial" charset="0"/>
            </a:endParaRPr>
          </a:p>
        </p:txBody>
      </p:sp>
      <p:graphicFrame>
        <p:nvGraphicFramePr>
          <p:cNvPr id="3" name="表格 2">
            <a:extLst>
              <a:ext uri="{FF2B5EF4-FFF2-40B4-BE49-F238E27FC236}">
                <a16:creationId xmlns:a16="http://schemas.microsoft.com/office/drawing/2014/main" id="{0D53DA60-DD9D-C896-4266-A04B148E3A05}"/>
              </a:ext>
            </a:extLst>
          </p:cNvPr>
          <p:cNvGraphicFramePr>
            <a:graphicFrameLocks noGrp="1"/>
          </p:cNvGraphicFramePr>
          <p:nvPr>
            <p:extLst>
              <p:ext uri="{D42A27DB-BD31-4B8C-83A1-F6EECF244321}">
                <p14:modId xmlns:p14="http://schemas.microsoft.com/office/powerpoint/2010/main" val="2094710701"/>
              </p:ext>
            </p:extLst>
          </p:nvPr>
        </p:nvGraphicFramePr>
        <p:xfrm>
          <a:off x="4026861" y="5621893"/>
          <a:ext cx="6840760" cy="736600"/>
        </p:xfrm>
        <a:graphic>
          <a:graphicData uri="http://schemas.openxmlformats.org/drawingml/2006/table">
            <a:tbl>
              <a:tblPr firstRow="1" bandRow="1">
                <a:tableStyleId>{5940675A-B579-460E-94D1-54222C63F5DA}</a:tableStyleId>
              </a:tblPr>
              <a:tblGrid>
                <a:gridCol w="684076">
                  <a:extLst>
                    <a:ext uri="{9D8B030D-6E8A-4147-A177-3AD203B41FA5}">
                      <a16:colId xmlns:a16="http://schemas.microsoft.com/office/drawing/2014/main" val="2492690757"/>
                    </a:ext>
                  </a:extLst>
                </a:gridCol>
                <a:gridCol w="684076">
                  <a:extLst>
                    <a:ext uri="{9D8B030D-6E8A-4147-A177-3AD203B41FA5}">
                      <a16:colId xmlns:a16="http://schemas.microsoft.com/office/drawing/2014/main" val="1311802600"/>
                    </a:ext>
                  </a:extLst>
                </a:gridCol>
                <a:gridCol w="684076">
                  <a:extLst>
                    <a:ext uri="{9D8B030D-6E8A-4147-A177-3AD203B41FA5}">
                      <a16:colId xmlns:a16="http://schemas.microsoft.com/office/drawing/2014/main" val="4056904182"/>
                    </a:ext>
                  </a:extLst>
                </a:gridCol>
                <a:gridCol w="684076">
                  <a:extLst>
                    <a:ext uri="{9D8B030D-6E8A-4147-A177-3AD203B41FA5}">
                      <a16:colId xmlns:a16="http://schemas.microsoft.com/office/drawing/2014/main" val="468631544"/>
                    </a:ext>
                  </a:extLst>
                </a:gridCol>
                <a:gridCol w="684076">
                  <a:extLst>
                    <a:ext uri="{9D8B030D-6E8A-4147-A177-3AD203B41FA5}">
                      <a16:colId xmlns:a16="http://schemas.microsoft.com/office/drawing/2014/main" val="3744568168"/>
                    </a:ext>
                  </a:extLst>
                </a:gridCol>
                <a:gridCol w="540060">
                  <a:extLst>
                    <a:ext uri="{9D8B030D-6E8A-4147-A177-3AD203B41FA5}">
                      <a16:colId xmlns:a16="http://schemas.microsoft.com/office/drawing/2014/main" val="3948520959"/>
                    </a:ext>
                  </a:extLst>
                </a:gridCol>
                <a:gridCol w="828092">
                  <a:extLst>
                    <a:ext uri="{9D8B030D-6E8A-4147-A177-3AD203B41FA5}">
                      <a16:colId xmlns:a16="http://schemas.microsoft.com/office/drawing/2014/main" val="2994291608"/>
                    </a:ext>
                  </a:extLst>
                </a:gridCol>
                <a:gridCol w="684076">
                  <a:extLst>
                    <a:ext uri="{9D8B030D-6E8A-4147-A177-3AD203B41FA5}">
                      <a16:colId xmlns:a16="http://schemas.microsoft.com/office/drawing/2014/main" val="1151562642"/>
                    </a:ext>
                  </a:extLst>
                </a:gridCol>
                <a:gridCol w="684076">
                  <a:extLst>
                    <a:ext uri="{9D8B030D-6E8A-4147-A177-3AD203B41FA5}">
                      <a16:colId xmlns:a16="http://schemas.microsoft.com/office/drawing/2014/main" val="3154816032"/>
                    </a:ext>
                  </a:extLst>
                </a:gridCol>
                <a:gridCol w="684076">
                  <a:extLst>
                    <a:ext uri="{9D8B030D-6E8A-4147-A177-3AD203B41FA5}">
                      <a16:colId xmlns:a16="http://schemas.microsoft.com/office/drawing/2014/main" val="2163433848"/>
                    </a:ext>
                  </a:extLst>
                </a:gridCol>
              </a:tblGrid>
              <a:tr h="349240">
                <a:tc>
                  <a:txBody>
                    <a:bodyPr/>
                    <a:lstStyle/>
                    <a:p>
                      <a:r>
                        <a:rPr lang="en-US" altLang="zh-CN" dirty="0"/>
                        <a:t>4</a:t>
                      </a:r>
                      <a:endParaRPr lang="zh-CN" altLang="en-US" dirty="0"/>
                    </a:p>
                  </a:txBody>
                  <a:tcPr/>
                </a:tc>
                <a:tc>
                  <a:txBody>
                    <a:bodyPr/>
                    <a:lstStyle/>
                    <a:p>
                      <a:r>
                        <a:rPr lang="en-US" altLang="zh-CN" dirty="0"/>
                        <a:t>5</a:t>
                      </a:r>
                      <a:endParaRPr lang="zh-CN" altLang="en-US" dirty="0"/>
                    </a:p>
                  </a:txBody>
                  <a:tcPr/>
                </a:tc>
                <a:tc>
                  <a:txBody>
                    <a:bodyPr/>
                    <a:lstStyle/>
                    <a:p>
                      <a:r>
                        <a:rPr lang="en-US" altLang="zh-CN" dirty="0"/>
                        <a:t>6</a:t>
                      </a:r>
                      <a:endParaRPr lang="zh-CN" altLang="en-US" dirty="0"/>
                    </a:p>
                  </a:txBody>
                  <a:tcPr/>
                </a:tc>
                <a:tc>
                  <a:txBody>
                    <a:bodyPr/>
                    <a:lstStyle/>
                    <a:p>
                      <a:r>
                        <a:rPr lang="en-US" altLang="zh-CN" dirty="0"/>
                        <a:t>7</a:t>
                      </a:r>
                      <a:endParaRPr lang="zh-CN" altLang="en-US" dirty="0"/>
                    </a:p>
                  </a:txBody>
                  <a:tcPr/>
                </a:tc>
                <a:tc>
                  <a:txBody>
                    <a:bodyPr/>
                    <a:lstStyle/>
                    <a:p>
                      <a:r>
                        <a:rPr lang="en-US" altLang="zh-CN" dirty="0"/>
                        <a:t>8</a:t>
                      </a:r>
                      <a:endParaRPr lang="zh-CN" altLang="en-US" dirty="0"/>
                    </a:p>
                  </a:txBody>
                  <a:tcPr/>
                </a:tc>
                <a:tc>
                  <a:txBody>
                    <a:bodyPr/>
                    <a:lstStyle/>
                    <a:p>
                      <a:r>
                        <a:rPr lang="en-US" altLang="zh-CN" dirty="0"/>
                        <a:t>9</a:t>
                      </a:r>
                      <a:endParaRPr lang="zh-CN" altLang="en-US" dirty="0"/>
                    </a:p>
                  </a:txBody>
                  <a:tcPr/>
                </a:tc>
                <a:tc>
                  <a:txBody>
                    <a:bodyPr/>
                    <a:lstStyle/>
                    <a:p>
                      <a:r>
                        <a:rPr lang="en-US" altLang="zh-CN" dirty="0"/>
                        <a:t>10</a:t>
                      </a:r>
                      <a:endParaRPr lang="zh-CN" altLang="en-US" dirty="0"/>
                    </a:p>
                  </a:txBody>
                  <a:tcPr/>
                </a:tc>
                <a:tc>
                  <a:txBody>
                    <a:bodyPr/>
                    <a:lstStyle/>
                    <a:p>
                      <a:r>
                        <a:rPr lang="en-US" altLang="zh-CN" dirty="0"/>
                        <a:t>12</a:t>
                      </a:r>
                      <a:endParaRPr lang="zh-CN" altLang="en-US" dirty="0"/>
                    </a:p>
                  </a:txBody>
                  <a:tcPr/>
                </a:tc>
                <a:tc>
                  <a:txBody>
                    <a:bodyPr/>
                    <a:lstStyle/>
                    <a:p>
                      <a:r>
                        <a:rPr lang="en-US" altLang="zh-CN" dirty="0"/>
                        <a:t>13</a:t>
                      </a:r>
                      <a:endParaRPr lang="zh-CN" altLang="en-US" dirty="0"/>
                    </a:p>
                  </a:txBody>
                  <a:tcPr/>
                </a:tc>
                <a:tc>
                  <a:txBody>
                    <a:bodyPr/>
                    <a:lstStyle/>
                    <a:p>
                      <a:r>
                        <a:rPr lang="en-US" altLang="zh-CN" dirty="0"/>
                        <a:t>14</a:t>
                      </a:r>
                      <a:endParaRPr lang="zh-CN" altLang="en-US" dirty="0"/>
                    </a:p>
                  </a:txBody>
                  <a:tcPr/>
                </a:tc>
                <a:extLst>
                  <a:ext uri="{0D108BD9-81ED-4DB2-BD59-A6C34878D82A}">
                    <a16:rowId xmlns:a16="http://schemas.microsoft.com/office/drawing/2014/main" val="1183250655"/>
                  </a:ext>
                </a:extLst>
              </a:tr>
              <a:tr h="370840">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2n+2</a:t>
                      </a:r>
                      <a:endParaRPr lang="zh-CN" altLang="en-US" dirty="0"/>
                    </a:p>
                  </a:txBody>
                  <a:tcPr/>
                </a:tc>
                <a:tc>
                  <a:txBody>
                    <a:bodyPr/>
                    <a:lstStyle/>
                    <a:p>
                      <a:r>
                        <a:rPr lang="en-US" altLang="zh-CN" dirty="0"/>
                        <a:t>n</a:t>
                      </a:r>
                      <a:endParaRPr lang="zh-CN" altLang="en-US" dirty="0"/>
                    </a:p>
                  </a:txBody>
                  <a:tcPr/>
                </a:tc>
                <a:tc>
                  <a:txBody>
                    <a:bodyPr/>
                    <a:lstStyle/>
                    <a:p>
                      <a:r>
                        <a:rPr lang="en-US" altLang="zh-CN" dirty="0"/>
                        <a:t>n</a:t>
                      </a:r>
                      <a:endParaRPr lang="zh-CN" altLang="en-US" dirty="0"/>
                    </a:p>
                  </a:txBody>
                  <a:tcPr/>
                </a:tc>
                <a:tc>
                  <a:txBody>
                    <a:bodyPr/>
                    <a:lstStyle/>
                    <a:p>
                      <a:r>
                        <a:rPr lang="en-US" altLang="zh-CN" dirty="0"/>
                        <a:t>n</a:t>
                      </a:r>
                      <a:endParaRPr lang="zh-CN" altLang="en-US" dirty="0"/>
                    </a:p>
                  </a:txBody>
                  <a:tcPr/>
                </a:tc>
                <a:extLst>
                  <a:ext uri="{0D108BD9-81ED-4DB2-BD59-A6C34878D82A}">
                    <a16:rowId xmlns:a16="http://schemas.microsoft.com/office/drawing/2014/main" val="2515023411"/>
                  </a:ext>
                </a:extLst>
              </a:tr>
            </a:tbl>
          </a:graphicData>
        </a:graphic>
      </p:graphicFrame>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FDC076E2-A453-4A7B-D048-6FD08FB03DC1}"/>
                  </a:ext>
                </a:extLst>
              </p:cNvPr>
              <p:cNvSpPr txBox="1"/>
              <p:nvPr/>
            </p:nvSpPr>
            <p:spPr>
              <a:xfrm>
                <a:off x="4583832" y="6418715"/>
                <a:ext cx="597965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𝑇</m:t>
                      </m:r>
                      <m:r>
                        <a:rPr lang="en-US" altLang="zh-CN" i="1">
                          <a:latin typeface="Cambria Math" panose="02040503050406030204" pitchFamily="18" charset="0"/>
                        </a:rPr>
                        <m:t>=1+1+1+1+1+1+2</m:t>
                      </m:r>
                      <m:r>
                        <a:rPr lang="en-US" altLang="zh-CN" i="1">
                          <a:latin typeface="Cambria Math" panose="02040503050406030204" pitchFamily="18" charset="0"/>
                        </a:rPr>
                        <m:t>𝑛</m:t>
                      </m:r>
                      <m:r>
                        <a:rPr lang="en-US" altLang="zh-CN" i="1">
                          <a:latin typeface="Cambria Math" panose="02040503050406030204" pitchFamily="18" charset="0"/>
                        </a:rPr>
                        <m:t>+2+</m:t>
                      </m:r>
                      <m:r>
                        <a:rPr lang="en-US" altLang="zh-CN" i="1">
                          <a:latin typeface="Cambria Math" panose="02040503050406030204" pitchFamily="18" charset="0"/>
                        </a:rPr>
                        <m:t>𝑛</m:t>
                      </m:r>
                      <m:r>
                        <a:rPr lang="en-US" altLang="zh-CN" i="1">
                          <a:latin typeface="Cambria Math" panose="02040503050406030204" pitchFamily="18" charset="0"/>
                        </a:rPr>
                        <m:t>+</m:t>
                      </m:r>
                      <m:r>
                        <a:rPr lang="en-US" altLang="zh-CN" i="1">
                          <a:latin typeface="Cambria Math" panose="02040503050406030204" pitchFamily="18" charset="0"/>
                        </a:rPr>
                        <m:t>𝑛</m:t>
                      </m:r>
                      <m:r>
                        <a:rPr lang="en-US" altLang="zh-CN" i="1">
                          <a:latin typeface="Cambria Math" panose="02040503050406030204" pitchFamily="18" charset="0"/>
                        </a:rPr>
                        <m:t>+</m:t>
                      </m:r>
                      <m:r>
                        <a:rPr lang="en-US" altLang="zh-CN" i="1">
                          <a:latin typeface="Cambria Math" panose="02040503050406030204" pitchFamily="18" charset="0"/>
                        </a:rPr>
                        <m:t>𝑛</m:t>
                      </m:r>
                      <m:r>
                        <a:rPr lang="en-US" altLang="zh-CN" i="1">
                          <a:latin typeface="Cambria Math" panose="02040503050406030204" pitchFamily="18" charset="0"/>
                        </a:rPr>
                        <m:t>=</m:t>
                      </m:r>
                      <m:r>
                        <a:rPr lang="en-US" altLang="zh-CN">
                          <a:latin typeface="Cambria Math" panose="02040503050406030204" pitchFamily="18" charset="0"/>
                        </a:rPr>
                        <m:t>5</m:t>
                      </m:r>
                      <m:r>
                        <m:rPr>
                          <m:sty m:val="p"/>
                        </m:rPr>
                        <a:rPr lang="en-US" altLang="zh-CN">
                          <a:latin typeface="Cambria Math" panose="02040503050406030204" pitchFamily="18" charset="0"/>
                        </a:rPr>
                        <m:t>n</m:t>
                      </m:r>
                      <m:r>
                        <a:rPr lang="en-US" altLang="zh-CN">
                          <a:latin typeface="Cambria Math" panose="02040503050406030204" pitchFamily="18" charset="0"/>
                        </a:rPr>
                        <m:t>+8</m:t>
                      </m:r>
                    </m:oMath>
                  </m:oMathPara>
                </a14:m>
                <a:endParaRPr lang="zh-CN" altLang="en-US" dirty="0"/>
              </a:p>
            </p:txBody>
          </p:sp>
        </mc:Choice>
        <mc:Fallback xmlns="">
          <p:sp>
            <p:nvSpPr>
              <p:cNvPr id="4" name="文本框 3">
                <a:extLst>
                  <a:ext uri="{FF2B5EF4-FFF2-40B4-BE49-F238E27FC236}">
                    <a16:creationId xmlns:a16="http://schemas.microsoft.com/office/drawing/2014/main" xmlns:a14="http://schemas.microsoft.com/office/drawing/2010/main" xmlns="" id="{FDC076E2-A453-4A7B-D048-6FD08FB03DC1}"/>
                  </a:ext>
                </a:extLst>
              </p:cNvPr>
              <p:cNvSpPr txBox="1">
                <a:spLocks noRot="1" noChangeAspect="1" noMove="1" noResize="1" noEditPoints="1" noAdjustHandles="1" noChangeArrowheads="1" noChangeShapeType="1" noTextEdit="1"/>
              </p:cNvSpPr>
              <p:nvPr/>
            </p:nvSpPr>
            <p:spPr>
              <a:xfrm>
                <a:off x="4583832" y="6418715"/>
                <a:ext cx="5979650" cy="369332"/>
              </a:xfrm>
              <a:prstGeom prst="rect">
                <a:avLst/>
              </a:prstGeom>
              <a:blipFill rotWithShape="0">
                <a:blip r:embed="rId3"/>
                <a:stretch>
                  <a:fillRect/>
                </a:stretch>
              </a:blipFill>
            </p:spPr>
            <p:txBody>
              <a:bodyPr/>
              <a:lstStyle/>
              <a:p>
                <a:r>
                  <a:rPr lang="zh-CN" altLang="en-US">
                    <a:noFill/>
                  </a:rPr>
                  <a:t> </a:t>
                </a:r>
              </a:p>
            </p:txBody>
          </p:sp>
        </mc:Fallback>
      </mc:AlternateContent>
      <p:sp>
        <p:nvSpPr>
          <p:cNvPr id="8" name="灯片编号占位符 7">
            <a:extLst>
              <a:ext uri="{FF2B5EF4-FFF2-40B4-BE49-F238E27FC236}">
                <a16:creationId xmlns:a16="http://schemas.microsoft.com/office/drawing/2014/main" id="{9F0D457B-04FC-FD82-C349-E64C3D650D5D}"/>
              </a:ext>
            </a:extLst>
          </p:cNvPr>
          <p:cNvSpPr>
            <a:spLocks noGrp="1"/>
          </p:cNvSpPr>
          <p:nvPr>
            <p:ph type="sldNum" sz="quarter" idx="12"/>
          </p:nvPr>
        </p:nvSpPr>
        <p:spPr/>
        <p:txBody>
          <a:bodyPr/>
          <a:lstStyle/>
          <a:p>
            <a:pPr>
              <a:defRPr/>
            </a:pPr>
            <a:fld id="{E6B3DE21-AFB9-F14F-B875-13235536560E}" type="slidenum">
              <a:rPr lang="en-US" altLang="zh-CN" smtClean="0"/>
              <a:pPr>
                <a:defRPr/>
              </a:pPr>
              <a:t>16</a:t>
            </a:fld>
            <a:endParaRPr lang="zh-CN" altLang="en-US" dirty="0"/>
          </a:p>
        </p:txBody>
      </p:sp>
      <p:sp>
        <p:nvSpPr>
          <p:cNvPr id="7" name="内容占位符 2">
            <a:extLst>
              <a:ext uri="{FF2B5EF4-FFF2-40B4-BE49-F238E27FC236}">
                <a16:creationId xmlns:a16="http://schemas.microsoft.com/office/drawing/2014/main" id="{93A71D8F-BCB1-4B25-8C3C-C936FD399EF2}"/>
              </a:ext>
            </a:extLst>
          </p:cNvPr>
          <p:cNvSpPr txBox="1">
            <a:spLocks/>
          </p:cNvSpPr>
          <p:nvPr/>
        </p:nvSpPr>
        <p:spPr bwMode="auto">
          <a:xfrm>
            <a:off x="2175783" y="5697990"/>
            <a:ext cx="1806822"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charset="2"/>
              <a:buChar char="n"/>
              <a:defRPr sz="3200">
                <a:solidFill>
                  <a:schemeClr val="tx1"/>
                </a:solidFill>
                <a:latin typeface="黑体" charset="0"/>
                <a:ea typeface="黑体" charset="0"/>
                <a:cs typeface="Arial" charset="0"/>
              </a:defRPr>
            </a:lvl1pPr>
            <a:lvl2pPr marL="742950" indent="-285750">
              <a:spcBef>
                <a:spcPct val="20000"/>
              </a:spcBef>
              <a:buClr>
                <a:schemeClr val="tx2"/>
              </a:buClr>
              <a:buSzPct val="50000"/>
              <a:buFont typeface="Wingdings 2" charset="2"/>
              <a:buChar char="Þ"/>
              <a:defRPr sz="2800">
                <a:solidFill>
                  <a:srgbClr val="333399"/>
                </a:solidFill>
                <a:latin typeface="黑体" charset="0"/>
                <a:ea typeface="黑体" charset="0"/>
                <a:cs typeface="Arial" charset="0"/>
              </a:defRPr>
            </a:lvl2pPr>
            <a:lvl3pPr marL="1143000" indent="-228600">
              <a:spcBef>
                <a:spcPct val="20000"/>
              </a:spcBef>
              <a:buClr>
                <a:schemeClr val="tx2"/>
              </a:buClr>
              <a:buSzPct val="50000"/>
              <a:buFont typeface="Wingdings 2" charset="2"/>
              <a:buChar char=""/>
              <a:defRPr sz="2400">
                <a:solidFill>
                  <a:srgbClr val="3333CC"/>
                </a:solidFill>
                <a:latin typeface="黑体" charset="0"/>
                <a:ea typeface="黑体" charset="0"/>
                <a:cs typeface="Arial" charset="0"/>
              </a:defRPr>
            </a:lvl3pPr>
            <a:lvl4pPr marL="1600200" indent="-228600">
              <a:spcBef>
                <a:spcPct val="20000"/>
              </a:spcBef>
              <a:buClr>
                <a:schemeClr val="tx2"/>
              </a:buClr>
              <a:buSzPct val="50000"/>
              <a:buFont typeface="Wingdings 2" charset="2"/>
              <a:buChar char=""/>
              <a:defRPr sz="2000">
                <a:solidFill>
                  <a:schemeClr val="tx1"/>
                </a:solidFill>
                <a:latin typeface="黑体" charset="0"/>
                <a:ea typeface="黑体" charset="0"/>
                <a:cs typeface="Arial" charset="0"/>
              </a:defRPr>
            </a:lvl4pPr>
            <a:lvl5pPr marL="2057400" indent="-228600">
              <a:spcBef>
                <a:spcPct val="20000"/>
              </a:spcBef>
              <a:buClr>
                <a:schemeClr val="tx2"/>
              </a:buClr>
              <a:buSzPct val="50000"/>
              <a:buFont typeface="Wingdings 2" charset="2"/>
              <a:buChar char=""/>
              <a:defRPr sz="2000">
                <a:solidFill>
                  <a:schemeClr val="tx1"/>
                </a:solidFill>
                <a:latin typeface="黑体" charset="0"/>
                <a:ea typeface="黑体" charset="0"/>
                <a:cs typeface="Arial" charset="0"/>
              </a:defRPr>
            </a:lvl5pPr>
            <a:lvl6pPr marL="2514600" indent="-228600" eaLnBrk="0" fontAlgn="base" hangingPunct="0">
              <a:spcBef>
                <a:spcPct val="20000"/>
              </a:spcBef>
              <a:spcAft>
                <a:spcPct val="0"/>
              </a:spcAft>
              <a:buClr>
                <a:schemeClr val="tx2"/>
              </a:buClr>
              <a:buSzPct val="50000"/>
              <a:buFont typeface="Wingdings 2" charset="2"/>
              <a:buChar char=""/>
              <a:defRPr sz="2000">
                <a:solidFill>
                  <a:schemeClr val="tx1"/>
                </a:solidFill>
                <a:latin typeface="黑体" charset="0"/>
                <a:ea typeface="黑体" charset="0"/>
                <a:cs typeface="Arial" charset="0"/>
              </a:defRPr>
            </a:lvl6pPr>
            <a:lvl7pPr marL="2971800" indent="-228600" eaLnBrk="0" fontAlgn="base" hangingPunct="0">
              <a:spcBef>
                <a:spcPct val="20000"/>
              </a:spcBef>
              <a:spcAft>
                <a:spcPct val="0"/>
              </a:spcAft>
              <a:buClr>
                <a:schemeClr val="tx2"/>
              </a:buClr>
              <a:buSzPct val="50000"/>
              <a:buFont typeface="Wingdings 2" charset="2"/>
              <a:buChar char=""/>
              <a:defRPr sz="2000">
                <a:solidFill>
                  <a:schemeClr val="tx1"/>
                </a:solidFill>
                <a:latin typeface="黑体" charset="0"/>
                <a:ea typeface="黑体" charset="0"/>
                <a:cs typeface="Arial" charset="0"/>
              </a:defRPr>
            </a:lvl7pPr>
            <a:lvl8pPr marL="3429000" indent="-228600" eaLnBrk="0" fontAlgn="base" hangingPunct="0">
              <a:spcBef>
                <a:spcPct val="20000"/>
              </a:spcBef>
              <a:spcAft>
                <a:spcPct val="0"/>
              </a:spcAft>
              <a:buClr>
                <a:schemeClr val="tx2"/>
              </a:buClr>
              <a:buSzPct val="50000"/>
              <a:buFont typeface="Wingdings 2" charset="2"/>
              <a:buChar char=""/>
              <a:defRPr sz="2000">
                <a:solidFill>
                  <a:schemeClr val="tx1"/>
                </a:solidFill>
                <a:latin typeface="黑体" charset="0"/>
                <a:ea typeface="黑体" charset="0"/>
                <a:cs typeface="Arial" charset="0"/>
              </a:defRPr>
            </a:lvl8pPr>
            <a:lvl9pPr marL="3886200" indent="-228600" eaLnBrk="0" fontAlgn="base" hangingPunct="0">
              <a:spcBef>
                <a:spcPct val="20000"/>
              </a:spcBef>
              <a:spcAft>
                <a:spcPct val="0"/>
              </a:spcAft>
              <a:buClr>
                <a:schemeClr val="tx2"/>
              </a:buClr>
              <a:buSzPct val="50000"/>
              <a:buFont typeface="Wingdings 2" charset="2"/>
              <a:buChar char=""/>
              <a:defRPr sz="2000">
                <a:solidFill>
                  <a:schemeClr val="tx1"/>
                </a:solidFill>
                <a:latin typeface="黑体" charset="0"/>
                <a:ea typeface="黑体" charset="0"/>
                <a:cs typeface="Arial" charset="0"/>
              </a:defRPr>
            </a:lvl9pPr>
          </a:lstStyle>
          <a:p>
            <a:pPr algn="r">
              <a:lnSpc>
                <a:spcPct val="90000"/>
              </a:lnSpc>
              <a:spcBef>
                <a:spcPts val="400"/>
              </a:spcBef>
              <a:buNone/>
            </a:pPr>
            <a:r>
              <a:rPr lang="zh-CN" altLang="en-US" sz="1800" dirty="0">
                <a:solidFill>
                  <a:srgbClr val="FF0000"/>
                </a:solidFill>
                <a:latin typeface="Times New Roman" charset="0"/>
              </a:rPr>
              <a:t>行号</a:t>
            </a:r>
            <a:endParaRPr lang="en-US" altLang="zh-CN" sz="1800" dirty="0">
              <a:solidFill>
                <a:srgbClr val="FF0000"/>
              </a:solidFill>
              <a:latin typeface="Times New Roman" charset="0"/>
            </a:endParaRPr>
          </a:p>
          <a:p>
            <a:pPr algn="r">
              <a:lnSpc>
                <a:spcPct val="90000"/>
              </a:lnSpc>
              <a:spcBef>
                <a:spcPts val="400"/>
              </a:spcBef>
              <a:buNone/>
            </a:pPr>
            <a:r>
              <a:rPr lang="zh-CN" altLang="en-US" sz="1800" dirty="0">
                <a:solidFill>
                  <a:srgbClr val="FF0000"/>
                </a:solidFill>
                <a:latin typeface="Times New Roman" charset="0"/>
              </a:rPr>
              <a:t>执行次数</a:t>
            </a:r>
            <a:endParaRPr lang="en-US" altLang="en-US" sz="1800" dirty="0">
              <a:solidFill>
                <a:srgbClr val="FF0000"/>
              </a:solidFill>
              <a:latin typeface="Times New Roman" charset="0"/>
              <a:ea typeface="宋体" charset="0"/>
              <a:cs typeface="Times New Roman" charset="0"/>
            </a:endParaRPr>
          </a:p>
        </p:txBody>
      </p:sp>
      <p:sp>
        <p:nvSpPr>
          <p:cNvPr id="9" name="标题 1">
            <a:extLst>
              <a:ext uri="{FF2B5EF4-FFF2-40B4-BE49-F238E27FC236}">
                <a16:creationId xmlns:a16="http://schemas.microsoft.com/office/drawing/2014/main" id="{CB6EAC29-C9CA-4DF1-9DA6-07661436FF50}"/>
              </a:ext>
            </a:extLst>
          </p:cNvPr>
          <p:cNvSpPr txBox="1">
            <a:spLocks/>
          </p:cNvSpPr>
          <p:nvPr/>
        </p:nvSpPr>
        <p:spPr bwMode="auto">
          <a:xfrm>
            <a:off x="551384" y="259457"/>
            <a:ext cx="11640616"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50000"/>
              <a:buFont typeface="Wingdings" charset="2"/>
              <a:buChar char="n"/>
              <a:defRPr sz="3200">
                <a:solidFill>
                  <a:schemeClr val="tx1"/>
                </a:solidFill>
                <a:latin typeface="黑体" charset="0"/>
                <a:ea typeface="黑体" charset="0"/>
                <a:cs typeface="Arial" charset="0"/>
              </a:defRPr>
            </a:lvl1pPr>
            <a:lvl2pPr marL="742950" indent="-285750">
              <a:spcBef>
                <a:spcPct val="20000"/>
              </a:spcBef>
              <a:buClr>
                <a:schemeClr val="tx2"/>
              </a:buClr>
              <a:buSzPct val="50000"/>
              <a:buFont typeface="Wingdings 2" charset="2"/>
              <a:buChar char="Þ"/>
              <a:defRPr sz="2800">
                <a:solidFill>
                  <a:srgbClr val="333399"/>
                </a:solidFill>
                <a:latin typeface="黑体" charset="0"/>
                <a:ea typeface="黑体" charset="0"/>
                <a:cs typeface="Arial" charset="0"/>
              </a:defRPr>
            </a:lvl2pPr>
            <a:lvl3pPr marL="1143000" indent="-228600">
              <a:spcBef>
                <a:spcPct val="20000"/>
              </a:spcBef>
              <a:buClr>
                <a:schemeClr val="tx2"/>
              </a:buClr>
              <a:buSzPct val="50000"/>
              <a:buFont typeface="Wingdings 2" charset="2"/>
              <a:buChar char=""/>
              <a:defRPr sz="2400">
                <a:solidFill>
                  <a:srgbClr val="3333CC"/>
                </a:solidFill>
                <a:latin typeface="黑体" charset="0"/>
                <a:ea typeface="黑体" charset="0"/>
                <a:cs typeface="Arial" charset="0"/>
              </a:defRPr>
            </a:lvl3pPr>
            <a:lvl4pPr marL="1600200" indent="-228600">
              <a:spcBef>
                <a:spcPct val="20000"/>
              </a:spcBef>
              <a:buClr>
                <a:schemeClr val="tx2"/>
              </a:buClr>
              <a:buSzPct val="50000"/>
              <a:buFont typeface="Wingdings 2" charset="2"/>
              <a:buChar char=""/>
              <a:defRPr sz="2000">
                <a:solidFill>
                  <a:schemeClr val="tx1"/>
                </a:solidFill>
                <a:latin typeface="黑体" charset="0"/>
                <a:ea typeface="黑体" charset="0"/>
                <a:cs typeface="Arial" charset="0"/>
              </a:defRPr>
            </a:lvl4pPr>
            <a:lvl5pPr marL="2057400" indent="-228600">
              <a:spcBef>
                <a:spcPct val="20000"/>
              </a:spcBef>
              <a:buClr>
                <a:schemeClr val="tx2"/>
              </a:buClr>
              <a:buSzPct val="50000"/>
              <a:buFont typeface="Wingdings 2" charset="2"/>
              <a:buChar char=""/>
              <a:defRPr sz="2000">
                <a:solidFill>
                  <a:schemeClr val="tx1"/>
                </a:solidFill>
                <a:latin typeface="黑体" charset="0"/>
                <a:ea typeface="黑体" charset="0"/>
                <a:cs typeface="Arial" charset="0"/>
              </a:defRPr>
            </a:lvl5pPr>
            <a:lvl6pPr marL="2514600" indent="-228600" eaLnBrk="0" fontAlgn="base" hangingPunct="0">
              <a:spcBef>
                <a:spcPct val="20000"/>
              </a:spcBef>
              <a:spcAft>
                <a:spcPct val="0"/>
              </a:spcAft>
              <a:buClr>
                <a:schemeClr val="tx2"/>
              </a:buClr>
              <a:buSzPct val="50000"/>
              <a:buFont typeface="Wingdings 2" charset="2"/>
              <a:buChar char=""/>
              <a:defRPr sz="2000">
                <a:solidFill>
                  <a:schemeClr val="tx1"/>
                </a:solidFill>
                <a:latin typeface="黑体" charset="0"/>
                <a:ea typeface="黑体" charset="0"/>
                <a:cs typeface="Arial" charset="0"/>
              </a:defRPr>
            </a:lvl6pPr>
            <a:lvl7pPr marL="2971800" indent="-228600" eaLnBrk="0" fontAlgn="base" hangingPunct="0">
              <a:spcBef>
                <a:spcPct val="20000"/>
              </a:spcBef>
              <a:spcAft>
                <a:spcPct val="0"/>
              </a:spcAft>
              <a:buClr>
                <a:schemeClr val="tx2"/>
              </a:buClr>
              <a:buSzPct val="50000"/>
              <a:buFont typeface="Wingdings 2" charset="2"/>
              <a:buChar char=""/>
              <a:defRPr sz="2000">
                <a:solidFill>
                  <a:schemeClr val="tx1"/>
                </a:solidFill>
                <a:latin typeface="黑体" charset="0"/>
                <a:ea typeface="黑体" charset="0"/>
                <a:cs typeface="Arial" charset="0"/>
              </a:defRPr>
            </a:lvl7pPr>
            <a:lvl8pPr marL="3429000" indent="-228600" eaLnBrk="0" fontAlgn="base" hangingPunct="0">
              <a:spcBef>
                <a:spcPct val="20000"/>
              </a:spcBef>
              <a:spcAft>
                <a:spcPct val="0"/>
              </a:spcAft>
              <a:buClr>
                <a:schemeClr val="tx2"/>
              </a:buClr>
              <a:buSzPct val="50000"/>
              <a:buFont typeface="Wingdings 2" charset="2"/>
              <a:buChar char=""/>
              <a:defRPr sz="2000">
                <a:solidFill>
                  <a:schemeClr val="tx1"/>
                </a:solidFill>
                <a:latin typeface="黑体" charset="0"/>
                <a:ea typeface="黑体" charset="0"/>
                <a:cs typeface="Arial" charset="0"/>
              </a:defRPr>
            </a:lvl8pPr>
            <a:lvl9pPr marL="3886200" indent="-228600" eaLnBrk="0" fontAlgn="base" hangingPunct="0">
              <a:spcBef>
                <a:spcPct val="20000"/>
              </a:spcBef>
              <a:spcAft>
                <a:spcPct val="0"/>
              </a:spcAft>
              <a:buClr>
                <a:schemeClr val="tx2"/>
              </a:buClr>
              <a:buSzPct val="50000"/>
              <a:buFont typeface="Wingdings 2" charset="2"/>
              <a:buChar char=""/>
              <a:defRPr sz="2000">
                <a:solidFill>
                  <a:schemeClr val="tx1"/>
                </a:solidFill>
                <a:latin typeface="黑体" charset="0"/>
                <a:ea typeface="黑体" charset="0"/>
                <a:cs typeface="Arial" charset="0"/>
              </a:defRPr>
            </a:lvl9pPr>
          </a:lstStyle>
          <a:p>
            <a:pPr>
              <a:lnSpc>
                <a:spcPct val="85000"/>
              </a:lnSpc>
              <a:spcBef>
                <a:spcPts val="588"/>
              </a:spcBef>
              <a:spcAft>
                <a:spcPts val="588"/>
              </a:spcAft>
              <a:buSzPct val="80000"/>
              <a:buNone/>
            </a:pPr>
            <a:r>
              <a:rPr lang="en-US" altLang="zh-CN" sz="3600" b="1" dirty="0">
                <a:solidFill>
                  <a:schemeClr val="tx2"/>
                </a:solidFill>
                <a:latin typeface="黑体" panose="02010609060101010101" pitchFamily="49" charset="-122"/>
                <a:ea typeface="+mj-ea"/>
                <a:cs typeface="+mj-cs"/>
              </a:rPr>
              <a:t>11.3.3 </a:t>
            </a:r>
            <a:r>
              <a:rPr lang="zh-CN" altLang="en-US" sz="3600" b="1" dirty="0">
                <a:solidFill>
                  <a:schemeClr val="tx2"/>
                </a:solidFill>
                <a:latin typeface="黑体" panose="02010609060101010101" pitchFamily="49" charset="-122"/>
                <a:ea typeface="+mj-ea"/>
                <a:cs typeface="+mj-cs"/>
              </a:rPr>
              <a:t>算法的复杂性分析的度量</a:t>
            </a:r>
            <a:r>
              <a:rPr lang="en-US" altLang="zh-CN" sz="3600" b="1" dirty="0">
                <a:solidFill>
                  <a:schemeClr val="tx2"/>
                </a:solidFill>
                <a:latin typeface="黑体" panose="02010609060101010101" pitchFamily="49" charset="-122"/>
                <a:ea typeface="+mj-ea"/>
                <a:cs typeface="+mj-cs"/>
              </a:rPr>
              <a:t>——【</a:t>
            </a:r>
            <a:r>
              <a:rPr lang="zh-CN" altLang="en-US" sz="3600" b="1" dirty="0">
                <a:solidFill>
                  <a:schemeClr val="tx2"/>
                </a:solidFill>
                <a:latin typeface="黑体" panose="02010609060101010101" pitchFamily="49" charset="-122"/>
                <a:ea typeface="+mj-ea"/>
                <a:cs typeface="+mj-cs"/>
              </a:rPr>
              <a:t>例</a:t>
            </a:r>
            <a:r>
              <a:rPr lang="en-US" altLang="zh-CN" sz="3600" b="1" dirty="0">
                <a:solidFill>
                  <a:schemeClr val="tx2"/>
                </a:solidFill>
                <a:latin typeface="黑体" panose="02010609060101010101" pitchFamily="49" charset="-122"/>
                <a:ea typeface="+mj-ea"/>
                <a:cs typeface="+mj-cs"/>
              </a:rPr>
              <a:t>】</a:t>
            </a:r>
            <a:r>
              <a:rPr lang="zh-CN" altLang="en-US" sz="3600" b="1" dirty="0">
                <a:solidFill>
                  <a:schemeClr val="tx2"/>
                </a:solidFill>
                <a:latin typeface="黑体" panose="02010609060101010101" pitchFamily="49" charset="-122"/>
                <a:ea typeface="+mj-ea"/>
                <a:cs typeface="+mj-cs"/>
              </a:rPr>
              <a:t>换钱游戏</a:t>
            </a:r>
          </a:p>
        </p:txBody>
      </p:sp>
    </p:spTree>
    <p:extLst>
      <p:ext uri="{BB962C8B-B14F-4D97-AF65-F5344CB8AC3E}">
        <p14:creationId xmlns:p14="http://schemas.microsoft.com/office/powerpoint/2010/main" val="409331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8E06C77-3E88-0CDF-F582-5058BAB0A301}"/>
                  </a:ext>
                </a:extLst>
              </p:cNvPr>
              <p:cNvSpPr txBox="1"/>
              <p:nvPr/>
            </p:nvSpPr>
            <p:spPr>
              <a:xfrm>
                <a:off x="839416" y="1196752"/>
                <a:ext cx="10081120" cy="5232202"/>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zh-CN" altLang="en-US" sz="2400" dirty="0"/>
                  <a:t>思考：</a:t>
                </a:r>
                <a:endParaRPr lang="en-US" altLang="zh-CN" sz="2400" dirty="0"/>
              </a:p>
              <a:p>
                <a:pPr lvl="1">
                  <a:spcBef>
                    <a:spcPts val="600"/>
                  </a:spcBef>
                  <a:spcAft>
                    <a:spcPts val="600"/>
                  </a:spcAft>
                </a:pPr>
                <a:r>
                  <a:rPr lang="zh-CN" altLang="en-US" sz="2400" dirty="0"/>
                  <a:t>如果一个算法的复杂度为</a:t>
                </a:r>
                <a14:m>
                  <m:oMath xmlns:m="http://schemas.openxmlformats.org/officeDocument/2006/math">
                    <m:r>
                      <a:rPr lang="en-US" altLang="zh-CN" sz="2400" i="1">
                        <a:latin typeface="Cambria Math" panose="02040503050406030204" pitchFamily="18" charset="0"/>
                      </a:rPr>
                      <m:t>7</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𝑛</m:t>
                        </m:r>
                      </m:e>
                      <m:sup>
                        <m:r>
                          <a:rPr lang="en-US" altLang="zh-CN" sz="2400" i="1">
                            <a:latin typeface="Cambria Math" panose="02040503050406030204" pitchFamily="18" charset="0"/>
                          </a:rPr>
                          <m:t>3</m:t>
                        </m:r>
                      </m:sup>
                    </m:sSup>
                    <m:r>
                      <a:rPr lang="en-US" altLang="zh-CN" sz="2400" i="1">
                        <a:latin typeface="Cambria Math" panose="02040503050406030204" pitchFamily="18" charset="0"/>
                      </a:rPr>
                      <m:t>+4</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𝑛</m:t>
                        </m:r>
                      </m:e>
                      <m:sup>
                        <m:r>
                          <a:rPr lang="en-US" altLang="zh-CN" sz="2400" i="1">
                            <a:latin typeface="Cambria Math" panose="02040503050406030204" pitchFamily="18" charset="0"/>
                          </a:rPr>
                          <m:t>2</m:t>
                        </m:r>
                      </m:sup>
                    </m:sSup>
                    <m:r>
                      <a:rPr lang="en-US" altLang="zh-CN" sz="2400" i="1">
                        <a:latin typeface="Cambria Math" panose="02040503050406030204" pitchFamily="18" charset="0"/>
                      </a:rPr>
                      <m:t>+3</m:t>
                    </m:r>
                    <m:r>
                      <a:rPr lang="en-US" altLang="zh-CN" sz="2400" i="1">
                        <a:latin typeface="Cambria Math" panose="02040503050406030204" pitchFamily="18" charset="0"/>
                      </a:rPr>
                      <m:t>𝑛</m:t>
                    </m:r>
                    <m:r>
                      <a:rPr lang="en-US" altLang="zh-CN" sz="2400" i="1">
                        <a:latin typeface="Cambria Math" panose="02040503050406030204" pitchFamily="18" charset="0"/>
                      </a:rPr>
                      <m:t>+1</m:t>
                    </m:r>
                  </m:oMath>
                </a14:m>
                <a:r>
                  <a:rPr lang="zh-CN" altLang="en-US" sz="2400" dirty="0"/>
                  <a:t>，我们需要保留时间复杂度函数中的每一项吗？</a:t>
                </a:r>
                <a:endParaRPr lang="en-US" altLang="zh-CN" sz="2400" dirty="0"/>
              </a:p>
              <a:p>
                <a:pPr marL="342900" indent="-342900">
                  <a:spcBef>
                    <a:spcPts val="600"/>
                  </a:spcBef>
                  <a:spcAft>
                    <a:spcPts val="600"/>
                  </a:spcAft>
                  <a:buFont typeface="Arial" panose="020B0604020202020204" pitchFamily="34" charset="0"/>
                  <a:buChar char="•"/>
                </a:pPr>
                <a:r>
                  <a:rPr lang="zh-CN" altLang="en-US" sz="2400" dirty="0"/>
                  <a:t>算法的时间复杂度其实并非精准估计运行时间：</a:t>
                </a:r>
                <a:endParaRPr lang="en-US" altLang="zh-CN" sz="2400" dirty="0"/>
              </a:p>
              <a:p>
                <a:pPr lvl="1">
                  <a:spcBef>
                    <a:spcPts val="600"/>
                  </a:spcBef>
                  <a:spcAft>
                    <a:spcPts val="600"/>
                  </a:spcAft>
                </a:pPr>
                <a:r>
                  <a:rPr lang="zh-CN" altLang="en-US" sz="2400" dirty="0"/>
                  <a:t>同一个程序在不同的机器（手机、电脑、超级电脑）上的运行时间差别很大，算法的时间复杂度分析主要关注算法的运行时间随时间变化的趋势。</a:t>
                </a:r>
                <a:endParaRPr lang="en-US" altLang="zh-CN" sz="2400" dirty="0"/>
              </a:p>
              <a:p>
                <a:pPr marL="342900" indent="-342900">
                  <a:spcBef>
                    <a:spcPts val="600"/>
                  </a:spcBef>
                  <a:spcAft>
                    <a:spcPts val="600"/>
                  </a:spcAft>
                  <a:buFont typeface="Arial" panose="020B0604020202020204" pitchFamily="34" charset="0"/>
                  <a:buChar char="•"/>
                </a:pPr>
                <a:r>
                  <a:rPr lang="zh-CN" altLang="en-US" sz="2400" dirty="0">
                    <a:latin typeface="+mn-ea"/>
                  </a:rPr>
                  <a:t>化简：</a:t>
                </a:r>
                <a:endParaRPr lang="en-US" altLang="zh-CN" sz="2400" dirty="0">
                  <a:latin typeface="+mn-ea"/>
                </a:endParaRPr>
              </a:p>
              <a:p>
                <a:pPr marL="742950" lvl="1" indent="-285750">
                  <a:spcBef>
                    <a:spcPts val="600"/>
                  </a:spcBef>
                  <a:spcAft>
                    <a:spcPts val="600"/>
                  </a:spcAft>
                  <a:buFont typeface="Arial" panose="020B0604020202020204" pitchFamily="34" charset="0"/>
                  <a:buChar char="•"/>
                </a:pPr>
                <a:r>
                  <a:rPr lang="zh-CN" altLang="en-US" sz="2400" dirty="0">
                    <a:latin typeface="+mn-ea"/>
                    <a:cs typeface="Times New Roman" panose="02020603050405020304" pitchFamily="18" charset="0"/>
                  </a:rPr>
                  <a:t>输入规模非常大</a:t>
                </a:r>
                <a:endParaRPr lang="en-US" altLang="zh-CN" sz="2400" dirty="0">
                  <a:latin typeface="+mn-ea"/>
                  <a:cs typeface="Times New Roman" panose="02020603050405020304" pitchFamily="18" charset="0"/>
                </a:endParaRPr>
              </a:p>
              <a:p>
                <a:pPr marL="742950" lvl="1" indent="-285750">
                  <a:spcBef>
                    <a:spcPts val="600"/>
                  </a:spcBef>
                  <a:spcAft>
                    <a:spcPts val="600"/>
                  </a:spcAft>
                  <a:buFont typeface="Arial" panose="020B0604020202020204" pitchFamily="34" charset="0"/>
                  <a:buChar char="•"/>
                </a:pPr>
                <a:r>
                  <a:rPr lang="zh-CN" altLang="en-US" sz="2400" dirty="0">
                    <a:latin typeface="+mn-ea"/>
                    <a:cs typeface="Times New Roman" panose="02020603050405020304" pitchFamily="18" charset="0"/>
                  </a:rPr>
                  <a:t>忽略低阶项和常系数</a:t>
                </a:r>
                <a:endParaRPr lang="en-US" altLang="zh-CN" sz="2400" dirty="0">
                  <a:latin typeface="+mn-ea"/>
                  <a:cs typeface="Times New Roman" panose="02020603050405020304" pitchFamily="18" charset="0"/>
                </a:endParaRPr>
              </a:p>
              <a:p>
                <a:pPr marL="742950" lvl="1" indent="-285750">
                  <a:spcBef>
                    <a:spcPts val="600"/>
                  </a:spcBef>
                  <a:spcAft>
                    <a:spcPts val="600"/>
                  </a:spcAft>
                  <a:buFont typeface="Arial" panose="020B0604020202020204" pitchFamily="34" charset="0"/>
                  <a:buChar char="•"/>
                </a:pPr>
                <a:r>
                  <a:rPr lang="zh-CN" altLang="en-US" sz="2400" dirty="0">
                    <a:latin typeface="+mn-ea"/>
                    <a:cs typeface="Times New Roman" panose="02020603050405020304" pitchFamily="18" charset="0"/>
                  </a:rPr>
                  <a:t>只考虑最高阶</a:t>
                </a:r>
                <a:endParaRPr lang="en-US" altLang="zh-CN" sz="2400" dirty="0">
                  <a:latin typeface="+mn-ea"/>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xmlns:a14="http://schemas.microsoft.com/office/drawing/2010/main" xmlns="" id="{28E06C77-3E88-0CDF-F582-5058BAB0A301}"/>
                  </a:ext>
                </a:extLst>
              </p:cNvPr>
              <p:cNvSpPr txBox="1">
                <a:spLocks noRot="1" noChangeAspect="1" noMove="1" noResize="1" noEditPoints="1" noAdjustHandles="1" noChangeArrowheads="1" noChangeShapeType="1" noTextEdit="1"/>
              </p:cNvSpPr>
              <p:nvPr/>
            </p:nvSpPr>
            <p:spPr>
              <a:xfrm>
                <a:off x="839416" y="1196752"/>
                <a:ext cx="10081120" cy="5232202"/>
              </a:xfrm>
              <a:prstGeom prst="rect">
                <a:avLst/>
              </a:prstGeom>
              <a:blipFill rotWithShape="0">
                <a:blip r:embed="rId2"/>
                <a:stretch>
                  <a:fillRect l="-847" t="-1281" b="-1746"/>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ED805844-6318-A711-A091-5C5354647094}"/>
              </a:ext>
            </a:extLst>
          </p:cNvPr>
          <p:cNvSpPr>
            <a:spLocks noGrp="1"/>
          </p:cNvSpPr>
          <p:nvPr>
            <p:ph type="sldNum" sz="quarter" idx="12"/>
          </p:nvPr>
        </p:nvSpPr>
        <p:spPr/>
        <p:txBody>
          <a:bodyPr/>
          <a:lstStyle/>
          <a:p>
            <a:pPr>
              <a:defRPr/>
            </a:pPr>
            <a:fld id="{E6B3DE21-AFB9-F14F-B875-13235536560E}" type="slidenum">
              <a:rPr lang="en-US" altLang="zh-CN" smtClean="0"/>
              <a:pPr>
                <a:defRPr/>
              </a:pPr>
              <a:t>17</a:t>
            </a:fld>
            <a:endParaRPr lang="zh-CN" altLang="en-US" dirty="0"/>
          </a:p>
        </p:txBody>
      </p:sp>
      <p:sp>
        <p:nvSpPr>
          <p:cNvPr id="7" name="Rectangle 2">
            <a:extLst>
              <a:ext uri="{FF2B5EF4-FFF2-40B4-BE49-F238E27FC236}">
                <a16:creationId xmlns:a16="http://schemas.microsoft.com/office/drawing/2014/main" id="{D7F79B44-2E12-6A18-F2D3-BB9AD4E0A47E}"/>
              </a:ext>
            </a:extLst>
          </p:cNvPr>
          <p:cNvSpPr txBox="1">
            <a:spLocks/>
          </p:cNvSpPr>
          <p:nvPr/>
        </p:nvSpPr>
        <p:spPr bwMode="auto">
          <a:xfrm>
            <a:off x="623392" y="116632"/>
            <a:ext cx="7488832" cy="809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kern="1200">
                <a:solidFill>
                  <a:schemeClr val="tx2"/>
                </a:solidFill>
                <a:latin typeface="Arial" pitchFamily="34" charset="0"/>
                <a:ea typeface="黑体" pitchFamily="49" charset="-122"/>
                <a:cs typeface="Arial" pitchFamily="34" charset="0"/>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eaLnBrk="1" hangingPunct="1"/>
            <a:r>
              <a:rPr lang="en-US" altLang="zh-CN" dirty="0">
                <a:latin typeface="黑体" panose="02010609060101010101" pitchFamily="49" charset="-122"/>
                <a:ea typeface="+mj-ea"/>
                <a:cs typeface="+mj-cs"/>
              </a:rPr>
              <a:t>11.3.3</a:t>
            </a:r>
            <a:r>
              <a:rPr lang="zh-CN" altLang="en-US" dirty="0">
                <a:latin typeface="黑体" panose="02010609060101010101" pitchFamily="49" charset="-122"/>
                <a:ea typeface="+mj-ea"/>
                <a:cs typeface="+mj-cs"/>
              </a:rPr>
              <a:t> 算法的复杂性分析的度量</a:t>
            </a:r>
          </a:p>
        </p:txBody>
      </p:sp>
    </p:spTree>
    <p:extLst>
      <p:ext uri="{BB962C8B-B14F-4D97-AF65-F5344CB8AC3E}">
        <p14:creationId xmlns:p14="http://schemas.microsoft.com/office/powerpoint/2010/main" val="24660514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8E06C77-3E88-0CDF-F582-5058BAB0A301}"/>
                  </a:ext>
                </a:extLst>
              </p:cNvPr>
              <p:cNvSpPr txBox="1"/>
              <p:nvPr/>
            </p:nvSpPr>
            <p:spPr>
              <a:xfrm>
                <a:off x="3143672" y="1243789"/>
                <a:ext cx="7848872" cy="907941"/>
              </a:xfrm>
              <a:prstGeom prst="rect">
                <a:avLst/>
              </a:prstGeom>
              <a:noFill/>
            </p:spPr>
            <p:txBody>
              <a:bodyPr wrap="square" rtlCol="0">
                <a:spAutoFit/>
              </a:bodyPr>
              <a:lstStyle/>
              <a:p>
                <a:pPr>
                  <a:spcBef>
                    <a:spcPts val="600"/>
                  </a:spcBef>
                </a:pPr>
                <a14:m>
                  <m:oMath xmlns:m="http://schemas.openxmlformats.org/officeDocument/2006/math">
                    <m:r>
                      <a:rPr lang="en-US" altLang="zh-CN" sz="2400" i="1" dirty="0">
                        <a:latin typeface="Cambria Math" panose="02040503050406030204" pitchFamily="18" charset="0"/>
                      </a:rPr>
                      <m:t>𝑇</m:t>
                    </m:r>
                    <m:r>
                      <a:rPr lang="en-US" altLang="zh-CN" sz="2400" i="1" dirty="0">
                        <a:latin typeface="Cambria Math" panose="02040503050406030204" pitchFamily="18" charset="0"/>
                      </a:rPr>
                      <m:t>(</m:t>
                    </m:r>
                    <m:r>
                      <a:rPr lang="en-US" altLang="zh-CN" sz="2400" i="1" dirty="0">
                        <a:latin typeface="Cambria Math" panose="02040503050406030204" pitchFamily="18" charset="0"/>
                      </a:rPr>
                      <m:t>𝑛</m:t>
                    </m:r>
                    <m:r>
                      <a:rPr lang="en-US" altLang="zh-CN" sz="2400" i="1" dirty="0">
                        <a:latin typeface="Cambria Math" panose="02040503050406030204" pitchFamily="18" charset="0"/>
                      </a:rPr>
                      <m:t>)=7</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𝑛</m:t>
                        </m:r>
                      </m:e>
                      <m:sup>
                        <m:r>
                          <a:rPr lang="en-US" altLang="zh-CN" sz="2400" i="1">
                            <a:latin typeface="Cambria Math" panose="02040503050406030204" pitchFamily="18" charset="0"/>
                          </a:rPr>
                          <m:t>3</m:t>
                        </m:r>
                      </m:sup>
                    </m:sSup>
                    <m:r>
                      <a:rPr lang="en-US" altLang="zh-CN" sz="2400" i="1">
                        <a:latin typeface="Cambria Math" panose="02040503050406030204" pitchFamily="18" charset="0"/>
                      </a:rPr>
                      <m:t>+4</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𝑛</m:t>
                        </m:r>
                      </m:e>
                      <m:sup>
                        <m:r>
                          <a:rPr lang="en-US" altLang="zh-CN" sz="2400" i="1">
                            <a:latin typeface="Cambria Math" panose="02040503050406030204" pitchFamily="18" charset="0"/>
                          </a:rPr>
                          <m:t>2</m:t>
                        </m:r>
                      </m:sup>
                    </m:sSup>
                    <m:r>
                      <a:rPr lang="en-US" altLang="zh-CN" sz="2400" i="1">
                        <a:latin typeface="Cambria Math" panose="02040503050406030204" pitchFamily="18" charset="0"/>
                      </a:rPr>
                      <m:t>+3</m:t>
                    </m:r>
                    <m:r>
                      <a:rPr lang="en-US" altLang="zh-CN" sz="2400" i="1">
                        <a:latin typeface="Cambria Math" panose="02040503050406030204" pitchFamily="18" charset="0"/>
                      </a:rPr>
                      <m:t>𝑛</m:t>
                    </m:r>
                    <m:r>
                      <a:rPr lang="en-US" altLang="zh-CN" sz="2400" i="1">
                        <a:latin typeface="Cambria Math" panose="02040503050406030204" pitchFamily="18" charset="0"/>
                      </a:rPr>
                      <m:t>+1</m:t>
                    </m:r>
                  </m:oMath>
                </a14:m>
                <a:r>
                  <a:rPr lang="zh-CN" altLang="en-US" sz="2400" dirty="0">
                    <a:latin typeface="+mn-ea"/>
                    <a:cs typeface="Times New Roman" panose="02020603050405020304" pitchFamily="18" charset="0"/>
                  </a:rPr>
                  <a:t>化简为</a:t>
                </a:r>
                <a14:m>
                  <m:oMath xmlns:m="http://schemas.openxmlformats.org/officeDocument/2006/math">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𝑛</m:t>
                        </m:r>
                      </m:e>
                      <m:sup>
                        <m:r>
                          <a:rPr lang="en-US" altLang="zh-CN" sz="2400" i="1">
                            <a:latin typeface="Cambria Math" panose="02040503050406030204" pitchFamily="18" charset="0"/>
                          </a:rPr>
                          <m:t>3</m:t>
                        </m:r>
                      </m:sup>
                    </m:sSup>
                  </m:oMath>
                </a14:m>
                <a:endParaRPr lang="en-US" altLang="zh-CN" sz="2400" dirty="0">
                  <a:latin typeface="+mn-ea"/>
                  <a:cs typeface="Times New Roman" panose="02020603050405020304" pitchFamily="18" charset="0"/>
                </a:endParaRPr>
              </a:p>
              <a:p>
                <a:pPr>
                  <a:spcBef>
                    <a:spcPts val="600"/>
                  </a:spcBef>
                </a:pPr>
                <a14:m>
                  <m:oMath xmlns:m="http://schemas.openxmlformats.org/officeDocument/2006/math">
                    <m:r>
                      <a:rPr lang="en-US" altLang="zh-CN" sz="2400" i="1" dirty="0">
                        <a:latin typeface="Cambria Math" panose="02040503050406030204" pitchFamily="18" charset="0"/>
                      </a:rPr>
                      <m:t>𝑇</m:t>
                    </m:r>
                    <m:r>
                      <a:rPr lang="en-US" altLang="zh-CN" sz="2400" i="1" dirty="0">
                        <a:latin typeface="Cambria Math" panose="02040503050406030204" pitchFamily="18" charset="0"/>
                      </a:rPr>
                      <m:t>(</m:t>
                    </m:r>
                    <m:r>
                      <a:rPr lang="en-US" altLang="zh-CN" sz="2400" i="1" dirty="0">
                        <a:latin typeface="Cambria Math" panose="02040503050406030204" pitchFamily="18" charset="0"/>
                      </a:rPr>
                      <m:t>𝑛</m:t>
                    </m:r>
                    <m:r>
                      <a:rPr lang="en-US" altLang="zh-CN" sz="2400" i="1" dirty="0">
                        <a:latin typeface="Cambria Math" panose="02040503050406030204" pitchFamily="18" charset="0"/>
                      </a:rPr>
                      <m:t>)=3</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𝑛</m:t>
                        </m:r>
                      </m:e>
                      <m:sup>
                        <m:r>
                          <a:rPr lang="en-US" altLang="zh-CN" sz="2400" i="1">
                            <a:latin typeface="Cambria Math" panose="02040503050406030204" pitchFamily="18" charset="0"/>
                          </a:rPr>
                          <m:t>3</m:t>
                        </m:r>
                      </m:sup>
                    </m:sSup>
                    <m:r>
                      <a:rPr lang="en-US" altLang="zh-CN" sz="2400" i="1">
                        <a:latin typeface="Cambria Math" panose="02040503050406030204" pitchFamily="18" charset="0"/>
                      </a:rPr>
                      <m:t>+2</m:t>
                    </m:r>
                    <m:r>
                      <a:rPr lang="en-US" altLang="zh-CN" sz="2400" i="1">
                        <a:latin typeface="Cambria Math" panose="02040503050406030204" pitchFamily="18" charset="0"/>
                      </a:rPr>
                      <m:t>𝑛</m:t>
                    </m:r>
                    <m:r>
                      <a:rPr lang="en-US" altLang="zh-CN" sz="2400" i="1">
                        <a:latin typeface="Cambria Math" panose="02040503050406030204" pitchFamily="18" charset="0"/>
                      </a:rPr>
                      <m:t>+4</m:t>
                    </m:r>
                  </m:oMath>
                </a14:m>
                <a:r>
                  <a:rPr lang="zh-CN" altLang="en-US" sz="2400" dirty="0">
                    <a:latin typeface="+mn-ea"/>
                    <a:cs typeface="Times New Roman" panose="02020603050405020304" pitchFamily="18" charset="0"/>
                  </a:rPr>
                  <a:t>也可以化简为</a:t>
                </a:r>
                <a14:m>
                  <m:oMath xmlns:m="http://schemas.openxmlformats.org/officeDocument/2006/math">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𝑛</m:t>
                        </m:r>
                      </m:e>
                      <m:sup>
                        <m:r>
                          <a:rPr lang="en-US" altLang="zh-CN" sz="2400" i="1">
                            <a:latin typeface="Cambria Math" panose="02040503050406030204" pitchFamily="18" charset="0"/>
                          </a:rPr>
                          <m:t>3</m:t>
                        </m:r>
                      </m:sup>
                    </m:sSup>
                  </m:oMath>
                </a14:m>
                <a:endParaRPr lang="en-US" altLang="zh-CN" sz="2400" dirty="0">
                  <a:latin typeface="+mn-ea"/>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xmlns:a14="http://schemas.microsoft.com/office/drawing/2010/main" xmlns="" id="{28E06C77-3E88-0CDF-F582-5058BAB0A301}"/>
                  </a:ext>
                </a:extLst>
              </p:cNvPr>
              <p:cNvSpPr txBox="1">
                <a:spLocks noRot="1" noChangeAspect="1" noMove="1" noResize="1" noEditPoints="1" noAdjustHandles="1" noChangeArrowheads="1" noChangeShapeType="1" noTextEdit="1"/>
              </p:cNvSpPr>
              <p:nvPr/>
            </p:nvSpPr>
            <p:spPr>
              <a:xfrm>
                <a:off x="3143672" y="1243789"/>
                <a:ext cx="7848872" cy="907941"/>
              </a:xfrm>
              <a:prstGeom prst="rect">
                <a:avLst/>
              </a:prstGeom>
              <a:blipFill rotWithShape="0">
                <a:blip r:embed="rId2"/>
                <a:stretch>
                  <a:fillRect l="-155" t="-7383" b="-127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AC7955A2-55C2-4731-3A2E-279D3D4E5C3E}"/>
                  </a:ext>
                </a:extLst>
              </p:cNvPr>
              <p:cNvSpPr txBox="1"/>
              <p:nvPr/>
            </p:nvSpPr>
            <p:spPr>
              <a:xfrm>
                <a:off x="479376" y="2208716"/>
                <a:ext cx="9073006" cy="3592137"/>
              </a:xfrm>
              <a:prstGeom prst="rect">
                <a:avLst/>
              </a:prstGeom>
              <a:noFill/>
            </p:spPr>
            <p:txBody>
              <a:bodyPr wrap="square" rtlCol="0">
                <a:spAutoFit/>
              </a:bodyPr>
              <a:lstStyle/>
              <a:p>
                <a:pPr>
                  <a:spcBef>
                    <a:spcPts val="600"/>
                  </a:spcBef>
                  <a:spcAft>
                    <a:spcPts val="600"/>
                  </a:spcAft>
                </a:pPr>
                <a:r>
                  <a:rPr lang="zh-CN" altLang="en-US" sz="2400" dirty="0"/>
                  <a:t>那么，所有的可以化简为</a:t>
                </a:r>
                <a14:m>
                  <m:oMath xmlns:m="http://schemas.openxmlformats.org/officeDocument/2006/math">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𝑛</m:t>
                        </m:r>
                      </m:e>
                      <m:sup>
                        <m:r>
                          <a:rPr lang="en-US" altLang="zh-CN" sz="2400" i="1">
                            <a:latin typeface="Cambria Math" panose="02040503050406030204" pitchFamily="18" charset="0"/>
                          </a:rPr>
                          <m:t>3</m:t>
                        </m:r>
                      </m:sup>
                    </m:sSup>
                  </m:oMath>
                </a14:m>
                <a:r>
                  <a:rPr lang="zh-CN" altLang="en-US" sz="2400" dirty="0"/>
                  <a:t>的时间复杂度函数就构成了一个集合，我们把这个集合叫做阶，记作</a:t>
                </a:r>
                <a14:m>
                  <m:oMath xmlns:m="http://schemas.openxmlformats.org/officeDocument/2006/math">
                    <m:r>
                      <m:rPr>
                        <m:nor/>
                      </m:rPr>
                      <a:rPr lang="en-US" altLang="zh-CN" sz="2400"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m:t></m:t>
                    </m:r>
                    <m:d>
                      <m:dPr>
                        <m:ctrlPr>
                          <a:rPr kumimoji="1" lang="en-US" altLang="zh-CN" sz="2400" i="1">
                            <a:solidFill>
                              <a:srgbClr val="0000FF"/>
                            </a:solidFill>
                            <a:latin typeface="Cambria Math" panose="02040503050406030204" pitchFamily="18" charset="0"/>
                            <a:ea typeface="Cambria Math" panose="02040503050406030204" pitchFamily="18" charset="0"/>
                            <a:sym typeface="Symbol" panose="05050102010706020507" pitchFamily="18" charset="2"/>
                          </a:rPr>
                        </m:ctrlPr>
                      </m:dPr>
                      <m:e>
                        <m:sSup>
                          <m:sSupPr>
                            <m:ctrlPr>
                              <a:rPr kumimoji="1" lang="en-US" altLang="zh-CN" sz="2400" i="1">
                                <a:solidFill>
                                  <a:srgbClr val="0000FF"/>
                                </a:solidFill>
                                <a:latin typeface="Cambria Math" panose="02040503050406030204" pitchFamily="18" charset="0"/>
                                <a:ea typeface="Cambria Math" panose="02040503050406030204" pitchFamily="18" charset="0"/>
                                <a:sym typeface="Symbol" panose="05050102010706020507" pitchFamily="18" charset="2"/>
                              </a:rPr>
                            </m:ctrlPr>
                          </m:sSupPr>
                          <m:e>
                            <m:r>
                              <a:rPr kumimoji="1" lang="en-US" altLang="zh-CN" sz="2400" i="1">
                                <a:solidFill>
                                  <a:srgbClr val="0000FF"/>
                                </a:solidFill>
                                <a:latin typeface="Cambria Math" panose="02040503050406030204" pitchFamily="18" charset="0"/>
                                <a:ea typeface="Cambria Math" panose="02040503050406030204" pitchFamily="18" charset="0"/>
                                <a:sym typeface="Symbol" panose="05050102010706020507" pitchFamily="18" charset="2"/>
                              </a:rPr>
                              <m:t>𝑛</m:t>
                            </m:r>
                          </m:e>
                          <m:sup>
                            <m:r>
                              <a:rPr kumimoji="1" lang="en-US" altLang="zh-CN" sz="2400" i="1">
                                <a:solidFill>
                                  <a:srgbClr val="0000FF"/>
                                </a:solidFill>
                                <a:latin typeface="Cambria Math" panose="02040503050406030204" pitchFamily="18" charset="0"/>
                                <a:ea typeface="Cambria Math" panose="02040503050406030204" pitchFamily="18" charset="0"/>
                                <a:sym typeface="Symbol" panose="05050102010706020507" pitchFamily="18" charset="2"/>
                              </a:rPr>
                              <m:t>3</m:t>
                            </m:r>
                          </m:sup>
                        </m:sSup>
                      </m:e>
                    </m:d>
                    <m:r>
                      <a:rPr kumimoji="1" lang="zh-CN" altLang="en-US" sz="2400" i="1">
                        <a:solidFill>
                          <a:srgbClr val="0000FF"/>
                        </a:solidFill>
                        <a:latin typeface="Cambria Math" panose="02040503050406030204" pitchFamily="18" charset="0"/>
                        <a:ea typeface="Cambria Math" panose="02040503050406030204" pitchFamily="18" charset="0"/>
                        <a:sym typeface="Symbol" panose="05050102010706020507" pitchFamily="18" charset="2"/>
                      </a:rPr>
                      <m:t>。</m:t>
                    </m:r>
                  </m:oMath>
                </a14:m>
                <a:endParaRPr lang="en-US" altLang="zh-CN" sz="2400" dirty="0"/>
              </a:p>
              <a:p>
                <a:pPr>
                  <a:spcBef>
                    <a:spcPts val="600"/>
                  </a:spcBef>
                  <a:spcAft>
                    <a:spcPts val="600"/>
                  </a:spcAft>
                </a:pPr>
                <a:r>
                  <a:rPr lang="zh-CN" altLang="en-US" sz="2400" dirty="0"/>
                  <a:t>有些时候，时间复杂度函数不好化简</a:t>
                </a:r>
                <a14:m>
                  <m:oMath xmlns:m="http://schemas.openxmlformats.org/officeDocument/2006/math">
                    <m:r>
                      <a:rPr lang="en-US" altLang="zh-CN" sz="2400" i="1" dirty="0">
                        <a:latin typeface="Cambria Math" panose="02040503050406030204" pitchFamily="18" charset="0"/>
                      </a:rPr>
                      <m:t>𝑇</m:t>
                    </m:r>
                    <m:d>
                      <m:dPr>
                        <m:ctrlPr>
                          <a:rPr lang="en-US" altLang="zh-CN" sz="2400" i="1" dirty="0">
                            <a:latin typeface="Cambria Math" panose="02040503050406030204" pitchFamily="18" charset="0"/>
                          </a:rPr>
                        </m:ctrlPr>
                      </m:dPr>
                      <m:e>
                        <m:r>
                          <a:rPr lang="en-US" altLang="zh-CN" sz="2400" i="1" dirty="0">
                            <a:latin typeface="Cambria Math" panose="02040503050406030204" pitchFamily="18" charset="0"/>
                          </a:rPr>
                          <m:t>𝑛</m:t>
                        </m:r>
                      </m:e>
                    </m:d>
                    <m:r>
                      <a:rPr lang="en-US" altLang="zh-CN" sz="2400" i="1" dirty="0">
                        <a:latin typeface="Cambria Math" panose="02040503050406030204" pitchFamily="18" charset="0"/>
                      </a:rPr>
                      <m:t>=</m:t>
                    </m:r>
                    <m:sSup>
                      <m:sSupPr>
                        <m:ctrlPr>
                          <a:rPr lang="en-US" altLang="zh-CN" sz="2400" i="1" dirty="0">
                            <a:latin typeface="Cambria Math" panose="02040503050406030204" pitchFamily="18" charset="0"/>
                          </a:rPr>
                        </m:ctrlPr>
                      </m:sSupPr>
                      <m:e>
                        <m:r>
                          <a:rPr lang="en-US" altLang="zh-CN" sz="2400" i="1" dirty="0">
                            <a:latin typeface="Cambria Math" panose="02040503050406030204" pitchFamily="18" charset="0"/>
                          </a:rPr>
                          <m:t>𝑛</m:t>
                        </m:r>
                      </m:e>
                      <m:sup>
                        <m:func>
                          <m:funcPr>
                            <m:ctrlPr>
                              <a:rPr lang="en-US" altLang="zh-CN" sz="2400" i="1" dirty="0">
                                <a:latin typeface="Cambria Math" panose="02040503050406030204" pitchFamily="18" charset="0"/>
                              </a:rPr>
                            </m:ctrlPr>
                          </m:funcPr>
                          <m:fName>
                            <m:r>
                              <m:rPr>
                                <m:sty m:val="p"/>
                              </m:rPr>
                              <a:rPr lang="en-US" altLang="zh-CN" sz="2400" dirty="0">
                                <a:latin typeface="Cambria Math" panose="02040503050406030204" pitchFamily="18" charset="0"/>
                              </a:rPr>
                              <m:t>sin</m:t>
                            </m:r>
                          </m:fName>
                          <m:e>
                            <m:d>
                              <m:dPr>
                                <m:ctrlPr>
                                  <a:rPr lang="en-US" altLang="zh-CN" sz="2400" i="1" dirty="0">
                                    <a:latin typeface="Cambria Math" panose="02040503050406030204" pitchFamily="18" charset="0"/>
                                  </a:rPr>
                                </m:ctrlPr>
                              </m:dPr>
                              <m:e>
                                <m:r>
                                  <a:rPr lang="en-US" altLang="zh-CN" sz="2400" i="1" dirty="0">
                                    <a:latin typeface="Cambria Math" panose="02040503050406030204" pitchFamily="18" charset="0"/>
                                  </a:rPr>
                                  <m:t>𝑛</m:t>
                                </m:r>
                              </m:e>
                            </m:d>
                          </m:e>
                        </m:func>
                      </m:sup>
                    </m:sSup>
                  </m:oMath>
                </a14:m>
                <a:r>
                  <a:rPr lang="zh-CN" altLang="en-US" sz="2400" dirty="0"/>
                  <a:t>，怎么办？</a:t>
                </a:r>
                <a:endParaRPr lang="en-US" altLang="zh-CN" sz="2400" dirty="0"/>
              </a:p>
              <a:p>
                <a:pPr>
                  <a:spcBef>
                    <a:spcPts val="600"/>
                  </a:spcBef>
                  <a:spcAft>
                    <a:spcPts val="600"/>
                  </a:spcAft>
                </a:pPr>
                <a:r>
                  <a:rPr lang="zh-CN" altLang="en-US" sz="2400" dirty="0"/>
                  <a:t>引入</a:t>
                </a:r>
                <a:r>
                  <a:rPr lang="en-US" altLang="zh-CN" sz="2400" dirty="0"/>
                  <a:t>O</a:t>
                </a:r>
                <a:r>
                  <a:rPr lang="zh-CN" altLang="en-US" sz="2400" dirty="0"/>
                  <a:t>记号：当前时间复杂度函数的上界</a:t>
                </a:r>
                <a:endParaRPr lang="en-US" altLang="zh-CN" sz="2400" dirty="0"/>
              </a:p>
              <a:p>
                <a:pPr>
                  <a:spcBef>
                    <a:spcPts val="600"/>
                  </a:spcBef>
                  <a:spcAft>
                    <a:spcPts val="600"/>
                  </a:spcAft>
                </a:pPr>
                <a:r>
                  <a:rPr lang="zh-CN" altLang="en-US" sz="2400" dirty="0"/>
                  <a:t>例如：</a:t>
                </a:r>
                <a14:m>
                  <m:oMath xmlns:m="http://schemas.openxmlformats.org/officeDocument/2006/math">
                    <m:r>
                      <a:rPr lang="en-US" altLang="zh-CN" sz="2400" b="0" i="0" dirty="0" smtClean="0">
                        <a:latin typeface="Cambria Math" panose="02040503050406030204" pitchFamily="18" charset="0"/>
                      </a:rPr>
                      <m:t>                          </m:t>
                    </m:r>
                    <m:r>
                      <a:rPr lang="en-US" altLang="zh-CN" sz="2400" i="1" dirty="0">
                        <a:latin typeface="Cambria Math" panose="02040503050406030204" pitchFamily="18" charset="0"/>
                      </a:rPr>
                      <m:t>𝑇</m:t>
                    </m:r>
                    <m:d>
                      <m:dPr>
                        <m:ctrlPr>
                          <a:rPr lang="en-US" altLang="zh-CN" sz="2400" i="1" dirty="0">
                            <a:latin typeface="Cambria Math" panose="02040503050406030204" pitchFamily="18" charset="0"/>
                          </a:rPr>
                        </m:ctrlPr>
                      </m:dPr>
                      <m:e>
                        <m:r>
                          <a:rPr lang="en-US" altLang="zh-CN" sz="2400" i="1" dirty="0">
                            <a:latin typeface="Cambria Math" panose="02040503050406030204" pitchFamily="18" charset="0"/>
                          </a:rPr>
                          <m:t>𝑛</m:t>
                        </m:r>
                      </m:e>
                    </m:d>
                    <m:r>
                      <a:rPr lang="en-US" altLang="zh-CN" sz="2400" i="1" dirty="0">
                        <a:latin typeface="Cambria Math" panose="02040503050406030204" pitchFamily="18" charset="0"/>
                      </a:rPr>
                      <m:t>=</m:t>
                    </m:r>
                    <m:sSup>
                      <m:sSupPr>
                        <m:ctrlPr>
                          <a:rPr lang="en-US" altLang="zh-CN" sz="2400" i="1" dirty="0">
                            <a:latin typeface="Cambria Math" panose="02040503050406030204" pitchFamily="18" charset="0"/>
                          </a:rPr>
                        </m:ctrlPr>
                      </m:sSupPr>
                      <m:e>
                        <m:r>
                          <a:rPr lang="en-US" altLang="zh-CN" sz="2400" i="1" dirty="0">
                            <a:latin typeface="Cambria Math" panose="02040503050406030204" pitchFamily="18" charset="0"/>
                          </a:rPr>
                          <m:t>𝑛</m:t>
                        </m:r>
                      </m:e>
                      <m:sup>
                        <m:func>
                          <m:funcPr>
                            <m:ctrlPr>
                              <a:rPr lang="en-US" altLang="zh-CN" sz="2400" i="1" dirty="0">
                                <a:latin typeface="Cambria Math" panose="02040503050406030204" pitchFamily="18" charset="0"/>
                              </a:rPr>
                            </m:ctrlPr>
                          </m:funcPr>
                          <m:fName>
                            <m:r>
                              <m:rPr>
                                <m:sty m:val="p"/>
                              </m:rPr>
                              <a:rPr lang="en-US" altLang="zh-CN" sz="2400" dirty="0">
                                <a:latin typeface="Cambria Math" panose="02040503050406030204" pitchFamily="18" charset="0"/>
                              </a:rPr>
                              <m:t>sin</m:t>
                            </m:r>
                          </m:fName>
                          <m:e>
                            <m:d>
                              <m:dPr>
                                <m:ctrlPr>
                                  <a:rPr lang="en-US" altLang="zh-CN" sz="2400" i="1" dirty="0">
                                    <a:latin typeface="Cambria Math" panose="02040503050406030204" pitchFamily="18" charset="0"/>
                                  </a:rPr>
                                </m:ctrlPr>
                              </m:dPr>
                              <m:e>
                                <m:r>
                                  <a:rPr lang="en-US" altLang="zh-CN" sz="2400" i="1" dirty="0">
                                    <a:latin typeface="Cambria Math" panose="02040503050406030204" pitchFamily="18" charset="0"/>
                                  </a:rPr>
                                  <m:t>𝑛</m:t>
                                </m:r>
                              </m:e>
                            </m:d>
                          </m:e>
                        </m:func>
                      </m:sup>
                    </m:sSup>
                    <m:r>
                      <a:rPr lang="en-US" altLang="zh-CN" sz="2400" i="1" dirty="0">
                        <a:latin typeface="Cambria Math" panose="02040503050406030204" pitchFamily="18" charset="0"/>
                      </a:rPr>
                      <m:t>≤</m:t>
                    </m:r>
                    <m:r>
                      <a:rPr lang="en-US" altLang="zh-CN" sz="2400" i="1" dirty="0">
                        <a:latin typeface="Cambria Math" panose="02040503050406030204" pitchFamily="18" charset="0"/>
                      </a:rPr>
                      <m:t>𝑛</m:t>
                    </m:r>
                  </m:oMath>
                </a14:m>
                <a:r>
                  <a:rPr lang="zh-CN" altLang="en-US" sz="2400" dirty="0"/>
                  <a:t>，</a:t>
                </a:r>
                <a14:m>
                  <m:oMath xmlns:m="http://schemas.openxmlformats.org/officeDocument/2006/math">
                    <m:r>
                      <a:rPr lang="en-US" altLang="zh-CN" sz="2400" i="1" dirty="0">
                        <a:latin typeface="Cambria Math" panose="02040503050406030204" pitchFamily="18" charset="0"/>
                      </a:rPr>
                      <m:t>𝑇</m:t>
                    </m:r>
                    <m:d>
                      <m:dPr>
                        <m:ctrlPr>
                          <a:rPr lang="en-US" altLang="zh-CN" sz="2400" i="1" dirty="0">
                            <a:latin typeface="Cambria Math" panose="02040503050406030204" pitchFamily="18" charset="0"/>
                          </a:rPr>
                        </m:ctrlPr>
                      </m:dPr>
                      <m:e>
                        <m:r>
                          <a:rPr lang="en-US" altLang="zh-CN" sz="2400" i="1" dirty="0">
                            <a:latin typeface="Cambria Math" panose="02040503050406030204" pitchFamily="18" charset="0"/>
                          </a:rPr>
                          <m:t>𝑛</m:t>
                        </m:r>
                      </m:e>
                    </m:d>
                  </m:oMath>
                </a14:m>
                <a:r>
                  <a:rPr lang="en-US" altLang="zh-CN" sz="2400" dirty="0"/>
                  <a:t>=O(n)</a:t>
                </a:r>
              </a:p>
              <a:p>
                <a:pPr>
                  <a:spcBef>
                    <a:spcPts val="600"/>
                  </a:spcBef>
                  <a:spcAft>
                    <a:spcPts val="600"/>
                  </a:spcAft>
                </a:pPr>
                <a14:m>
                  <m:oMath xmlns:m="http://schemas.openxmlformats.org/officeDocument/2006/math">
                    <m:r>
                      <a:rPr lang="en-US" altLang="zh-CN" sz="2400" b="0" i="1" smtClean="0">
                        <a:latin typeface="Cambria Math" panose="02040503050406030204" pitchFamily="18" charset="0"/>
                      </a:rPr>
                      <m:t>                                      </m:t>
                    </m:r>
                    <m:r>
                      <a:rPr lang="en-US" altLang="zh-CN" sz="2400" i="1">
                        <a:latin typeface="Cambria Math" panose="02040503050406030204" pitchFamily="18" charset="0"/>
                      </a:rPr>
                      <m:t>7</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𝑛</m:t>
                        </m:r>
                      </m:e>
                      <m:sup>
                        <m:r>
                          <a:rPr lang="en-US" altLang="zh-CN" sz="2400" i="1">
                            <a:latin typeface="Cambria Math" panose="02040503050406030204" pitchFamily="18" charset="0"/>
                          </a:rPr>
                          <m:t>3</m:t>
                        </m:r>
                      </m:sup>
                    </m:sSup>
                    <m:r>
                      <a:rPr lang="en-US" altLang="zh-CN" sz="2400" i="1">
                        <a:latin typeface="Cambria Math" panose="02040503050406030204" pitchFamily="18" charset="0"/>
                      </a:rPr>
                      <m:t>+4</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𝑛</m:t>
                        </m:r>
                      </m:e>
                      <m:sup>
                        <m:r>
                          <a:rPr lang="en-US" altLang="zh-CN" sz="2400" i="1">
                            <a:latin typeface="Cambria Math" panose="02040503050406030204" pitchFamily="18" charset="0"/>
                          </a:rPr>
                          <m:t>2</m:t>
                        </m:r>
                      </m:sup>
                    </m:sSup>
                    <m:r>
                      <a:rPr lang="en-US" altLang="zh-CN" sz="2400" i="1">
                        <a:latin typeface="Cambria Math" panose="02040503050406030204" pitchFamily="18" charset="0"/>
                      </a:rPr>
                      <m:t>+3</m:t>
                    </m:r>
                    <m:r>
                      <a:rPr lang="en-US" altLang="zh-CN" sz="2400" i="1">
                        <a:latin typeface="Cambria Math" panose="02040503050406030204" pitchFamily="18" charset="0"/>
                      </a:rPr>
                      <m:t>𝑛</m:t>
                    </m:r>
                    <m:r>
                      <a:rPr lang="en-US" altLang="zh-CN" sz="2400" i="1">
                        <a:latin typeface="Cambria Math" panose="02040503050406030204" pitchFamily="18" charset="0"/>
                      </a:rPr>
                      <m:t>+1≤8</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𝑛</m:t>
                        </m:r>
                      </m:e>
                      <m:sup>
                        <m:r>
                          <a:rPr lang="en-US" altLang="zh-CN" sz="2400" i="1">
                            <a:latin typeface="Cambria Math" panose="02040503050406030204" pitchFamily="18" charset="0"/>
                          </a:rPr>
                          <m:t>3</m:t>
                        </m:r>
                      </m:sup>
                    </m:sSup>
                    <m:r>
                      <a:rPr lang="en-US" altLang="zh-CN" sz="2400" i="1" dirty="0">
                        <a:latin typeface="Cambria Math" panose="02040503050406030204" pitchFamily="18" charset="0"/>
                      </a:rPr>
                      <m:t>= </m:t>
                    </m:r>
                    <m:r>
                      <a:rPr lang="en-US" altLang="zh-CN" sz="2400" i="1" dirty="0">
                        <a:latin typeface="Cambria Math" panose="02040503050406030204" pitchFamily="18" charset="0"/>
                      </a:rPr>
                      <m:t>𝑂</m:t>
                    </m:r>
                    <m:r>
                      <a:rPr lang="en-US" altLang="zh-CN" sz="2400" i="1" dirty="0">
                        <a:latin typeface="Cambria Math" panose="02040503050406030204" pitchFamily="18" charset="0"/>
                      </a:rPr>
                      <m:t>(</m:t>
                    </m:r>
                    <m:sSup>
                      <m:sSupPr>
                        <m:ctrlPr>
                          <a:rPr lang="en-US" altLang="zh-CN" sz="2400" i="1" dirty="0">
                            <a:latin typeface="Cambria Math" panose="02040503050406030204" pitchFamily="18" charset="0"/>
                          </a:rPr>
                        </m:ctrlPr>
                      </m:sSupPr>
                      <m:e>
                        <m:r>
                          <a:rPr lang="en-US" altLang="zh-CN" sz="2400" i="1" dirty="0">
                            <a:latin typeface="Cambria Math" panose="02040503050406030204" pitchFamily="18" charset="0"/>
                          </a:rPr>
                          <m:t>𝑛</m:t>
                        </m:r>
                      </m:e>
                      <m:sup>
                        <m:r>
                          <a:rPr lang="en-US" altLang="zh-CN" sz="2400" i="1" dirty="0">
                            <a:latin typeface="Cambria Math" panose="02040503050406030204" pitchFamily="18" charset="0"/>
                          </a:rPr>
                          <m:t>3</m:t>
                        </m:r>
                      </m:sup>
                    </m:sSup>
                    <m:r>
                      <a:rPr lang="en-US" altLang="zh-CN" sz="2400" i="1" dirty="0">
                        <a:latin typeface="Cambria Math" panose="02040503050406030204" pitchFamily="18" charset="0"/>
                      </a:rPr>
                      <m:t>)</m:t>
                    </m:r>
                  </m:oMath>
                </a14:m>
                <a:r>
                  <a:rPr lang="en-US" altLang="zh-CN" sz="2400" dirty="0"/>
                  <a:t> </a:t>
                </a:r>
              </a:p>
              <a:p>
                <a:pPr>
                  <a:spcBef>
                    <a:spcPts val="600"/>
                  </a:spcBef>
                  <a:spcAft>
                    <a:spcPts val="600"/>
                  </a:spcAft>
                </a:pPr>
                <a14:m>
                  <m:oMath xmlns:m="http://schemas.openxmlformats.org/officeDocument/2006/math">
                    <m:r>
                      <a:rPr lang="en-US" altLang="zh-CN" sz="2400" b="0" i="1" dirty="0" smtClean="0">
                        <a:latin typeface="Cambria Math" panose="02040503050406030204" pitchFamily="18" charset="0"/>
                      </a:rPr>
                      <m:t>                                          </m:t>
                    </m:r>
                    <m:r>
                      <a:rPr lang="en-US" altLang="zh-CN" sz="2400" i="1" dirty="0">
                        <a:latin typeface="Cambria Math" panose="02040503050406030204" pitchFamily="18" charset="0"/>
                      </a:rPr>
                      <m:t>3</m:t>
                    </m:r>
                    <m:sSup>
                      <m:sSupPr>
                        <m:ctrlPr>
                          <a:rPr lang="en-US" altLang="zh-CN" sz="2400" i="1" dirty="0">
                            <a:latin typeface="Cambria Math" panose="02040503050406030204" pitchFamily="18" charset="0"/>
                          </a:rPr>
                        </m:ctrlPr>
                      </m:sSupPr>
                      <m:e>
                        <m:r>
                          <a:rPr lang="en-US" altLang="zh-CN" sz="2400" i="1" dirty="0">
                            <a:latin typeface="Cambria Math" panose="02040503050406030204" pitchFamily="18" charset="0"/>
                          </a:rPr>
                          <m:t>𝑛</m:t>
                        </m:r>
                      </m:e>
                      <m:sup>
                        <m:r>
                          <a:rPr lang="en-US" altLang="zh-CN" sz="2400" i="1" dirty="0">
                            <a:latin typeface="Cambria Math" panose="02040503050406030204" pitchFamily="18" charset="0"/>
                          </a:rPr>
                          <m:t>3</m:t>
                        </m:r>
                      </m:sup>
                    </m:sSup>
                    <m:r>
                      <a:rPr lang="en-US" altLang="zh-CN" sz="2400" i="1" dirty="0">
                        <a:latin typeface="Cambria Math" panose="02040503050406030204" pitchFamily="18" charset="0"/>
                      </a:rPr>
                      <m:t>+2</m:t>
                    </m:r>
                    <m:r>
                      <a:rPr lang="en-US" altLang="zh-CN" sz="2400" i="1" dirty="0">
                        <a:latin typeface="Cambria Math" panose="02040503050406030204" pitchFamily="18" charset="0"/>
                      </a:rPr>
                      <m:t>𝑛</m:t>
                    </m:r>
                    <m:r>
                      <a:rPr lang="en-US" altLang="zh-CN" sz="2400" i="1" dirty="0">
                        <a:latin typeface="Cambria Math" panose="02040503050406030204" pitchFamily="18" charset="0"/>
                      </a:rPr>
                      <m:t>+4 ≤4</m:t>
                    </m:r>
                    <m:sSup>
                      <m:sSupPr>
                        <m:ctrlPr>
                          <a:rPr lang="en-US" altLang="zh-CN" sz="2400" i="1" dirty="0">
                            <a:latin typeface="Cambria Math" panose="02040503050406030204" pitchFamily="18" charset="0"/>
                          </a:rPr>
                        </m:ctrlPr>
                      </m:sSupPr>
                      <m:e>
                        <m:r>
                          <a:rPr lang="en-US" altLang="zh-CN" sz="2400" i="1" dirty="0">
                            <a:latin typeface="Cambria Math" panose="02040503050406030204" pitchFamily="18" charset="0"/>
                          </a:rPr>
                          <m:t>𝑛</m:t>
                        </m:r>
                      </m:e>
                      <m:sup>
                        <m:r>
                          <a:rPr lang="en-US" altLang="zh-CN" sz="2400" i="1" dirty="0">
                            <a:latin typeface="Cambria Math" panose="02040503050406030204" pitchFamily="18" charset="0"/>
                          </a:rPr>
                          <m:t>3</m:t>
                        </m:r>
                      </m:sup>
                    </m:sSup>
                    <m:r>
                      <a:rPr lang="en-US" altLang="zh-CN" sz="2400" i="1" dirty="0">
                        <a:latin typeface="Cambria Math" panose="02040503050406030204" pitchFamily="18" charset="0"/>
                      </a:rPr>
                      <m:t>=</m:t>
                    </m:r>
                    <m:r>
                      <a:rPr lang="en-US" altLang="zh-CN" sz="2400" i="1" dirty="0">
                        <a:latin typeface="Cambria Math" panose="02040503050406030204" pitchFamily="18" charset="0"/>
                      </a:rPr>
                      <m:t>𝑂</m:t>
                    </m:r>
                    <m:d>
                      <m:dPr>
                        <m:ctrlPr>
                          <a:rPr lang="en-US" altLang="zh-CN" sz="2400" i="1" dirty="0">
                            <a:latin typeface="Cambria Math" panose="02040503050406030204" pitchFamily="18" charset="0"/>
                          </a:rPr>
                        </m:ctrlPr>
                      </m:dPr>
                      <m:e>
                        <m:sSup>
                          <m:sSupPr>
                            <m:ctrlPr>
                              <a:rPr lang="en-US" altLang="zh-CN" sz="2400" i="1" dirty="0">
                                <a:latin typeface="Cambria Math" panose="02040503050406030204" pitchFamily="18" charset="0"/>
                              </a:rPr>
                            </m:ctrlPr>
                          </m:sSupPr>
                          <m:e>
                            <m:r>
                              <a:rPr lang="en-US" altLang="zh-CN" sz="2400" i="1" dirty="0">
                                <a:latin typeface="Cambria Math" panose="02040503050406030204" pitchFamily="18" charset="0"/>
                              </a:rPr>
                              <m:t>𝑛</m:t>
                            </m:r>
                          </m:e>
                          <m:sup>
                            <m:r>
                              <a:rPr lang="en-US" altLang="zh-CN" sz="2400" i="1" dirty="0">
                                <a:latin typeface="Cambria Math" panose="02040503050406030204" pitchFamily="18" charset="0"/>
                              </a:rPr>
                              <m:t>3</m:t>
                            </m:r>
                          </m:sup>
                        </m:sSup>
                      </m:e>
                    </m:d>
                  </m:oMath>
                </a14:m>
                <a:r>
                  <a:rPr lang="en-US" altLang="zh-CN" sz="2400" dirty="0"/>
                  <a:t> </a:t>
                </a:r>
              </a:p>
            </p:txBody>
          </p:sp>
        </mc:Choice>
        <mc:Fallback xmlns="">
          <p:sp>
            <p:nvSpPr>
              <p:cNvPr id="2" name="文本框 1">
                <a:extLst>
                  <a:ext uri="{FF2B5EF4-FFF2-40B4-BE49-F238E27FC236}">
                    <a16:creationId xmlns:a16="http://schemas.microsoft.com/office/drawing/2014/main" id="{AC7955A2-55C2-4731-3A2E-279D3D4E5C3E}"/>
                  </a:ext>
                </a:extLst>
              </p:cNvPr>
              <p:cNvSpPr txBox="1">
                <a:spLocks noRot="1" noChangeAspect="1" noMove="1" noResize="1" noEditPoints="1" noAdjustHandles="1" noChangeArrowheads="1" noChangeShapeType="1" noTextEdit="1"/>
              </p:cNvSpPr>
              <p:nvPr/>
            </p:nvSpPr>
            <p:spPr>
              <a:xfrm>
                <a:off x="479376" y="2208716"/>
                <a:ext cx="9073006" cy="3592137"/>
              </a:xfrm>
              <a:prstGeom prst="rect">
                <a:avLst/>
              </a:prstGeom>
              <a:blipFill>
                <a:blip r:embed="rId3"/>
                <a:stretch>
                  <a:fillRect l="-1075" t="-1864" r="-6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70ECA6C8-B17E-E518-D56E-42137A8D0B7C}"/>
                  </a:ext>
                </a:extLst>
              </p:cNvPr>
              <p:cNvSpPr txBox="1"/>
              <p:nvPr/>
            </p:nvSpPr>
            <p:spPr>
              <a:xfrm>
                <a:off x="1446846" y="5877197"/>
                <a:ext cx="9019915" cy="471732"/>
              </a:xfrm>
              <a:prstGeom prst="rect">
                <a:avLst/>
              </a:prstGeom>
              <a:noFill/>
            </p:spPr>
            <p:txBody>
              <a:bodyPr wrap="square">
                <a:spAutoFit/>
              </a:bodyPr>
              <a:lstStyle/>
              <a:p>
                <a:pPr lvl="1">
                  <a:lnSpc>
                    <a:spcPct val="90000"/>
                  </a:lnSpc>
                </a:pPr>
                <a:r>
                  <a:rPr lang="zh-CN" altLang="en-US" sz="2400" dirty="0">
                    <a:latin typeface="黑体" panose="02010609060101010101" pitchFamily="49" charset="-122"/>
                    <a:ea typeface="黑体" panose="02010609060101010101" pitchFamily="49" charset="-122"/>
                    <a:cs typeface="Times New Roman" panose="02020603050405020304" pitchFamily="18" charset="0"/>
                    <a:sym typeface="Symbol" panose="05050102010706020507" pitchFamily="18" charset="2"/>
                  </a:rPr>
                  <a:t>常</a:t>
                </a:r>
                <a:r>
                  <a:rPr lang="zh-CN" altLang="en-US" sz="2400" dirty="0">
                    <a:sym typeface="Symbol" panose="05050102010706020507" pitchFamily="18" charset="2"/>
                  </a:rPr>
                  <a:t>见</a:t>
                </a:r>
                <a14:m>
                  <m:oMath xmlns:m="http://schemas.openxmlformats.org/officeDocument/2006/math">
                    <m:r>
                      <a:rPr lang="zh-CN" altLang="en-US" sz="2400" dirty="0">
                        <a:latin typeface="Cambria Math" panose="02040503050406030204" pitchFamily="18" charset="0"/>
                        <a:sym typeface="Symbol" panose="05050102010706020507" pitchFamily="18" charset="2"/>
                      </a:rPr>
                      <m:t>的阶：</m:t>
                    </m:r>
                    <m:r>
                      <a:rPr lang="en-US" altLang="zh-CN" sz="2400" i="1" dirty="0">
                        <a:latin typeface="Cambria Math" panose="02040503050406030204" pitchFamily="18" charset="0"/>
                      </a:rPr>
                      <m:t>𝑂</m:t>
                    </m:r>
                    <m:d>
                      <m:dPr>
                        <m:ctrlPr>
                          <a:rPr lang="en-US" altLang="zh-CN" sz="2400" i="1" dirty="0">
                            <a:latin typeface="Cambria Math" panose="02040503050406030204" pitchFamily="18" charset="0"/>
                            <a:sym typeface="Symbol" panose="05050102010706020507" pitchFamily="18" charset="2"/>
                          </a:rPr>
                        </m:ctrlPr>
                      </m:dPr>
                      <m:e>
                        <m:r>
                          <a:rPr lang="en-US" altLang="zh-CN" sz="2400">
                            <a:latin typeface="Cambria Math" panose="02040503050406030204" pitchFamily="18" charset="0"/>
                          </a:rPr>
                          <m:t>1</m:t>
                        </m:r>
                      </m:e>
                    </m:d>
                    <m:r>
                      <a:rPr lang="en-US" altLang="zh-CN" sz="2400">
                        <a:latin typeface="Cambria Math" panose="02040503050406030204" pitchFamily="18" charset="0"/>
                      </a:rPr>
                      <m:t>,</m:t>
                    </m:r>
                    <m:r>
                      <a:rPr lang="en-US" altLang="zh-CN" sz="2400" i="1" dirty="0">
                        <a:latin typeface="Cambria Math" panose="02040503050406030204" pitchFamily="18" charset="0"/>
                      </a:rPr>
                      <m:t>𝑂</m:t>
                    </m:r>
                    <m:d>
                      <m:dPr>
                        <m:ctrlPr>
                          <a:rPr lang="en-US" altLang="zh-CN" sz="2400" i="1" dirty="0">
                            <a:latin typeface="Cambria Math" panose="02040503050406030204" pitchFamily="18" charset="0"/>
                            <a:sym typeface="Symbol" panose="05050102010706020507" pitchFamily="18" charset="2"/>
                          </a:rPr>
                        </m:ctrlPr>
                      </m:dPr>
                      <m:e>
                        <m:r>
                          <m:rPr>
                            <m:sty m:val="p"/>
                          </m:rPr>
                          <a:rPr lang="en-US" altLang="zh-CN" sz="2400">
                            <a:latin typeface="Cambria Math" panose="02040503050406030204" pitchFamily="18" charset="0"/>
                          </a:rPr>
                          <m:t>lg</m:t>
                        </m:r>
                        <m:r>
                          <a:rPr lang="en-US" altLang="zh-CN" sz="2400">
                            <a:latin typeface="Cambria Math" panose="02040503050406030204" pitchFamily="18" charset="0"/>
                          </a:rPr>
                          <m:t> </m:t>
                        </m:r>
                        <m:r>
                          <a:rPr lang="en-US" altLang="zh-CN" sz="2400">
                            <a:latin typeface="Cambria Math" panose="02040503050406030204" pitchFamily="18" charset="0"/>
                          </a:rPr>
                          <m:t>𝑛</m:t>
                        </m:r>
                      </m:e>
                    </m:d>
                    <m:r>
                      <a:rPr lang="en-US" altLang="zh-CN" sz="2400">
                        <a:latin typeface="Cambria Math" panose="02040503050406030204" pitchFamily="18" charset="0"/>
                      </a:rPr>
                      <m:t>,</m:t>
                    </m:r>
                    <m:r>
                      <a:rPr lang="en-US" altLang="zh-CN" sz="2400" i="1" dirty="0">
                        <a:latin typeface="Cambria Math" panose="02040503050406030204" pitchFamily="18" charset="0"/>
                      </a:rPr>
                      <m:t>𝑂</m:t>
                    </m:r>
                    <m:d>
                      <m:dPr>
                        <m:ctrlPr>
                          <a:rPr lang="en-US" altLang="zh-CN" sz="2400" i="1" dirty="0">
                            <a:latin typeface="Cambria Math" panose="02040503050406030204" pitchFamily="18" charset="0"/>
                            <a:sym typeface="Symbol" panose="05050102010706020507" pitchFamily="18" charset="2"/>
                          </a:rPr>
                        </m:ctrlPr>
                      </m:dPr>
                      <m:e>
                        <m:r>
                          <a:rPr lang="en-US" altLang="zh-CN" sz="2400" dirty="0">
                            <a:latin typeface="Cambria Math" panose="02040503050406030204" pitchFamily="18" charset="0"/>
                            <a:sym typeface="Symbol" panose="05050102010706020507" pitchFamily="18" charset="2"/>
                          </a:rPr>
                          <m:t>𝑛</m:t>
                        </m:r>
                      </m:e>
                    </m:d>
                    <m:r>
                      <a:rPr lang="en-US" altLang="zh-CN" sz="2400">
                        <a:latin typeface="Cambria Math" panose="02040503050406030204" pitchFamily="18" charset="0"/>
                      </a:rPr>
                      <m:t>,</m:t>
                    </m:r>
                    <m:r>
                      <a:rPr lang="en-US" altLang="zh-CN" sz="2400" i="1" dirty="0">
                        <a:latin typeface="Cambria Math" panose="02040503050406030204" pitchFamily="18" charset="0"/>
                      </a:rPr>
                      <m:t>𝑂</m:t>
                    </m:r>
                    <m:d>
                      <m:dPr>
                        <m:ctrlPr>
                          <a:rPr lang="en-US" altLang="zh-CN" sz="2400" i="1" dirty="0">
                            <a:latin typeface="Cambria Math" panose="02040503050406030204" pitchFamily="18" charset="0"/>
                            <a:sym typeface="Symbol" panose="05050102010706020507" pitchFamily="18" charset="2"/>
                          </a:rPr>
                        </m:ctrlPr>
                      </m:dPr>
                      <m:e>
                        <m:r>
                          <a:rPr lang="en-US" altLang="zh-CN" sz="2400" dirty="0">
                            <a:latin typeface="Cambria Math" panose="02040503050406030204" pitchFamily="18" charset="0"/>
                            <a:sym typeface="Symbol" panose="05050102010706020507" pitchFamily="18" charset="2"/>
                          </a:rPr>
                          <m:t>𝑛</m:t>
                        </m:r>
                        <m:r>
                          <m:rPr>
                            <m:sty m:val="p"/>
                          </m:rPr>
                          <a:rPr lang="en-US" altLang="zh-CN" sz="2400">
                            <a:latin typeface="Cambria Math" panose="02040503050406030204" pitchFamily="18" charset="0"/>
                          </a:rPr>
                          <m:t>lg</m:t>
                        </m:r>
                        <m:r>
                          <a:rPr lang="en-US" altLang="zh-CN" sz="2400">
                            <a:latin typeface="Cambria Math" panose="02040503050406030204" pitchFamily="18" charset="0"/>
                          </a:rPr>
                          <m:t> </m:t>
                        </m:r>
                        <m:r>
                          <a:rPr lang="en-US" altLang="zh-CN" sz="2400">
                            <a:latin typeface="Cambria Math" panose="02040503050406030204" pitchFamily="18" charset="0"/>
                          </a:rPr>
                          <m:t>𝑛</m:t>
                        </m:r>
                      </m:e>
                    </m:d>
                    <m:r>
                      <a:rPr lang="en-US" altLang="zh-CN" sz="2400">
                        <a:latin typeface="Cambria Math" panose="02040503050406030204" pitchFamily="18" charset="0"/>
                      </a:rPr>
                      <m:t>,</m:t>
                    </m:r>
                    <m:r>
                      <a:rPr lang="en-US" altLang="zh-CN" sz="2400" i="1" dirty="0">
                        <a:latin typeface="Cambria Math" panose="02040503050406030204" pitchFamily="18" charset="0"/>
                      </a:rPr>
                      <m:t>𝑂</m:t>
                    </m:r>
                    <m:d>
                      <m:dPr>
                        <m:ctrlPr>
                          <a:rPr lang="en-US" altLang="zh-CN" sz="2400" i="1" dirty="0">
                            <a:latin typeface="Cambria Math" panose="02040503050406030204" pitchFamily="18" charset="0"/>
                            <a:sym typeface="Symbol" panose="05050102010706020507" pitchFamily="18" charset="2"/>
                          </a:rPr>
                        </m:ctrlPr>
                      </m:dPr>
                      <m:e>
                        <m:sSup>
                          <m:sSupPr>
                            <m:ctrlPr>
                              <a:rPr lang="en-US" altLang="zh-CN" sz="2400" i="1" dirty="0">
                                <a:latin typeface="Cambria Math" panose="02040503050406030204" pitchFamily="18" charset="0"/>
                                <a:sym typeface="Symbol" panose="05050102010706020507" pitchFamily="18" charset="2"/>
                              </a:rPr>
                            </m:ctrlPr>
                          </m:sSupPr>
                          <m:e>
                            <m:r>
                              <a:rPr lang="en-US" altLang="zh-CN" sz="2400" dirty="0">
                                <a:latin typeface="Cambria Math" panose="02040503050406030204" pitchFamily="18" charset="0"/>
                                <a:sym typeface="Symbol" panose="05050102010706020507" pitchFamily="18" charset="2"/>
                              </a:rPr>
                              <m:t>𝑛</m:t>
                            </m:r>
                          </m:e>
                          <m:sup>
                            <m:r>
                              <a:rPr lang="en-US" altLang="zh-CN" sz="2400" dirty="0">
                                <a:latin typeface="Cambria Math" panose="02040503050406030204" pitchFamily="18" charset="0"/>
                                <a:sym typeface="Symbol" panose="05050102010706020507" pitchFamily="18" charset="2"/>
                              </a:rPr>
                              <m:t>2</m:t>
                            </m:r>
                          </m:sup>
                        </m:sSup>
                      </m:e>
                    </m:d>
                    <m:r>
                      <a:rPr lang="en-US" altLang="zh-CN" sz="2400">
                        <a:latin typeface="Cambria Math" panose="02040503050406030204" pitchFamily="18" charset="0"/>
                      </a:rPr>
                      <m:t>,</m:t>
                    </m:r>
                    <m:r>
                      <a:rPr lang="en-US" altLang="zh-CN" sz="2400" i="1" dirty="0">
                        <a:latin typeface="Cambria Math" panose="02040503050406030204" pitchFamily="18" charset="0"/>
                      </a:rPr>
                      <m:t>𝑂</m:t>
                    </m:r>
                    <m:d>
                      <m:dPr>
                        <m:ctrlPr>
                          <a:rPr lang="en-US" altLang="zh-CN" sz="2400" i="1" dirty="0">
                            <a:latin typeface="Cambria Math" panose="02040503050406030204" pitchFamily="18" charset="0"/>
                            <a:sym typeface="Symbol" panose="05050102010706020507" pitchFamily="18" charset="2"/>
                          </a:rPr>
                        </m:ctrlPr>
                      </m:dPr>
                      <m:e>
                        <m:sSup>
                          <m:sSupPr>
                            <m:ctrlPr>
                              <a:rPr lang="en-US" altLang="zh-CN" sz="2400" i="1" dirty="0">
                                <a:latin typeface="Cambria Math" panose="02040503050406030204" pitchFamily="18" charset="0"/>
                                <a:sym typeface="Symbol" panose="05050102010706020507" pitchFamily="18" charset="2"/>
                              </a:rPr>
                            </m:ctrlPr>
                          </m:sSupPr>
                          <m:e>
                            <m:r>
                              <a:rPr lang="en-US" altLang="zh-CN" sz="2400" dirty="0">
                                <a:latin typeface="Cambria Math" panose="02040503050406030204" pitchFamily="18" charset="0"/>
                                <a:sym typeface="Symbol" panose="05050102010706020507" pitchFamily="18" charset="2"/>
                              </a:rPr>
                              <m:t>𝑛</m:t>
                            </m:r>
                          </m:e>
                          <m:sup>
                            <m:r>
                              <a:rPr lang="en-US" altLang="zh-CN" sz="2400" dirty="0">
                                <a:latin typeface="Cambria Math" panose="02040503050406030204" pitchFamily="18" charset="0"/>
                                <a:sym typeface="Symbol" panose="05050102010706020507" pitchFamily="18" charset="2"/>
                              </a:rPr>
                              <m:t>3</m:t>
                            </m:r>
                          </m:sup>
                        </m:sSup>
                      </m:e>
                    </m:d>
                    <m:r>
                      <a:rPr lang="en-US" altLang="zh-CN" sz="2400">
                        <a:latin typeface="Cambria Math" panose="02040503050406030204" pitchFamily="18" charset="0"/>
                      </a:rPr>
                      <m:t>,</m:t>
                    </m:r>
                    <m:r>
                      <a:rPr lang="en-US" altLang="zh-CN" sz="2400" i="1" dirty="0">
                        <a:latin typeface="Cambria Math" panose="02040503050406030204" pitchFamily="18" charset="0"/>
                      </a:rPr>
                      <m:t>𝑂</m:t>
                    </m:r>
                    <m:d>
                      <m:dPr>
                        <m:ctrlPr>
                          <a:rPr lang="en-US" altLang="zh-CN" sz="2400" i="1" dirty="0">
                            <a:latin typeface="Cambria Math" panose="02040503050406030204" pitchFamily="18" charset="0"/>
                            <a:sym typeface="Symbol" panose="05050102010706020507" pitchFamily="18" charset="2"/>
                          </a:rPr>
                        </m:ctrlPr>
                      </m:dPr>
                      <m:e>
                        <m:sSup>
                          <m:sSupPr>
                            <m:ctrlPr>
                              <a:rPr lang="en-US" altLang="zh-CN" sz="2400" i="1" dirty="0">
                                <a:latin typeface="Cambria Math" panose="02040503050406030204" pitchFamily="18" charset="0"/>
                                <a:sym typeface="Symbol" panose="05050102010706020507" pitchFamily="18" charset="2"/>
                              </a:rPr>
                            </m:ctrlPr>
                          </m:sSupPr>
                          <m:e>
                            <m:r>
                              <a:rPr lang="en-US" altLang="zh-CN" sz="2400" dirty="0">
                                <a:latin typeface="Cambria Math" panose="02040503050406030204" pitchFamily="18" charset="0"/>
                                <a:sym typeface="Symbol" panose="05050102010706020507" pitchFamily="18" charset="2"/>
                              </a:rPr>
                              <m:t>2</m:t>
                            </m:r>
                          </m:e>
                          <m:sup>
                            <m:r>
                              <a:rPr lang="en-US" altLang="zh-CN" sz="2400" dirty="0">
                                <a:latin typeface="Cambria Math" panose="02040503050406030204" pitchFamily="18" charset="0"/>
                                <a:sym typeface="Symbol" panose="05050102010706020507" pitchFamily="18" charset="2"/>
                              </a:rPr>
                              <m:t>𝑛</m:t>
                            </m:r>
                          </m:sup>
                        </m:sSup>
                      </m:e>
                    </m:d>
                  </m:oMath>
                </a14:m>
                <a:endParaRPr lang="en-US" altLang="zh-CN" sz="2400" dirty="0">
                  <a:sym typeface="Symbol" panose="05050102010706020507" pitchFamily="18" charset="2"/>
                </a:endParaRPr>
              </a:p>
            </p:txBody>
          </p:sp>
        </mc:Choice>
        <mc:Fallback xmlns="">
          <p:sp>
            <p:nvSpPr>
              <p:cNvPr id="4" name="文本框 3">
                <a:extLst>
                  <a:ext uri="{FF2B5EF4-FFF2-40B4-BE49-F238E27FC236}">
                    <a16:creationId xmlns:a16="http://schemas.microsoft.com/office/drawing/2014/main" id="{70ECA6C8-B17E-E518-D56E-42137A8D0B7C}"/>
                  </a:ext>
                </a:extLst>
              </p:cNvPr>
              <p:cNvSpPr txBox="1">
                <a:spLocks noRot="1" noChangeAspect="1" noMove="1" noResize="1" noEditPoints="1" noAdjustHandles="1" noChangeArrowheads="1" noChangeShapeType="1" noTextEdit="1"/>
              </p:cNvSpPr>
              <p:nvPr/>
            </p:nvSpPr>
            <p:spPr>
              <a:xfrm>
                <a:off x="1446846" y="5877197"/>
                <a:ext cx="9019915" cy="471732"/>
              </a:xfrm>
              <a:prstGeom prst="rect">
                <a:avLst/>
              </a:prstGeom>
              <a:blipFill>
                <a:blip r:embed="rId4"/>
                <a:stretch>
                  <a:fillRect t="-18182" b="-27273"/>
                </a:stretch>
              </a:blipFill>
            </p:spPr>
            <p:txBody>
              <a:bodyPr/>
              <a:lstStyle/>
              <a:p>
                <a:r>
                  <a:rPr lang="zh-CN" altLang="en-US">
                    <a:noFill/>
                  </a:rPr>
                  <a:t> </a:t>
                </a:r>
              </a:p>
            </p:txBody>
          </p:sp>
        </mc:Fallback>
      </mc:AlternateContent>
      <p:sp>
        <p:nvSpPr>
          <p:cNvPr id="7" name="灯片编号占位符 6">
            <a:extLst>
              <a:ext uri="{FF2B5EF4-FFF2-40B4-BE49-F238E27FC236}">
                <a16:creationId xmlns:a16="http://schemas.microsoft.com/office/drawing/2014/main" id="{B22FFB84-4FF5-1A4C-AC2F-D8A14DC298CD}"/>
              </a:ext>
            </a:extLst>
          </p:cNvPr>
          <p:cNvSpPr>
            <a:spLocks noGrp="1"/>
          </p:cNvSpPr>
          <p:nvPr>
            <p:ph type="sldNum" sz="quarter" idx="12"/>
          </p:nvPr>
        </p:nvSpPr>
        <p:spPr/>
        <p:txBody>
          <a:bodyPr/>
          <a:lstStyle/>
          <a:p>
            <a:pPr>
              <a:defRPr/>
            </a:pPr>
            <a:fld id="{E6B3DE21-AFB9-F14F-B875-13235536560E}" type="slidenum">
              <a:rPr lang="en-US" altLang="zh-CN" smtClean="0"/>
              <a:pPr>
                <a:defRPr/>
              </a:pPr>
              <a:t>18</a:t>
            </a:fld>
            <a:endParaRPr lang="zh-CN" altLang="en-US" dirty="0"/>
          </a:p>
        </p:txBody>
      </p:sp>
      <p:sp>
        <p:nvSpPr>
          <p:cNvPr id="8" name="Rectangle 2">
            <a:extLst>
              <a:ext uri="{FF2B5EF4-FFF2-40B4-BE49-F238E27FC236}">
                <a16:creationId xmlns:a16="http://schemas.microsoft.com/office/drawing/2014/main" id="{D7F79B44-2E12-6A18-F2D3-BB9AD4E0A47E}"/>
              </a:ext>
            </a:extLst>
          </p:cNvPr>
          <p:cNvSpPr txBox="1">
            <a:spLocks/>
          </p:cNvSpPr>
          <p:nvPr/>
        </p:nvSpPr>
        <p:spPr bwMode="auto">
          <a:xfrm>
            <a:off x="263352" y="116632"/>
            <a:ext cx="7160208" cy="809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kern="1200">
                <a:solidFill>
                  <a:schemeClr val="tx2"/>
                </a:solidFill>
                <a:latin typeface="Arial" pitchFamily="34" charset="0"/>
                <a:ea typeface="黑体" pitchFamily="49" charset="-122"/>
                <a:cs typeface="Arial" pitchFamily="34" charset="0"/>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eaLnBrk="1" hangingPunct="1"/>
            <a:r>
              <a:rPr lang="en-US" altLang="zh-CN" dirty="0">
                <a:latin typeface="黑体" panose="02010609060101010101" pitchFamily="49" charset="-122"/>
                <a:ea typeface="+mj-ea"/>
                <a:cs typeface="+mj-cs"/>
              </a:rPr>
              <a:t>11.3.3</a:t>
            </a:r>
            <a:r>
              <a:rPr lang="zh-CN" altLang="en-US" dirty="0">
                <a:latin typeface="黑体" panose="02010609060101010101" pitchFamily="49" charset="-122"/>
                <a:ea typeface="+mj-ea"/>
                <a:cs typeface="+mj-cs"/>
              </a:rPr>
              <a:t> 算法的复杂性分析的度量</a:t>
            </a:r>
          </a:p>
        </p:txBody>
      </p:sp>
    </p:spTree>
    <p:extLst>
      <p:ext uri="{BB962C8B-B14F-4D97-AF65-F5344CB8AC3E}">
        <p14:creationId xmlns:p14="http://schemas.microsoft.com/office/powerpoint/2010/main" val="36898108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984D83D-1611-888A-60EC-BA3CD2374C82}"/>
              </a:ext>
            </a:extLst>
          </p:cNvPr>
          <p:cNvSpPr txBox="1"/>
          <p:nvPr/>
        </p:nvSpPr>
        <p:spPr>
          <a:xfrm>
            <a:off x="1811180" y="3264471"/>
            <a:ext cx="5043412" cy="1477328"/>
          </a:xfrm>
          <a:prstGeom prst="rect">
            <a:avLst/>
          </a:prstGeom>
          <a:noFill/>
        </p:spPr>
        <p:txBody>
          <a:bodyPr wrap="square">
            <a:spAutoFit/>
          </a:bodyPr>
          <a:lstStyle/>
          <a:p>
            <a:pPr algn="l">
              <a:buFont typeface="+mj-lt"/>
              <a:buAutoNum type="arabicPeriod"/>
            </a:pP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 1;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j = 2;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err="1">
                <a:solidFill>
                  <a:srgbClr val="000000"/>
                </a:solidFill>
                <a:highlight>
                  <a:srgbClr val="F8F8F8"/>
                </a:highlight>
                <a:latin typeface="Consolas" panose="020B0609020204030204" pitchFamily="49" charset="0"/>
              </a:rPr>
              <a:t>j++</a:t>
            </a: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m =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 j;  </a:t>
            </a:r>
            <a:endParaRPr lang="en-US" altLang="zh-CN" dirty="0">
              <a:solidFill>
                <a:srgbClr val="5C5C5C"/>
              </a:solidFill>
              <a:highlight>
                <a:srgbClr val="FFFFFF"/>
              </a:highlight>
              <a:latin typeface="Consolas" panose="020B0609020204030204" pitchFamily="49" charset="0"/>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2CDAEE2-C307-D274-58F1-6A5FAD0960A2}"/>
                  </a:ext>
                </a:extLst>
              </p:cNvPr>
              <p:cNvSpPr txBox="1"/>
              <p:nvPr/>
            </p:nvSpPr>
            <p:spPr>
              <a:xfrm>
                <a:off x="1631504" y="2581771"/>
                <a:ext cx="5043412" cy="369332"/>
              </a:xfrm>
              <a:prstGeom prst="rect">
                <a:avLst/>
              </a:prstGeom>
              <a:noFill/>
            </p:spPr>
            <p:txBody>
              <a:bodyPr wrap="square">
                <a:spAutoFit/>
              </a:bodyPr>
              <a:lstStyle/>
              <a:p>
                <a:r>
                  <a:rPr lang="zh-CN" altLang="en-US" dirty="0"/>
                  <a:t>时间复杂度</a:t>
                </a:r>
                <a14:m>
                  <m:oMath xmlns:m="http://schemas.openxmlformats.org/officeDocument/2006/math">
                    <m:r>
                      <a:rPr lang="en-US" altLang="zh-CN" i="1" dirty="0">
                        <a:latin typeface="Cambria Math" panose="02040503050406030204" pitchFamily="18" charset="0"/>
                      </a:rPr>
                      <m:t>𝑂</m:t>
                    </m:r>
                    <m:d>
                      <m:dPr>
                        <m:ctrlPr>
                          <a:rPr lang="en-US" altLang="zh-CN" i="1" dirty="0">
                            <a:latin typeface="Cambria Math" panose="02040503050406030204" pitchFamily="18" charset="0"/>
                            <a:sym typeface="Symbol" panose="05050102010706020507" pitchFamily="18" charset="2"/>
                          </a:rPr>
                        </m:ctrlPr>
                      </m:dPr>
                      <m:e>
                        <m:r>
                          <a:rPr lang="en-US" altLang="zh-CN">
                            <a:latin typeface="Cambria Math" panose="02040503050406030204" pitchFamily="18" charset="0"/>
                          </a:rPr>
                          <m:t>1</m:t>
                        </m:r>
                      </m:e>
                    </m:d>
                  </m:oMath>
                </a14:m>
                <a:endParaRPr lang="zh-CN" altLang="en-US" dirty="0"/>
              </a:p>
            </p:txBody>
          </p:sp>
        </mc:Choice>
        <mc:Fallback xmlns="">
          <p:sp>
            <p:nvSpPr>
              <p:cNvPr id="5" name="文本框 4">
                <a:extLst>
                  <a:ext uri="{FF2B5EF4-FFF2-40B4-BE49-F238E27FC236}">
                    <a16:creationId xmlns:a16="http://schemas.microsoft.com/office/drawing/2014/main" xmlns:a14="http://schemas.microsoft.com/office/drawing/2010/main" xmlns="" id="{72CDAEE2-C307-D274-58F1-6A5FAD0960A2}"/>
                  </a:ext>
                </a:extLst>
              </p:cNvPr>
              <p:cNvSpPr txBox="1">
                <a:spLocks noRot="1" noChangeAspect="1" noMove="1" noResize="1" noEditPoints="1" noAdjustHandles="1" noChangeArrowheads="1" noChangeShapeType="1" noTextEdit="1"/>
              </p:cNvSpPr>
              <p:nvPr/>
            </p:nvSpPr>
            <p:spPr>
              <a:xfrm>
                <a:off x="1631504" y="2581771"/>
                <a:ext cx="5043412" cy="369332"/>
              </a:xfrm>
              <a:prstGeom prst="rect">
                <a:avLst/>
              </a:prstGeom>
              <a:blipFill rotWithShape="0">
                <a:blip r:embed="rId3"/>
                <a:stretch>
                  <a:fillRect l="-1088" t="-13333" b="-2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812A4A7-791C-5D6B-FC7C-BD30BB4239F0}"/>
                  </a:ext>
                </a:extLst>
              </p:cNvPr>
              <p:cNvSpPr txBox="1"/>
              <p:nvPr/>
            </p:nvSpPr>
            <p:spPr>
              <a:xfrm>
                <a:off x="5775842" y="2577302"/>
                <a:ext cx="5043412" cy="369332"/>
              </a:xfrm>
              <a:prstGeom prst="rect">
                <a:avLst/>
              </a:prstGeom>
              <a:noFill/>
            </p:spPr>
            <p:txBody>
              <a:bodyPr wrap="square">
                <a:spAutoFit/>
              </a:bodyPr>
              <a:lstStyle/>
              <a:p>
                <a:r>
                  <a:rPr lang="zh-CN" altLang="en-US" dirty="0"/>
                  <a:t>时间复杂度</a:t>
                </a:r>
                <a14:m>
                  <m:oMath xmlns:m="http://schemas.openxmlformats.org/officeDocument/2006/math">
                    <m:r>
                      <a:rPr lang="en-US" altLang="zh-CN" i="1" dirty="0">
                        <a:latin typeface="Cambria Math" panose="02040503050406030204" pitchFamily="18" charset="0"/>
                      </a:rPr>
                      <m:t>𝑂</m:t>
                    </m:r>
                    <m:d>
                      <m:dPr>
                        <m:ctrlPr>
                          <a:rPr lang="en-US" altLang="zh-CN" i="1" dirty="0">
                            <a:latin typeface="Cambria Math" panose="02040503050406030204" pitchFamily="18" charset="0"/>
                            <a:sym typeface="Symbol" panose="05050102010706020507" pitchFamily="18" charset="2"/>
                          </a:rPr>
                        </m:ctrlPr>
                      </m:dPr>
                      <m:e>
                        <m:r>
                          <m:rPr>
                            <m:sty m:val="p"/>
                          </m:rPr>
                          <a:rPr lang="en-US" altLang="zh-CN" i="1" dirty="0">
                            <a:latin typeface="Cambria Math" panose="02040503050406030204" pitchFamily="18" charset="0"/>
                            <a:sym typeface="Symbol" panose="05050102010706020507" pitchFamily="18" charset="2"/>
                          </a:rPr>
                          <m:t>l</m:t>
                        </m:r>
                        <m:r>
                          <a:rPr lang="en-US" altLang="zh-CN" i="1" dirty="0">
                            <a:latin typeface="Cambria Math" panose="02040503050406030204" pitchFamily="18" charset="0"/>
                            <a:sym typeface="Symbol" panose="05050102010706020507" pitchFamily="18" charset="2"/>
                          </a:rPr>
                          <m:t>𝑔𝑛</m:t>
                        </m:r>
                      </m:e>
                    </m:d>
                  </m:oMath>
                </a14:m>
                <a:endParaRPr lang="zh-CN" altLang="en-US" dirty="0"/>
              </a:p>
            </p:txBody>
          </p:sp>
        </mc:Choice>
        <mc:Fallback xmlns="">
          <p:sp>
            <p:nvSpPr>
              <p:cNvPr id="6" name="文本框 5">
                <a:extLst>
                  <a:ext uri="{FF2B5EF4-FFF2-40B4-BE49-F238E27FC236}">
                    <a16:creationId xmlns:a16="http://schemas.microsoft.com/office/drawing/2014/main" id="{0812A4A7-791C-5D6B-FC7C-BD30BB4239F0}"/>
                  </a:ext>
                </a:extLst>
              </p:cNvPr>
              <p:cNvSpPr txBox="1">
                <a:spLocks noRot="1" noChangeAspect="1" noMove="1" noResize="1" noEditPoints="1" noAdjustHandles="1" noChangeArrowheads="1" noChangeShapeType="1" noTextEdit="1"/>
              </p:cNvSpPr>
              <p:nvPr/>
            </p:nvSpPr>
            <p:spPr>
              <a:xfrm>
                <a:off x="5775842" y="2577302"/>
                <a:ext cx="5043412" cy="369332"/>
              </a:xfrm>
              <a:prstGeom prst="rect">
                <a:avLst/>
              </a:prstGeom>
              <a:blipFill>
                <a:blip r:embed="rId4"/>
                <a:stretch>
                  <a:fillRect l="-966" t="-10000" b="-26667"/>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6F31CE88-49C3-1C6C-2D7A-05490C55887A}"/>
              </a:ext>
            </a:extLst>
          </p:cNvPr>
          <p:cNvSpPr txBox="1"/>
          <p:nvPr/>
        </p:nvSpPr>
        <p:spPr>
          <a:xfrm>
            <a:off x="5879976" y="3260002"/>
            <a:ext cx="5043412" cy="1477328"/>
          </a:xfrm>
          <a:prstGeom prst="rect">
            <a:avLst/>
          </a:prstGeom>
          <a:noFill/>
        </p:spPr>
        <p:txBody>
          <a:bodyPr wrap="square">
            <a:spAutoFit/>
          </a:bodyPr>
          <a:lstStyle/>
          <a:p>
            <a:pPr algn="l">
              <a:buFont typeface="+mj-lt"/>
              <a:buAutoNum type="arabicPeriod"/>
            </a:pPr>
            <a:r>
              <a:rPr lang="nn-NO" altLang="zh-CN" b="1" dirty="0">
                <a:solidFill>
                  <a:srgbClr val="2E8B57"/>
                </a:solidFill>
                <a:highlight>
                  <a:srgbClr val="FFFFFF"/>
                </a:highlight>
                <a:latin typeface="Consolas" panose="020B0609020204030204" pitchFamily="49" charset="0"/>
              </a:rPr>
              <a:t>int</a:t>
            </a:r>
            <a:r>
              <a:rPr lang="nn-NO" altLang="zh-CN" dirty="0">
                <a:solidFill>
                  <a:srgbClr val="000000"/>
                </a:solidFill>
                <a:highlight>
                  <a:srgbClr val="FFFFFF"/>
                </a:highlight>
                <a:latin typeface="Consolas" panose="020B0609020204030204" pitchFamily="49" charset="0"/>
              </a:rPr>
              <a:t> i = 1;  </a:t>
            </a:r>
            <a:endParaRPr lang="nn-NO" altLang="zh-CN" dirty="0">
              <a:solidFill>
                <a:srgbClr val="5C5C5C"/>
              </a:solidFill>
              <a:highlight>
                <a:srgbClr val="FFFFFF"/>
              </a:highlight>
              <a:latin typeface="Consolas" panose="020B0609020204030204" pitchFamily="49" charset="0"/>
            </a:endParaRPr>
          </a:p>
          <a:p>
            <a:pPr algn="l">
              <a:buFont typeface="+mj-lt"/>
              <a:buAutoNum type="arabicPeriod"/>
            </a:pPr>
            <a:r>
              <a:rPr lang="nn-NO" altLang="zh-CN" b="1" dirty="0">
                <a:solidFill>
                  <a:srgbClr val="006699"/>
                </a:solidFill>
                <a:highlight>
                  <a:srgbClr val="F8F8F8"/>
                </a:highlight>
                <a:latin typeface="Consolas" panose="020B0609020204030204" pitchFamily="49" charset="0"/>
              </a:rPr>
              <a:t>while</a:t>
            </a:r>
            <a:r>
              <a:rPr lang="nn-NO" altLang="zh-CN" dirty="0">
                <a:solidFill>
                  <a:srgbClr val="000000"/>
                </a:solidFill>
                <a:highlight>
                  <a:srgbClr val="F8F8F8"/>
                </a:highlight>
                <a:latin typeface="Consolas" panose="020B0609020204030204" pitchFamily="49" charset="0"/>
              </a:rPr>
              <a:t>(i&lt;n)  </a:t>
            </a:r>
            <a:endParaRPr lang="nn-NO" altLang="zh-CN" dirty="0">
              <a:solidFill>
                <a:srgbClr val="5C5C5C"/>
              </a:solidFill>
              <a:highlight>
                <a:srgbClr val="F8F8F8"/>
              </a:highlight>
              <a:latin typeface="Consolas" panose="020B0609020204030204" pitchFamily="49" charset="0"/>
            </a:endParaRPr>
          </a:p>
          <a:p>
            <a:pPr algn="l">
              <a:buFont typeface="+mj-lt"/>
              <a:buAutoNum type="arabicPeriod"/>
            </a:pPr>
            <a:r>
              <a:rPr lang="nn-NO" altLang="zh-CN" dirty="0">
                <a:solidFill>
                  <a:srgbClr val="000000"/>
                </a:solidFill>
                <a:highlight>
                  <a:srgbClr val="FFFFFF"/>
                </a:highlight>
                <a:latin typeface="Consolas" panose="020B0609020204030204" pitchFamily="49" charset="0"/>
              </a:rPr>
              <a:t>{  </a:t>
            </a:r>
            <a:endParaRPr lang="nn-NO" altLang="zh-CN" dirty="0">
              <a:solidFill>
                <a:srgbClr val="5C5C5C"/>
              </a:solidFill>
              <a:highlight>
                <a:srgbClr val="FFFFFF"/>
              </a:highlight>
              <a:latin typeface="Consolas" panose="020B0609020204030204" pitchFamily="49" charset="0"/>
            </a:endParaRPr>
          </a:p>
          <a:p>
            <a:pPr algn="l">
              <a:buFont typeface="+mj-lt"/>
              <a:buAutoNum type="arabicPeriod"/>
            </a:pPr>
            <a:r>
              <a:rPr lang="nn-NO" altLang="zh-CN" dirty="0">
                <a:solidFill>
                  <a:srgbClr val="000000"/>
                </a:solidFill>
                <a:highlight>
                  <a:srgbClr val="F8F8F8"/>
                </a:highlight>
                <a:latin typeface="Consolas" panose="020B0609020204030204" pitchFamily="49" charset="0"/>
              </a:rPr>
              <a:t>    i = i * 2;  </a:t>
            </a:r>
            <a:endParaRPr lang="nn-NO" altLang="zh-CN" dirty="0">
              <a:solidFill>
                <a:srgbClr val="5C5C5C"/>
              </a:solidFill>
              <a:highlight>
                <a:srgbClr val="F8F8F8"/>
              </a:highlight>
              <a:latin typeface="Consolas" panose="020B0609020204030204" pitchFamily="49" charset="0"/>
            </a:endParaRPr>
          </a:p>
          <a:p>
            <a:pPr algn="l">
              <a:buFont typeface="+mj-lt"/>
              <a:buAutoNum type="arabicPeriod"/>
            </a:pPr>
            <a:r>
              <a:rPr lang="nn-NO" altLang="zh-CN" dirty="0">
                <a:solidFill>
                  <a:srgbClr val="000000"/>
                </a:solidFill>
                <a:highlight>
                  <a:srgbClr val="FFFFFF"/>
                </a:highlight>
                <a:latin typeface="Consolas" panose="020B0609020204030204" pitchFamily="49" charset="0"/>
              </a:rPr>
              <a:t>}  </a:t>
            </a:r>
            <a:endParaRPr lang="nn-NO" altLang="zh-CN" dirty="0">
              <a:solidFill>
                <a:srgbClr val="5C5C5C"/>
              </a:solidFill>
              <a:highlight>
                <a:srgbClr val="FFFFFF"/>
              </a:highlight>
              <a:latin typeface="Consolas" panose="020B0609020204030204" pitchFamily="49" charset="0"/>
            </a:endParaRPr>
          </a:p>
        </p:txBody>
      </p:sp>
      <p:sp>
        <p:nvSpPr>
          <p:cNvPr id="2" name="灯片编号占位符 1">
            <a:extLst>
              <a:ext uri="{FF2B5EF4-FFF2-40B4-BE49-F238E27FC236}">
                <a16:creationId xmlns:a16="http://schemas.microsoft.com/office/drawing/2014/main" id="{819BD5BD-1226-A531-D55E-08C1F32993ED}"/>
              </a:ext>
            </a:extLst>
          </p:cNvPr>
          <p:cNvSpPr>
            <a:spLocks noGrp="1"/>
          </p:cNvSpPr>
          <p:nvPr>
            <p:ph type="sldNum" sz="quarter" idx="12"/>
          </p:nvPr>
        </p:nvSpPr>
        <p:spPr/>
        <p:txBody>
          <a:bodyPr/>
          <a:lstStyle/>
          <a:p>
            <a:pPr>
              <a:defRPr/>
            </a:pPr>
            <a:fld id="{E6B3DE21-AFB9-F14F-B875-13235536560E}" type="slidenum">
              <a:rPr lang="en-US" altLang="zh-CN" smtClean="0"/>
              <a:pPr>
                <a:defRPr/>
              </a:pPr>
              <a:t>19</a:t>
            </a:fld>
            <a:endParaRPr lang="zh-CN" altLang="en-US" dirty="0"/>
          </a:p>
        </p:txBody>
      </p:sp>
      <p:sp>
        <p:nvSpPr>
          <p:cNvPr id="10" name="Rectangle 2">
            <a:extLst>
              <a:ext uri="{FF2B5EF4-FFF2-40B4-BE49-F238E27FC236}">
                <a16:creationId xmlns:a16="http://schemas.microsoft.com/office/drawing/2014/main" id="{D7F79B44-2E12-6A18-F2D3-BB9AD4E0A47E}"/>
              </a:ext>
            </a:extLst>
          </p:cNvPr>
          <p:cNvSpPr txBox="1">
            <a:spLocks/>
          </p:cNvSpPr>
          <p:nvPr/>
        </p:nvSpPr>
        <p:spPr bwMode="auto">
          <a:xfrm>
            <a:off x="551384" y="116632"/>
            <a:ext cx="7488832" cy="809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kern="1200">
                <a:solidFill>
                  <a:schemeClr val="tx2"/>
                </a:solidFill>
                <a:latin typeface="Arial" pitchFamily="34" charset="0"/>
                <a:ea typeface="黑体" pitchFamily="49" charset="-122"/>
                <a:cs typeface="Arial" pitchFamily="34" charset="0"/>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eaLnBrk="1" hangingPunct="1"/>
            <a:r>
              <a:rPr lang="en-US" altLang="zh-CN" dirty="0">
                <a:latin typeface="黑体" panose="02010609060101010101" pitchFamily="49" charset="-122"/>
                <a:ea typeface="+mj-ea"/>
                <a:cs typeface="+mj-cs"/>
              </a:rPr>
              <a:t>11.3.3</a:t>
            </a:r>
            <a:r>
              <a:rPr lang="zh-CN" altLang="en-US" dirty="0">
                <a:latin typeface="黑体" panose="02010609060101010101" pitchFamily="49" charset="-122"/>
                <a:ea typeface="+mj-ea"/>
                <a:cs typeface="+mj-cs"/>
              </a:rPr>
              <a:t> 算法的复杂性分析的度量</a:t>
            </a:r>
          </a:p>
        </p:txBody>
      </p:sp>
      <p:sp>
        <p:nvSpPr>
          <p:cNvPr id="11" name="文本框 10">
            <a:extLst>
              <a:ext uri="{FF2B5EF4-FFF2-40B4-BE49-F238E27FC236}">
                <a16:creationId xmlns:a16="http://schemas.microsoft.com/office/drawing/2014/main" id="{72CDAEE2-C307-D274-58F1-6A5FAD0960A2}"/>
              </a:ext>
            </a:extLst>
          </p:cNvPr>
          <p:cNvSpPr txBox="1"/>
          <p:nvPr/>
        </p:nvSpPr>
        <p:spPr>
          <a:xfrm>
            <a:off x="263352" y="1547949"/>
            <a:ext cx="5043412" cy="584775"/>
          </a:xfrm>
          <a:prstGeom prst="rect">
            <a:avLst/>
          </a:prstGeom>
          <a:noFill/>
        </p:spPr>
        <p:txBody>
          <a:bodyPr wrap="square">
            <a:spAutoFit/>
          </a:bodyPr>
          <a:lstStyle/>
          <a:p>
            <a:r>
              <a:rPr lang="zh-CN" altLang="en-US" sz="3200" dirty="0">
                <a:latin typeface="DengXian" charset="-122"/>
                <a:ea typeface="DengXian" charset="-122"/>
                <a:cs typeface="DengXian" charset="-122"/>
              </a:rPr>
              <a:t>时间复杂度分析举例：</a:t>
            </a:r>
          </a:p>
        </p:txBody>
      </p:sp>
    </p:spTree>
    <p:extLst>
      <p:ext uri="{BB962C8B-B14F-4D97-AF65-F5344CB8AC3E}">
        <p14:creationId xmlns:p14="http://schemas.microsoft.com/office/powerpoint/2010/main" val="34182280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2CDAEE2-C307-D274-58F1-6A5FAD0960A2}"/>
                  </a:ext>
                </a:extLst>
              </p:cNvPr>
              <p:cNvSpPr txBox="1"/>
              <p:nvPr/>
            </p:nvSpPr>
            <p:spPr>
              <a:xfrm>
                <a:off x="1847528" y="2548062"/>
                <a:ext cx="5043412" cy="369332"/>
              </a:xfrm>
              <a:prstGeom prst="rect">
                <a:avLst/>
              </a:prstGeom>
              <a:noFill/>
            </p:spPr>
            <p:txBody>
              <a:bodyPr wrap="square">
                <a:spAutoFit/>
              </a:bodyPr>
              <a:lstStyle/>
              <a:p>
                <a:r>
                  <a:rPr lang="zh-CN" altLang="en-US" dirty="0"/>
                  <a:t>时间复杂度</a:t>
                </a:r>
                <a14:m>
                  <m:oMath xmlns:m="http://schemas.openxmlformats.org/officeDocument/2006/math">
                    <m:r>
                      <a:rPr lang="en-US" altLang="zh-CN" i="1" dirty="0">
                        <a:latin typeface="Cambria Math" panose="02040503050406030204" pitchFamily="18" charset="0"/>
                      </a:rPr>
                      <m:t>𝑂</m:t>
                    </m:r>
                    <m:d>
                      <m:dPr>
                        <m:ctrlPr>
                          <a:rPr lang="en-US" altLang="zh-CN" i="1" dirty="0">
                            <a:latin typeface="Cambria Math" panose="02040503050406030204" pitchFamily="18" charset="0"/>
                            <a:sym typeface="Symbol" panose="05050102010706020507" pitchFamily="18" charset="2"/>
                          </a:rPr>
                        </m:ctrlPr>
                      </m:dPr>
                      <m:e>
                        <m:r>
                          <m:rPr>
                            <m:sty m:val="p"/>
                          </m:rPr>
                          <a:rPr lang="en-US" altLang="zh-CN">
                            <a:latin typeface="Cambria Math" panose="02040503050406030204" pitchFamily="18" charset="0"/>
                          </a:rPr>
                          <m:t>n</m:t>
                        </m:r>
                      </m:e>
                    </m:d>
                  </m:oMath>
                </a14:m>
                <a:endParaRPr lang="zh-CN" altLang="en-US" dirty="0"/>
              </a:p>
            </p:txBody>
          </p:sp>
        </mc:Choice>
        <mc:Fallback xmlns="">
          <p:sp>
            <p:nvSpPr>
              <p:cNvPr id="5" name="文本框 4">
                <a:extLst>
                  <a:ext uri="{FF2B5EF4-FFF2-40B4-BE49-F238E27FC236}">
                    <a16:creationId xmlns:a16="http://schemas.microsoft.com/office/drawing/2014/main" xmlns:a14="http://schemas.microsoft.com/office/drawing/2010/main" xmlns="" id="{72CDAEE2-C307-D274-58F1-6A5FAD0960A2}"/>
                  </a:ext>
                </a:extLst>
              </p:cNvPr>
              <p:cNvSpPr txBox="1">
                <a:spLocks noRot="1" noChangeAspect="1" noMove="1" noResize="1" noEditPoints="1" noAdjustHandles="1" noChangeArrowheads="1" noChangeShapeType="1" noTextEdit="1"/>
              </p:cNvSpPr>
              <p:nvPr/>
            </p:nvSpPr>
            <p:spPr>
              <a:xfrm>
                <a:off x="1847528" y="2548062"/>
                <a:ext cx="5043412" cy="369332"/>
              </a:xfrm>
              <a:prstGeom prst="rect">
                <a:avLst/>
              </a:prstGeom>
              <a:blipFill rotWithShape="0">
                <a:blip r:embed="rId2"/>
                <a:stretch>
                  <a:fillRect l="-967" t="-13115" b="-213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812A4A7-791C-5D6B-FC7C-BD30BB4239F0}"/>
                  </a:ext>
                </a:extLst>
              </p:cNvPr>
              <p:cNvSpPr txBox="1"/>
              <p:nvPr/>
            </p:nvSpPr>
            <p:spPr>
              <a:xfrm>
                <a:off x="4655840" y="2568979"/>
                <a:ext cx="5043412" cy="369332"/>
              </a:xfrm>
              <a:prstGeom prst="rect">
                <a:avLst/>
              </a:prstGeom>
              <a:noFill/>
            </p:spPr>
            <p:txBody>
              <a:bodyPr wrap="square">
                <a:spAutoFit/>
              </a:bodyPr>
              <a:lstStyle/>
              <a:p>
                <a:r>
                  <a:rPr lang="zh-CN" altLang="en-US" dirty="0"/>
                  <a:t>时间复杂度</a:t>
                </a:r>
                <a14:m>
                  <m:oMath xmlns:m="http://schemas.openxmlformats.org/officeDocument/2006/math">
                    <m:r>
                      <a:rPr lang="en-US" altLang="zh-CN" i="1" dirty="0">
                        <a:latin typeface="Cambria Math" panose="02040503050406030204" pitchFamily="18" charset="0"/>
                      </a:rPr>
                      <m:t>𝑂</m:t>
                    </m:r>
                    <m:d>
                      <m:dPr>
                        <m:ctrlPr>
                          <a:rPr lang="en-US" altLang="zh-CN" i="1" dirty="0">
                            <a:latin typeface="Cambria Math" panose="02040503050406030204" pitchFamily="18" charset="0"/>
                            <a:sym typeface="Symbol" panose="05050102010706020507" pitchFamily="18" charset="2"/>
                          </a:rPr>
                        </m:ctrlPr>
                      </m:dPr>
                      <m:e>
                        <m:r>
                          <a:rPr lang="en-US" altLang="zh-CN" i="1" dirty="0">
                            <a:latin typeface="Cambria Math" panose="02040503050406030204" pitchFamily="18" charset="0"/>
                            <a:sym typeface="Symbol" panose="05050102010706020507" pitchFamily="18" charset="2"/>
                          </a:rPr>
                          <m:t>𝑛</m:t>
                        </m:r>
                        <m:r>
                          <m:rPr>
                            <m:sty m:val="p"/>
                          </m:rPr>
                          <a:rPr lang="en-US" altLang="zh-CN" i="1" dirty="0">
                            <a:latin typeface="Cambria Math" panose="02040503050406030204" pitchFamily="18" charset="0"/>
                            <a:sym typeface="Symbol" panose="05050102010706020507" pitchFamily="18" charset="2"/>
                          </a:rPr>
                          <m:t>l</m:t>
                        </m:r>
                        <m:r>
                          <a:rPr lang="en-US" altLang="zh-CN" i="1" dirty="0">
                            <a:latin typeface="Cambria Math" panose="02040503050406030204" pitchFamily="18" charset="0"/>
                            <a:sym typeface="Symbol" panose="05050102010706020507" pitchFamily="18" charset="2"/>
                          </a:rPr>
                          <m:t>𝑔𝑛</m:t>
                        </m:r>
                      </m:e>
                    </m:d>
                  </m:oMath>
                </a14:m>
                <a:endParaRPr lang="zh-CN" altLang="en-US" dirty="0"/>
              </a:p>
            </p:txBody>
          </p:sp>
        </mc:Choice>
        <mc:Fallback xmlns="">
          <p:sp>
            <p:nvSpPr>
              <p:cNvPr id="6" name="文本框 5">
                <a:extLst>
                  <a:ext uri="{FF2B5EF4-FFF2-40B4-BE49-F238E27FC236}">
                    <a16:creationId xmlns:a16="http://schemas.microsoft.com/office/drawing/2014/main" xmlns:a14="http://schemas.microsoft.com/office/drawing/2010/main" xmlns="" id="{0812A4A7-791C-5D6B-FC7C-BD30BB4239F0}"/>
                  </a:ext>
                </a:extLst>
              </p:cNvPr>
              <p:cNvSpPr txBox="1">
                <a:spLocks noRot="1" noChangeAspect="1" noMove="1" noResize="1" noEditPoints="1" noAdjustHandles="1" noChangeArrowheads="1" noChangeShapeType="1" noTextEdit="1"/>
              </p:cNvSpPr>
              <p:nvPr/>
            </p:nvSpPr>
            <p:spPr>
              <a:xfrm>
                <a:off x="4655840" y="2568979"/>
                <a:ext cx="5043412" cy="369332"/>
              </a:xfrm>
              <a:prstGeom prst="rect">
                <a:avLst/>
              </a:prstGeom>
              <a:blipFill rotWithShape="0">
                <a:blip r:embed="rId3"/>
                <a:stretch>
                  <a:fillRect l="-1088" t="-11475" b="-21311"/>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103A76FF-20D0-9B96-EFAF-8C30856C9619}"/>
              </a:ext>
            </a:extLst>
          </p:cNvPr>
          <p:cNvSpPr txBox="1"/>
          <p:nvPr/>
        </p:nvSpPr>
        <p:spPr>
          <a:xfrm>
            <a:off x="1321750" y="3332732"/>
            <a:ext cx="5043412" cy="1477328"/>
          </a:xfrm>
          <a:prstGeom prst="rect">
            <a:avLst/>
          </a:prstGeom>
          <a:noFill/>
        </p:spPr>
        <p:txBody>
          <a:bodyPr wrap="square">
            <a:spAutoFit/>
          </a:bodyPr>
          <a:lstStyle/>
          <a:p>
            <a:pPr algn="l">
              <a:buFont typeface="+mj-lt"/>
              <a:buAutoNum type="arabicPeriod"/>
            </a:pPr>
            <a:r>
              <a:rPr lang="nn-NO" altLang="zh-CN" b="1" dirty="0">
                <a:solidFill>
                  <a:srgbClr val="006699"/>
                </a:solidFill>
                <a:highlight>
                  <a:srgbClr val="FFFFFF"/>
                </a:highlight>
                <a:latin typeface="Consolas" panose="020B0609020204030204" pitchFamily="49" charset="0"/>
              </a:rPr>
              <a:t>for</a:t>
            </a:r>
            <a:r>
              <a:rPr lang="nn-NO" altLang="zh-CN" dirty="0">
                <a:solidFill>
                  <a:srgbClr val="000000"/>
                </a:solidFill>
                <a:highlight>
                  <a:srgbClr val="FFFFFF"/>
                </a:highlight>
                <a:latin typeface="Consolas" panose="020B0609020204030204" pitchFamily="49" charset="0"/>
              </a:rPr>
              <a:t>(i=1; i&lt;=n; ++i)  </a:t>
            </a:r>
            <a:endParaRPr lang="nn-NO" altLang="zh-CN" dirty="0">
              <a:solidFill>
                <a:srgbClr val="5C5C5C"/>
              </a:solidFill>
              <a:highlight>
                <a:srgbClr val="FFFFFF"/>
              </a:highlight>
              <a:latin typeface="Consolas" panose="020B0609020204030204" pitchFamily="49" charset="0"/>
            </a:endParaRPr>
          </a:p>
          <a:p>
            <a:pPr algn="l">
              <a:buFont typeface="+mj-lt"/>
              <a:buAutoNum type="arabicPeriod"/>
            </a:pPr>
            <a:r>
              <a:rPr lang="nn-NO" altLang="zh-CN" dirty="0">
                <a:solidFill>
                  <a:srgbClr val="000000"/>
                </a:solidFill>
                <a:highlight>
                  <a:srgbClr val="F8F8F8"/>
                </a:highlight>
                <a:latin typeface="Consolas" panose="020B0609020204030204" pitchFamily="49" charset="0"/>
              </a:rPr>
              <a:t>{  </a:t>
            </a:r>
            <a:endParaRPr lang="nn-NO" altLang="zh-CN" dirty="0">
              <a:solidFill>
                <a:srgbClr val="5C5C5C"/>
              </a:solidFill>
              <a:highlight>
                <a:srgbClr val="F8F8F8"/>
              </a:highlight>
              <a:latin typeface="Consolas" panose="020B0609020204030204" pitchFamily="49" charset="0"/>
            </a:endParaRPr>
          </a:p>
          <a:p>
            <a:pPr algn="l">
              <a:buFont typeface="+mj-lt"/>
              <a:buAutoNum type="arabicPeriod"/>
            </a:pPr>
            <a:r>
              <a:rPr lang="nn-NO" altLang="zh-CN" dirty="0">
                <a:solidFill>
                  <a:srgbClr val="000000"/>
                </a:solidFill>
                <a:highlight>
                  <a:srgbClr val="FFFFFF"/>
                </a:highlight>
                <a:latin typeface="Consolas" panose="020B0609020204030204" pitchFamily="49" charset="0"/>
              </a:rPr>
              <a:t>   j = i;  </a:t>
            </a:r>
            <a:endParaRPr lang="nn-NO" altLang="zh-CN" dirty="0">
              <a:solidFill>
                <a:srgbClr val="5C5C5C"/>
              </a:solidFill>
              <a:highlight>
                <a:srgbClr val="FFFFFF"/>
              </a:highlight>
              <a:latin typeface="Consolas" panose="020B0609020204030204" pitchFamily="49" charset="0"/>
            </a:endParaRPr>
          </a:p>
          <a:p>
            <a:pPr algn="l">
              <a:buFont typeface="+mj-lt"/>
              <a:buAutoNum type="arabicPeriod"/>
            </a:pPr>
            <a:r>
              <a:rPr lang="nn-NO" altLang="zh-CN" dirty="0">
                <a:solidFill>
                  <a:srgbClr val="000000"/>
                </a:solidFill>
                <a:highlight>
                  <a:srgbClr val="F8F8F8"/>
                </a:highlight>
                <a:latin typeface="Consolas" panose="020B0609020204030204" pitchFamily="49" charset="0"/>
              </a:rPr>
              <a:t>   j++;  </a:t>
            </a:r>
            <a:endParaRPr lang="nn-NO" altLang="zh-CN" dirty="0">
              <a:solidFill>
                <a:srgbClr val="5C5C5C"/>
              </a:solidFill>
              <a:highlight>
                <a:srgbClr val="F8F8F8"/>
              </a:highlight>
              <a:latin typeface="Consolas" panose="020B0609020204030204" pitchFamily="49" charset="0"/>
            </a:endParaRPr>
          </a:p>
          <a:p>
            <a:pPr algn="l">
              <a:buFont typeface="+mj-lt"/>
              <a:buAutoNum type="arabicPeriod"/>
            </a:pPr>
            <a:r>
              <a:rPr lang="nn-NO" altLang="zh-CN" dirty="0">
                <a:solidFill>
                  <a:srgbClr val="000000"/>
                </a:solidFill>
                <a:highlight>
                  <a:srgbClr val="FFFFFF"/>
                </a:highlight>
                <a:latin typeface="Consolas" panose="020B0609020204030204" pitchFamily="49" charset="0"/>
              </a:rPr>
              <a:t>}  </a:t>
            </a:r>
            <a:endParaRPr lang="nn-NO" altLang="zh-CN" dirty="0">
              <a:solidFill>
                <a:srgbClr val="5C5C5C"/>
              </a:solidFill>
              <a:highlight>
                <a:srgbClr val="FFFFFF"/>
              </a:highlight>
              <a:latin typeface="Consolas" panose="020B0609020204030204" pitchFamily="49" charset="0"/>
            </a:endParaRPr>
          </a:p>
        </p:txBody>
      </p:sp>
      <p:sp>
        <p:nvSpPr>
          <p:cNvPr id="9" name="文本框 8">
            <a:extLst>
              <a:ext uri="{FF2B5EF4-FFF2-40B4-BE49-F238E27FC236}">
                <a16:creationId xmlns:a16="http://schemas.microsoft.com/office/drawing/2014/main" id="{557EFB9A-F39F-5061-A2D6-39408A8CF508}"/>
              </a:ext>
            </a:extLst>
          </p:cNvPr>
          <p:cNvSpPr txBox="1"/>
          <p:nvPr/>
        </p:nvSpPr>
        <p:spPr>
          <a:xfrm>
            <a:off x="4655840" y="3282113"/>
            <a:ext cx="5043412" cy="2862322"/>
          </a:xfrm>
          <a:prstGeom prst="rect">
            <a:avLst/>
          </a:prstGeom>
          <a:noFill/>
        </p:spPr>
        <p:txBody>
          <a:bodyPr wrap="square">
            <a:spAutoFit/>
          </a:bodyPr>
          <a:lstStyle/>
          <a:p>
            <a:pPr algn="l">
              <a:buFont typeface="+mj-lt"/>
              <a:buAutoNum type="arabicPeriod"/>
            </a:pPr>
            <a:r>
              <a:rPr lang="pt-BR" altLang="zh-CN" b="1" dirty="0">
                <a:solidFill>
                  <a:srgbClr val="2E8B57"/>
                </a:solidFill>
                <a:highlight>
                  <a:srgbClr val="FFFFFF"/>
                </a:highlight>
                <a:latin typeface="Consolas" panose="020B0609020204030204" pitchFamily="49" charset="0"/>
              </a:rPr>
              <a:t>int</a:t>
            </a:r>
            <a:r>
              <a:rPr lang="pt-BR" altLang="zh-CN" dirty="0">
                <a:solidFill>
                  <a:srgbClr val="000000"/>
                </a:solidFill>
                <a:highlight>
                  <a:srgbClr val="FFFFFF"/>
                </a:highlight>
                <a:latin typeface="Consolas" panose="020B0609020204030204" pitchFamily="49" charset="0"/>
              </a:rPr>
              <a:t> n,m;  </a:t>
            </a:r>
            <a:endParaRPr lang="pt-BR" altLang="zh-CN" dirty="0">
              <a:solidFill>
                <a:srgbClr val="5C5C5C"/>
              </a:solidFill>
              <a:highlight>
                <a:srgbClr val="FFFFFF"/>
              </a:highlight>
              <a:latin typeface="Consolas" panose="020B0609020204030204" pitchFamily="49" charset="0"/>
            </a:endParaRPr>
          </a:p>
          <a:p>
            <a:pPr algn="l">
              <a:buFont typeface="+mj-lt"/>
              <a:buAutoNum type="arabicPeriod"/>
            </a:pPr>
            <a:r>
              <a:rPr lang="pt-BR" altLang="zh-CN" dirty="0">
                <a:solidFill>
                  <a:srgbClr val="000000"/>
                </a:solidFill>
                <a:highlight>
                  <a:srgbClr val="F8F8F8"/>
                </a:highlight>
                <a:latin typeface="Consolas" panose="020B0609020204030204" pitchFamily="49" charset="0"/>
              </a:rPr>
              <a:t>scanf(</a:t>
            </a:r>
            <a:r>
              <a:rPr lang="pt-BR" altLang="zh-CN" dirty="0">
                <a:solidFill>
                  <a:srgbClr val="0000FF"/>
                </a:solidFill>
                <a:highlight>
                  <a:srgbClr val="F8F8F8"/>
                </a:highlight>
                <a:latin typeface="Consolas" panose="020B0609020204030204" pitchFamily="49" charset="0"/>
              </a:rPr>
              <a:t>"%d"</a:t>
            </a:r>
            <a:r>
              <a:rPr lang="pt-BR" altLang="zh-CN" dirty="0">
                <a:solidFill>
                  <a:srgbClr val="000000"/>
                </a:solidFill>
                <a:highlight>
                  <a:srgbClr val="F8F8F8"/>
                </a:highlight>
                <a:latin typeface="Consolas" panose="020B0609020204030204" pitchFamily="49" charset="0"/>
              </a:rPr>
              <a:t>,&amp;n);  </a:t>
            </a:r>
            <a:endParaRPr lang="pt-BR" altLang="zh-CN" dirty="0">
              <a:solidFill>
                <a:srgbClr val="5C5C5C"/>
              </a:solidFill>
              <a:highlight>
                <a:srgbClr val="F8F8F8"/>
              </a:highlight>
              <a:latin typeface="Consolas" panose="020B0609020204030204" pitchFamily="49" charset="0"/>
            </a:endParaRPr>
          </a:p>
          <a:p>
            <a:pPr algn="l">
              <a:buFont typeface="+mj-lt"/>
              <a:buAutoNum type="arabicPeriod"/>
            </a:pPr>
            <a:r>
              <a:rPr lang="pt-BR" altLang="zh-CN" b="1" dirty="0">
                <a:solidFill>
                  <a:srgbClr val="006699"/>
                </a:solidFill>
                <a:highlight>
                  <a:srgbClr val="FFFFFF"/>
                </a:highlight>
                <a:latin typeface="Consolas" panose="020B0609020204030204" pitchFamily="49" charset="0"/>
              </a:rPr>
              <a:t>for</a:t>
            </a:r>
            <a:r>
              <a:rPr lang="pt-BR" altLang="zh-CN" dirty="0">
                <a:solidFill>
                  <a:srgbClr val="000000"/>
                </a:solidFill>
                <a:highlight>
                  <a:srgbClr val="FFFFFF"/>
                </a:highlight>
                <a:latin typeface="Consolas" panose="020B0609020204030204" pitchFamily="49" charset="0"/>
              </a:rPr>
              <a:t>(m=1; m&lt;n; m++)  </a:t>
            </a:r>
            <a:endParaRPr lang="pt-BR" altLang="zh-CN" dirty="0">
              <a:solidFill>
                <a:srgbClr val="5C5C5C"/>
              </a:solidFill>
              <a:highlight>
                <a:srgbClr val="FFFFFF"/>
              </a:highlight>
              <a:latin typeface="Consolas" panose="020B0609020204030204" pitchFamily="49" charset="0"/>
            </a:endParaRPr>
          </a:p>
          <a:p>
            <a:pPr algn="l">
              <a:buFont typeface="+mj-lt"/>
              <a:buAutoNum type="arabicPeriod"/>
            </a:pPr>
            <a:r>
              <a:rPr lang="pt-BR" altLang="zh-CN" dirty="0">
                <a:solidFill>
                  <a:srgbClr val="000000"/>
                </a:solidFill>
                <a:highlight>
                  <a:srgbClr val="F8F8F8"/>
                </a:highlight>
                <a:latin typeface="Consolas" panose="020B0609020204030204" pitchFamily="49" charset="0"/>
              </a:rPr>
              <a:t>{  </a:t>
            </a:r>
            <a:endParaRPr lang="pt-BR" altLang="zh-CN" dirty="0">
              <a:solidFill>
                <a:srgbClr val="5C5C5C"/>
              </a:solidFill>
              <a:highlight>
                <a:srgbClr val="F8F8F8"/>
              </a:highlight>
              <a:latin typeface="Consolas" panose="020B0609020204030204" pitchFamily="49" charset="0"/>
            </a:endParaRPr>
          </a:p>
          <a:p>
            <a:pPr algn="l">
              <a:buFont typeface="+mj-lt"/>
              <a:buAutoNum type="arabicPeriod"/>
            </a:pPr>
            <a:r>
              <a:rPr lang="pt-BR" altLang="zh-CN" dirty="0">
                <a:solidFill>
                  <a:srgbClr val="000000"/>
                </a:solidFill>
                <a:highlight>
                  <a:srgbClr val="FFFFFF"/>
                </a:highlight>
                <a:latin typeface="Consolas" panose="020B0609020204030204" pitchFamily="49" charset="0"/>
              </a:rPr>
              <a:t>    i = 1;  </a:t>
            </a:r>
            <a:endParaRPr lang="pt-BR" altLang="zh-CN" dirty="0">
              <a:solidFill>
                <a:srgbClr val="5C5C5C"/>
              </a:solidFill>
              <a:highlight>
                <a:srgbClr val="FFFFFF"/>
              </a:highlight>
              <a:latin typeface="Consolas" panose="020B0609020204030204" pitchFamily="49" charset="0"/>
            </a:endParaRPr>
          </a:p>
          <a:p>
            <a:pPr algn="l">
              <a:buFont typeface="+mj-lt"/>
              <a:buAutoNum type="arabicPeriod"/>
            </a:pPr>
            <a:r>
              <a:rPr lang="pt-BR" altLang="zh-CN" dirty="0">
                <a:solidFill>
                  <a:srgbClr val="000000"/>
                </a:solidFill>
                <a:highlight>
                  <a:srgbClr val="F8F8F8"/>
                </a:highlight>
                <a:latin typeface="Consolas" panose="020B0609020204030204" pitchFamily="49" charset="0"/>
              </a:rPr>
              <a:t>    </a:t>
            </a:r>
            <a:r>
              <a:rPr lang="pt-BR" altLang="zh-CN" b="1" dirty="0">
                <a:solidFill>
                  <a:srgbClr val="006699"/>
                </a:solidFill>
                <a:highlight>
                  <a:srgbClr val="F8F8F8"/>
                </a:highlight>
                <a:latin typeface="Consolas" panose="020B0609020204030204" pitchFamily="49" charset="0"/>
              </a:rPr>
              <a:t>while</a:t>
            </a:r>
            <a:r>
              <a:rPr lang="pt-BR" altLang="zh-CN" dirty="0">
                <a:solidFill>
                  <a:srgbClr val="000000"/>
                </a:solidFill>
                <a:highlight>
                  <a:srgbClr val="F8F8F8"/>
                </a:highlight>
                <a:latin typeface="Consolas" panose="020B0609020204030204" pitchFamily="49" charset="0"/>
              </a:rPr>
              <a:t>(i&lt;n)  </a:t>
            </a:r>
            <a:endParaRPr lang="pt-BR" altLang="zh-CN" dirty="0">
              <a:solidFill>
                <a:srgbClr val="5C5C5C"/>
              </a:solidFill>
              <a:highlight>
                <a:srgbClr val="F8F8F8"/>
              </a:highlight>
              <a:latin typeface="Consolas" panose="020B0609020204030204" pitchFamily="49" charset="0"/>
            </a:endParaRPr>
          </a:p>
          <a:p>
            <a:pPr algn="l">
              <a:buFont typeface="+mj-lt"/>
              <a:buAutoNum type="arabicPeriod"/>
            </a:pPr>
            <a:r>
              <a:rPr lang="pt-BR" altLang="zh-CN" dirty="0">
                <a:solidFill>
                  <a:srgbClr val="000000"/>
                </a:solidFill>
                <a:highlight>
                  <a:srgbClr val="FFFFFF"/>
                </a:highlight>
                <a:latin typeface="Consolas" panose="020B0609020204030204" pitchFamily="49" charset="0"/>
              </a:rPr>
              <a:t>    {  </a:t>
            </a:r>
            <a:endParaRPr lang="pt-BR" altLang="zh-CN" dirty="0">
              <a:solidFill>
                <a:srgbClr val="5C5C5C"/>
              </a:solidFill>
              <a:highlight>
                <a:srgbClr val="FFFFFF"/>
              </a:highlight>
              <a:latin typeface="Consolas" panose="020B0609020204030204" pitchFamily="49" charset="0"/>
            </a:endParaRPr>
          </a:p>
          <a:p>
            <a:pPr algn="l">
              <a:buFont typeface="+mj-lt"/>
              <a:buAutoNum type="arabicPeriod"/>
            </a:pPr>
            <a:r>
              <a:rPr lang="pt-BR" altLang="zh-CN" dirty="0">
                <a:solidFill>
                  <a:srgbClr val="000000"/>
                </a:solidFill>
                <a:highlight>
                  <a:srgbClr val="F8F8F8"/>
                </a:highlight>
                <a:latin typeface="Consolas" panose="020B0609020204030204" pitchFamily="49" charset="0"/>
              </a:rPr>
              <a:t>        i = i * 2;  </a:t>
            </a:r>
            <a:endParaRPr lang="pt-BR" altLang="zh-CN" dirty="0">
              <a:solidFill>
                <a:srgbClr val="5C5C5C"/>
              </a:solidFill>
              <a:highlight>
                <a:srgbClr val="F8F8F8"/>
              </a:highlight>
              <a:latin typeface="Consolas" panose="020B0609020204030204" pitchFamily="49" charset="0"/>
            </a:endParaRPr>
          </a:p>
          <a:p>
            <a:pPr algn="l">
              <a:buFont typeface="+mj-lt"/>
              <a:buAutoNum type="arabicPeriod"/>
            </a:pPr>
            <a:r>
              <a:rPr lang="pt-BR" altLang="zh-CN" dirty="0">
                <a:solidFill>
                  <a:srgbClr val="000000"/>
                </a:solidFill>
                <a:highlight>
                  <a:srgbClr val="FFFFFF"/>
                </a:highlight>
                <a:latin typeface="Consolas" panose="020B0609020204030204" pitchFamily="49" charset="0"/>
              </a:rPr>
              <a:t>    }  </a:t>
            </a:r>
            <a:endParaRPr lang="pt-BR" altLang="zh-CN" dirty="0">
              <a:solidFill>
                <a:srgbClr val="5C5C5C"/>
              </a:solidFill>
              <a:highlight>
                <a:srgbClr val="FFFFFF"/>
              </a:highlight>
              <a:latin typeface="Consolas" panose="020B0609020204030204" pitchFamily="49" charset="0"/>
            </a:endParaRPr>
          </a:p>
          <a:p>
            <a:pPr algn="l">
              <a:buFont typeface="+mj-lt"/>
              <a:buAutoNum type="arabicPeriod"/>
            </a:pPr>
            <a:r>
              <a:rPr lang="pt-BR" altLang="zh-CN" dirty="0">
                <a:solidFill>
                  <a:srgbClr val="000000"/>
                </a:solidFill>
                <a:highlight>
                  <a:srgbClr val="F8F8F8"/>
                </a:highlight>
                <a:latin typeface="Consolas" panose="020B0609020204030204" pitchFamily="49" charset="0"/>
              </a:rPr>
              <a:t>}  </a:t>
            </a:r>
            <a:endParaRPr lang="pt-BR" altLang="zh-CN" dirty="0">
              <a:solidFill>
                <a:srgbClr val="5C5C5C"/>
              </a:solidFill>
              <a:highlight>
                <a:srgbClr val="F8F8F8"/>
              </a:highlight>
              <a:latin typeface="Consolas" panose="020B0609020204030204" pitchFamily="49" charset="0"/>
            </a:endParaRPr>
          </a:p>
        </p:txBody>
      </p:sp>
      <p:sp>
        <p:nvSpPr>
          <p:cNvPr id="2" name="灯片编号占位符 1">
            <a:extLst>
              <a:ext uri="{FF2B5EF4-FFF2-40B4-BE49-F238E27FC236}">
                <a16:creationId xmlns:a16="http://schemas.microsoft.com/office/drawing/2014/main" id="{F763F74D-FE61-1B99-8A79-DA79AF836783}"/>
              </a:ext>
            </a:extLst>
          </p:cNvPr>
          <p:cNvSpPr>
            <a:spLocks noGrp="1"/>
          </p:cNvSpPr>
          <p:nvPr>
            <p:ph type="sldNum" sz="quarter" idx="12"/>
          </p:nvPr>
        </p:nvSpPr>
        <p:spPr/>
        <p:txBody>
          <a:bodyPr/>
          <a:lstStyle/>
          <a:p>
            <a:pPr>
              <a:defRPr/>
            </a:pPr>
            <a:fld id="{E6B3DE21-AFB9-F14F-B875-13235536560E}" type="slidenum">
              <a:rPr lang="en-US" altLang="zh-CN" smtClean="0"/>
              <a:pPr>
                <a:defRPr/>
              </a:pPr>
              <a:t>20</a:t>
            </a:fld>
            <a:endParaRPr lang="zh-CN" altLang="en-US" dirty="0"/>
          </a:p>
        </p:txBody>
      </p:sp>
      <p:sp>
        <p:nvSpPr>
          <p:cNvPr id="8" name="Rectangle 2">
            <a:extLst>
              <a:ext uri="{FF2B5EF4-FFF2-40B4-BE49-F238E27FC236}">
                <a16:creationId xmlns:a16="http://schemas.microsoft.com/office/drawing/2014/main" id="{D7F79B44-2E12-6A18-F2D3-BB9AD4E0A47E}"/>
              </a:ext>
            </a:extLst>
          </p:cNvPr>
          <p:cNvSpPr txBox="1">
            <a:spLocks/>
          </p:cNvSpPr>
          <p:nvPr/>
        </p:nvSpPr>
        <p:spPr bwMode="auto">
          <a:xfrm>
            <a:off x="623392" y="116632"/>
            <a:ext cx="7200800" cy="809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kern="1200">
                <a:solidFill>
                  <a:schemeClr val="tx2"/>
                </a:solidFill>
                <a:latin typeface="Arial" pitchFamily="34" charset="0"/>
                <a:ea typeface="黑体" pitchFamily="49" charset="-122"/>
                <a:cs typeface="Arial" pitchFamily="34" charset="0"/>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eaLnBrk="1" hangingPunct="1"/>
            <a:r>
              <a:rPr lang="en-US" altLang="zh-CN" dirty="0">
                <a:latin typeface="黑体" panose="02010609060101010101" pitchFamily="49" charset="-122"/>
                <a:ea typeface="+mj-ea"/>
                <a:cs typeface="+mj-cs"/>
              </a:rPr>
              <a:t>11.3.3</a:t>
            </a:r>
            <a:r>
              <a:rPr lang="zh-CN" altLang="en-US" dirty="0">
                <a:latin typeface="黑体" panose="02010609060101010101" pitchFamily="49" charset="-122"/>
                <a:ea typeface="+mj-ea"/>
                <a:cs typeface="+mj-cs"/>
              </a:rPr>
              <a:t> 算法的复杂性分析的度量</a:t>
            </a:r>
          </a:p>
        </p:txBody>
      </p:sp>
      <p:sp>
        <p:nvSpPr>
          <p:cNvPr id="12" name="文本框 11">
            <a:extLst>
              <a:ext uri="{FF2B5EF4-FFF2-40B4-BE49-F238E27FC236}">
                <a16:creationId xmlns:a16="http://schemas.microsoft.com/office/drawing/2014/main" id="{72CDAEE2-C307-D274-58F1-6A5FAD0960A2}"/>
              </a:ext>
            </a:extLst>
          </p:cNvPr>
          <p:cNvSpPr txBox="1"/>
          <p:nvPr/>
        </p:nvSpPr>
        <p:spPr>
          <a:xfrm>
            <a:off x="263352" y="1547949"/>
            <a:ext cx="5043412" cy="584775"/>
          </a:xfrm>
          <a:prstGeom prst="rect">
            <a:avLst/>
          </a:prstGeom>
          <a:noFill/>
        </p:spPr>
        <p:txBody>
          <a:bodyPr wrap="square">
            <a:spAutoFit/>
          </a:bodyPr>
          <a:lstStyle/>
          <a:p>
            <a:r>
              <a:rPr lang="zh-CN" altLang="en-US" sz="3200" dirty="0">
                <a:latin typeface="DengXian" charset="-122"/>
                <a:ea typeface="DengXian" charset="-122"/>
                <a:cs typeface="DengXian" charset="-122"/>
              </a:rPr>
              <a:t>时间复杂度分析举例：</a:t>
            </a:r>
          </a:p>
        </p:txBody>
      </p:sp>
      <p:sp>
        <p:nvSpPr>
          <p:cNvPr id="13" name="文本框 12">
            <a:extLst>
              <a:ext uri="{FF2B5EF4-FFF2-40B4-BE49-F238E27FC236}">
                <a16:creationId xmlns:a16="http://schemas.microsoft.com/office/drawing/2014/main" id="{2DC99E30-DB5E-E798-F10A-46DEAC305697}"/>
              </a:ext>
            </a:extLst>
          </p:cNvPr>
          <p:cNvSpPr txBox="1"/>
          <p:nvPr/>
        </p:nvSpPr>
        <p:spPr>
          <a:xfrm>
            <a:off x="8420024" y="3282113"/>
            <a:ext cx="3744416" cy="2308324"/>
          </a:xfrm>
          <a:prstGeom prst="rect">
            <a:avLst/>
          </a:prstGeom>
          <a:noFill/>
        </p:spPr>
        <p:txBody>
          <a:bodyPr wrap="square">
            <a:spAutoFit/>
          </a:bodyPr>
          <a:lstStyle/>
          <a:p>
            <a:pPr algn="l">
              <a:buFont typeface="+mj-lt"/>
              <a:buAutoNum type="arabicPeriod"/>
            </a:pPr>
            <a:r>
              <a:rPr lang="nn-NO" altLang="zh-CN" b="1" dirty="0">
                <a:solidFill>
                  <a:srgbClr val="006699"/>
                </a:solidFill>
                <a:highlight>
                  <a:srgbClr val="FFFFFF"/>
                </a:highlight>
                <a:latin typeface="Consolas" panose="020B0609020204030204" pitchFamily="49" charset="0"/>
              </a:rPr>
              <a:t>for</a:t>
            </a:r>
            <a:r>
              <a:rPr lang="nn-NO" altLang="zh-CN" dirty="0">
                <a:solidFill>
                  <a:srgbClr val="000000"/>
                </a:solidFill>
                <a:highlight>
                  <a:srgbClr val="FFFFFF"/>
                </a:highlight>
                <a:latin typeface="Consolas" panose="020B0609020204030204" pitchFamily="49" charset="0"/>
              </a:rPr>
              <a:t>(x=1; </a:t>
            </a:r>
            <a:r>
              <a:rPr lang="en-US" altLang="zh-CN" dirty="0">
                <a:solidFill>
                  <a:srgbClr val="000000"/>
                </a:solidFill>
                <a:highlight>
                  <a:srgbClr val="FFFFFF"/>
                </a:highlight>
                <a:latin typeface="Consolas" panose="020B0609020204030204" pitchFamily="49" charset="0"/>
              </a:rPr>
              <a:t>x</a:t>
            </a:r>
            <a:r>
              <a:rPr lang="nn-NO" altLang="zh-CN" dirty="0">
                <a:solidFill>
                  <a:srgbClr val="000000"/>
                </a:solidFill>
                <a:highlight>
                  <a:srgbClr val="FFFFFF"/>
                </a:highlight>
                <a:latin typeface="Consolas" panose="020B0609020204030204" pitchFamily="49" charset="0"/>
              </a:rPr>
              <a:t>&lt;=n; x++)  </a:t>
            </a:r>
            <a:endParaRPr lang="nn-NO" altLang="zh-CN" dirty="0">
              <a:solidFill>
                <a:srgbClr val="5C5C5C"/>
              </a:solidFill>
              <a:highlight>
                <a:srgbClr val="FFFFFF"/>
              </a:highlight>
              <a:latin typeface="Consolas" panose="020B0609020204030204" pitchFamily="49" charset="0"/>
            </a:endParaRPr>
          </a:p>
          <a:p>
            <a:pPr algn="l">
              <a:buFont typeface="+mj-lt"/>
              <a:buAutoNum type="arabicPeriod"/>
            </a:pPr>
            <a:r>
              <a:rPr lang="nn-NO" altLang="zh-CN" dirty="0">
                <a:solidFill>
                  <a:srgbClr val="000000"/>
                </a:solidFill>
                <a:highlight>
                  <a:srgbClr val="F8F8F8"/>
                </a:highlight>
                <a:latin typeface="Consolas" panose="020B0609020204030204" pitchFamily="49" charset="0"/>
              </a:rPr>
              <a:t>{  </a:t>
            </a:r>
            <a:endParaRPr lang="nn-NO" altLang="zh-CN" dirty="0">
              <a:solidFill>
                <a:srgbClr val="5C5C5C"/>
              </a:solidFill>
              <a:highlight>
                <a:srgbClr val="F8F8F8"/>
              </a:highlight>
              <a:latin typeface="Consolas" panose="020B0609020204030204" pitchFamily="49" charset="0"/>
            </a:endParaRPr>
          </a:p>
          <a:p>
            <a:pPr algn="l">
              <a:buFont typeface="+mj-lt"/>
              <a:buAutoNum type="arabicPeriod"/>
            </a:pPr>
            <a:r>
              <a:rPr lang="nn-NO" altLang="zh-CN" dirty="0">
                <a:solidFill>
                  <a:srgbClr val="000000"/>
                </a:solidFill>
                <a:highlight>
                  <a:srgbClr val="FFFFFF"/>
                </a:highlight>
                <a:latin typeface="Consolas" panose="020B0609020204030204" pitchFamily="49" charset="0"/>
              </a:rPr>
              <a:t>   </a:t>
            </a:r>
            <a:r>
              <a:rPr lang="nn-NO" altLang="zh-CN" b="1" dirty="0">
                <a:solidFill>
                  <a:srgbClr val="006699"/>
                </a:solidFill>
                <a:highlight>
                  <a:srgbClr val="FFFFFF"/>
                </a:highlight>
                <a:latin typeface="Consolas" panose="020B0609020204030204" pitchFamily="49" charset="0"/>
              </a:rPr>
              <a:t>for</a:t>
            </a:r>
            <a:r>
              <a:rPr lang="nn-NO" altLang="zh-CN" dirty="0">
                <a:solidFill>
                  <a:srgbClr val="000000"/>
                </a:solidFill>
                <a:highlight>
                  <a:srgbClr val="FFFFFF"/>
                </a:highlight>
                <a:latin typeface="Consolas" panose="020B0609020204030204" pitchFamily="49" charset="0"/>
              </a:rPr>
              <a:t>(i=1; i&lt;=n; i++)  </a:t>
            </a:r>
            <a:endParaRPr lang="nn-NO" altLang="zh-CN" dirty="0">
              <a:solidFill>
                <a:srgbClr val="5C5C5C"/>
              </a:solidFill>
              <a:highlight>
                <a:srgbClr val="FFFFFF"/>
              </a:highlight>
              <a:latin typeface="Consolas" panose="020B0609020204030204" pitchFamily="49" charset="0"/>
            </a:endParaRPr>
          </a:p>
          <a:p>
            <a:pPr algn="l">
              <a:buFont typeface="+mj-lt"/>
              <a:buAutoNum type="arabicPeriod"/>
            </a:pPr>
            <a:r>
              <a:rPr lang="nn-NO" altLang="zh-CN" dirty="0">
                <a:solidFill>
                  <a:srgbClr val="000000"/>
                </a:solidFill>
                <a:highlight>
                  <a:srgbClr val="F8F8F8"/>
                </a:highlight>
                <a:latin typeface="Consolas" panose="020B0609020204030204" pitchFamily="49" charset="0"/>
              </a:rPr>
              <a:t>    {  </a:t>
            </a:r>
            <a:endParaRPr lang="nn-NO" altLang="zh-CN" dirty="0">
              <a:solidFill>
                <a:srgbClr val="5C5C5C"/>
              </a:solidFill>
              <a:highlight>
                <a:srgbClr val="F8F8F8"/>
              </a:highlight>
              <a:latin typeface="Consolas" panose="020B0609020204030204" pitchFamily="49" charset="0"/>
            </a:endParaRPr>
          </a:p>
          <a:p>
            <a:pPr algn="l">
              <a:buFont typeface="+mj-lt"/>
              <a:buAutoNum type="arabicPeriod"/>
            </a:pPr>
            <a:r>
              <a:rPr lang="nn-NO" altLang="zh-CN" dirty="0">
                <a:solidFill>
                  <a:srgbClr val="000000"/>
                </a:solidFill>
                <a:highlight>
                  <a:srgbClr val="FFFFFF"/>
                </a:highlight>
                <a:latin typeface="Consolas" panose="020B0609020204030204" pitchFamily="49" charset="0"/>
              </a:rPr>
              <a:t>       j = i;  </a:t>
            </a:r>
            <a:endParaRPr lang="nn-NO" altLang="zh-CN" dirty="0">
              <a:solidFill>
                <a:srgbClr val="5C5C5C"/>
              </a:solidFill>
              <a:highlight>
                <a:srgbClr val="FFFFFF"/>
              </a:highlight>
              <a:latin typeface="Consolas" panose="020B0609020204030204" pitchFamily="49" charset="0"/>
            </a:endParaRPr>
          </a:p>
          <a:p>
            <a:pPr algn="l">
              <a:buFont typeface="+mj-lt"/>
              <a:buAutoNum type="arabicPeriod"/>
            </a:pPr>
            <a:r>
              <a:rPr lang="nn-NO" altLang="zh-CN" dirty="0">
                <a:solidFill>
                  <a:srgbClr val="000000"/>
                </a:solidFill>
                <a:highlight>
                  <a:srgbClr val="F8F8F8"/>
                </a:highlight>
                <a:latin typeface="Consolas" panose="020B0609020204030204" pitchFamily="49" charset="0"/>
              </a:rPr>
              <a:t>       j++;  </a:t>
            </a:r>
            <a:endParaRPr lang="nn-NO" altLang="zh-CN" dirty="0">
              <a:solidFill>
                <a:srgbClr val="5C5C5C"/>
              </a:solidFill>
              <a:highlight>
                <a:srgbClr val="F8F8F8"/>
              </a:highlight>
              <a:latin typeface="Consolas" panose="020B0609020204030204" pitchFamily="49" charset="0"/>
            </a:endParaRPr>
          </a:p>
          <a:p>
            <a:pPr algn="l">
              <a:buFont typeface="+mj-lt"/>
              <a:buAutoNum type="arabicPeriod"/>
            </a:pPr>
            <a:r>
              <a:rPr lang="nn-NO" altLang="zh-CN" dirty="0">
                <a:solidFill>
                  <a:srgbClr val="000000"/>
                </a:solidFill>
                <a:highlight>
                  <a:srgbClr val="FFFFFF"/>
                </a:highlight>
                <a:latin typeface="Consolas" panose="020B0609020204030204" pitchFamily="49" charset="0"/>
              </a:rPr>
              <a:t>    }  </a:t>
            </a:r>
            <a:endParaRPr lang="nn-NO" altLang="zh-CN" dirty="0">
              <a:solidFill>
                <a:srgbClr val="5C5C5C"/>
              </a:solidFill>
              <a:highlight>
                <a:srgbClr val="FFFFFF"/>
              </a:highlight>
              <a:latin typeface="Consolas" panose="020B0609020204030204" pitchFamily="49" charset="0"/>
            </a:endParaRPr>
          </a:p>
          <a:p>
            <a:pPr algn="l">
              <a:buFont typeface="+mj-lt"/>
              <a:buAutoNum type="arabicPeriod"/>
            </a:pPr>
            <a:r>
              <a:rPr lang="nn-NO" altLang="zh-CN" dirty="0">
                <a:solidFill>
                  <a:srgbClr val="000000"/>
                </a:solidFill>
                <a:highlight>
                  <a:srgbClr val="F8F8F8"/>
                </a:highlight>
                <a:latin typeface="Consolas" panose="020B0609020204030204" pitchFamily="49" charset="0"/>
              </a:rPr>
              <a:t>}  </a:t>
            </a:r>
            <a:endParaRPr lang="nn-NO" altLang="zh-CN" dirty="0">
              <a:solidFill>
                <a:srgbClr val="5C5C5C"/>
              </a:solidFill>
              <a:highlight>
                <a:srgbClr val="F8F8F8"/>
              </a:highlight>
              <a:latin typeface="Consolas" panose="020B0609020204030204" pitchFamily="49" charset="0"/>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A43CCB4D-B3EC-6D1F-1ABC-5BC0625B92DC}"/>
                  </a:ext>
                </a:extLst>
              </p:cNvPr>
              <p:cNvSpPr txBox="1"/>
              <p:nvPr/>
            </p:nvSpPr>
            <p:spPr>
              <a:xfrm>
                <a:off x="8400256" y="2551153"/>
                <a:ext cx="5043412" cy="404983"/>
              </a:xfrm>
              <a:prstGeom prst="rect">
                <a:avLst/>
              </a:prstGeom>
              <a:noFill/>
            </p:spPr>
            <p:txBody>
              <a:bodyPr wrap="square">
                <a:spAutoFit/>
              </a:bodyPr>
              <a:lstStyle/>
              <a:p>
                <a:r>
                  <a:rPr lang="zh-CN" altLang="en-US" dirty="0"/>
                  <a:t>时间复杂度</a:t>
                </a:r>
                <a14:m>
                  <m:oMath xmlns:m="http://schemas.openxmlformats.org/officeDocument/2006/math">
                    <m:r>
                      <a:rPr lang="en-US" altLang="zh-CN" i="1" dirty="0">
                        <a:latin typeface="Cambria Math" panose="02040503050406030204" pitchFamily="18" charset="0"/>
                      </a:rPr>
                      <m:t>𝑂</m:t>
                    </m:r>
                    <m:d>
                      <m:dPr>
                        <m:ctrlPr>
                          <a:rPr lang="en-US" altLang="zh-CN" i="1" dirty="0">
                            <a:latin typeface="Cambria Math" panose="02040503050406030204" pitchFamily="18" charset="0"/>
                            <a:sym typeface="Symbol" panose="05050102010706020507" pitchFamily="18" charset="2"/>
                          </a:rPr>
                        </m:ctrlPr>
                      </m:dPr>
                      <m:e>
                        <m:sSup>
                          <m:sSupPr>
                            <m:ctrlPr>
                              <a:rPr lang="en-US" altLang="zh-CN" i="1" dirty="0">
                                <a:latin typeface="Cambria Math" panose="02040503050406030204" pitchFamily="18" charset="0"/>
                                <a:sym typeface="Symbol" panose="05050102010706020507" pitchFamily="18" charset="2"/>
                              </a:rPr>
                            </m:ctrlPr>
                          </m:sSupPr>
                          <m:e>
                            <m:r>
                              <m:rPr>
                                <m:sty m:val="p"/>
                              </m:rPr>
                              <a:rPr lang="en-US" altLang="zh-CN" dirty="0">
                                <a:latin typeface="Cambria Math" panose="02040503050406030204" pitchFamily="18" charset="0"/>
                                <a:sym typeface="Symbol" panose="05050102010706020507" pitchFamily="18" charset="2"/>
                              </a:rPr>
                              <m:t>n</m:t>
                            </m:r>
                          </m:e>
                          <m:sup>
                            <m:r>
                              <a:rPr lang="en-US" altLang="zh-CN" dirty="0">
                                <a:latin typeface="Cambria Math" panose="02040503050406030204" pitchFamily="18" charset="0"/>
                                <a:sym typeface="Symbol" panose="05050102010706020507" pitchFamily="18" charset="2"/>
                              </a:rPr>
                              <m:t>2</m:t>
                            </m:r>
                          </m:sup>
                        </m:sSup>
                      </m:e>
                    </m:d>
                  </m:oMath>
                </a14:m>
                <a:endParaRPr lang="zh-CN" altLang="en-US" dirty="0"/>
              </a:p>
            </p:txBody>
          </p:sp>
        </mc:Choice>
        <mc:Fallback xmlns="">
          <p:sp>
            <p:nvSpPr>
              <p:cNvPr id="14" name="文本框 13">
                <a:extLst>
                  <a:ext uri="{FF2B5EF4-FFF2-40B4-BE49-F238E27FC236}">
                    <a16:creationId xmlns:a16="http://schemas.microsoft.com/office/drawing/2014/main" xmlns:a14="http://schemas.microsoft.com/office/drawing/2010/main" xmlns="" id="{A43CCB4D-B3EC-6D1F-1ABC-5BC0625B92DC}"/>
                  </a:ext>
                </a:extLst>
              </p:cNvPr>
              <p:cNvSpPr txBox="1">
                <a:spLocks noRot="1" noChangeAspect="1" noMove="1" noResize="1" noEditPoints="1" noAdjustHandles="1" noChangeArrowheads="1" noChangeShapeType="1" noTextEdit="1"/>
              </p:cNvSpPr>
              <p:nvPr/>
            </p:nvSpPr>
            <p:spPr>
              <a:xfrm>
                <a:off x="8400256" y="2551153"/>
                <a:ext cx="5043412" cy="404983"/>
              </a:xfrm>
              <a:prstGeom prst="rect">
                <a:avLst/>
              </a:prstGeom>
              <a:blipFill rotWithShape="0">
                <a:blip r:embed="rId4"/>
                <a:stretch>
                  <a:fillRect l="-1088" t="-10448" b="-1044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402656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C9BCF702-5EFC-E56C-4DD8-D883B89338F7}"/>
                  </a:ext>
                </a:extLst>
              </p:cNvPr>
              <p:cNvSpPr txBox="1"/>
              <p:nvPr/>
            </p:nvSpPr>
            <p:spPr>
              <a:xfrm>
                <a:off x="1127448" y="2852936"/>
                <a:ext cx="5043412" cy="369332"/>
              </a:xfrm>
              <a:prstGeom prst="rect">
                <a:avLst/>
              </a:prstGeom>
              <a:noFill/>
            </p:spPr>
            <p:txBody>
              <a:bodyPr wrap="square">
                <a:spAutoFit/>
              </a:bodyPr>
              <a:lstStyle/>
              <a:p>
                <a:r>
                  <a:rPr lang="zh-CN" altLang="en-US" dirty="0"/>
                  <a:t>空间复杂度</a:t>
                </a:r>
                <a14:m>
                  <m:oMath xmlns:m="http://schemas.openxmlformats.org/officeDocument/2006/math">
                    <m:r>
                      <a:rPr lang="en-US" altLang="zh-CN" i="1" dirty="0">
                        <a:latin typeface="Cambria Math" panose="02040503050406030204" pitchFamily="18" charset="0"/>
                      </a:rPr>
                      <m:t>𝑂</m:t>
                    </m:r>
                    <m:d>
                      <m:dPr>
                        <m:ctrlPr>
                          <a:rPr lang="en-US" altLang="zh-CN" i="1" dirty="0">
                            <a:latin typeface="Cambria Math" panose="02040503050406030204" pitchFamily="18" charset="0"/>
                            <a:sym typeface="Symbol" panose="05050102010706020507" pitchFamily="18" charset="2"/>
                          </a:rPr>
                        </m:ctrlPr>
                      </m:dPr>
                      <m:e>
                        <m:r>
                          <a:rPr lang="en-US" altLang="zh-CN" i="1" dirty="0">
                            <a:latin typeface="Cambria Math" panose="02040503050406030204" pitchFamily="18" charset="0"/>
                            <a:sym typeface="Symbol" panose="05050102010706020507" pitchFamily="18" charset="2"/>
                          </a:rPr>
                          <m:t>1</m:t>
                        </m:r>
                      </m:e>
                    </m:d>
                  </m:oMath>
                </a14:m>
                <a:endParaRPr lang="zh-CN" altLang="en-US" dirty="0"/>
              </a:p>
            </p:txBody>
          </p:sp>
        </mc:Choice>
        <mc:Fallback xmlns="">
          <p:sp>
            <p:nvSpPr>
              <p:cNvPr id="6" name="文本框 5">
                <a:extLst>
                  <a:ext uri="{FF2B5EF4-FFF2-40B4-BE49-F238E27FC236}">
                    <a16:creationId xmlns:a16="http://schemas.microsoft.com/office/drawing/2014/main" xmlns:a14="http://schemas.microsoft.com/office/drawing/2010/main" xmlns="" id="{C9BCF702-5EFC-E56C-4DD8-D883B89338F7}"/>
                  </a:ext>
                </a:extLst>
              </p:cNvPr>
              <p:cNvSpPr txBox="1">
                <a:spLocks noRot="1" noChangeAspect="1" noMove="1" noResize="1" noEditPoints="1" noAdjustHandles="1" noChangeArrowheads="1" noChangeShapeType="1" noTextEdit="1"/>
              </p:cNvSpPr>
              <p:nvPr/>
            </p:nvSpPr>
            <p:spPr>
              <a:xfrm>
                <a:off x="1127448" y="2852936"/>
                <a:ext cx="5043412" cy="369332"/>
              </a:xfrm>
              <a:prstGeom prst="rect">
                <a:avLst/>
              </a:prstGeom>
              <a:blipFill rotWithShape="0">
                <a:blip r:embed="rId2"/>
                <a:stretch>
                  <a:fillRect l="-1088" t="-11475" b="-21311"/>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E5A28662-2F7D-BFA7-9E47-762FF55983BC}"/>
              </a:ext>
            </a:extLst>
          </p:cNvPr>
          <p:cNvSpPr txBox="1"/>
          <p:nvPr/>
        </p:nvSpPr>
        <p:spPr>
          <a:xfrm>
            <a:off x="1127448" y="3501589"/>
            <a:ext cx="3309516" cy="1477328"/>
          </a:xfrm>
          <a:prstGeom prst="rect">
            <a:avLst/>
          </a:prstGeom>
          <a:noFill/>
        </p:spPr>
        <p:txBody>
          <a:bodyPr wrap="square">
            <a:spAutoFit/>
          </a:bodyPr>
          <a:lstStyle/>
          <a:p>
            <a:pPr algn="l">
              <a:buFont typeface="+mj-lt"/>
              <a:buAutoNum type="arabicPeriod"/>
            </a:pP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 1;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j = 2;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err="1">
                <a:solidFill>
                  <a:srgbClr val="000000"/>
                </a:solidFill>
                <a:highlight>
                  <a:srgbClr val="F8F8F8"/>
                </a:highlight>
                <a:latin typeface="Consolas" panose="020B0609020204030204" pitchFamily="49" charset="0"/>
              </a:rPr>
              <a:t>j++</a:t>
            </a: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m =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 j;  </a:t>
            </a:r>
            <a:endParaRPr lang="en-US" altLang="zh-CN" dirty="0">
              <a:solidFill>
                <a:srgbClr val="5C5C5C"/>
              </a:solidFill>
              <a:highlight>
                <a:srgbClr val="FFFFFF"/>
              </a:highlight>
              <a:latin typeface="Consolas" panose="020B0609020204030204" pitchFamily="49" charset="0"/>
            </a:endParaRPr>
          </a:p>
        </p:txBody>
      </p:sp>
      <p:sp>
        <p:nvSpPr>
          <p:cNvPr id="2" name="灯片编号占位符 1">
            <a:extLst>
              <a:ext uri="{FF2B5EF4-FFF2-40B4-BE49-F238E27FC236}">
                <a16:creationId xmlns:a16="http://schemas.microsoft.com/office/drawing/2014/main" id="{CEEA213C-D1C9-E750-3A46-16F07EB254CE}"/>
              </a:ext>
            </a:extLst>
          </p:cNvPr>
          <p:cNvSpPr>
            <a:spLocks noGrp="1"/>
          </p:cNvSpPr>
          <p:nvPr>
            <p:ph type="sldNum" sz="quarter" idx="12"/>
          </p:nvPr>
        </p:nvSpPr>
        <p:spPr/>
        <p:txBody>
          <a:bodyPr/>
          <a:lstStyle/>
          <a:p>
            <a:pPr>
              <a:defRPr/>
            </a:pPr>
            <a:fld id="{E6B3DE21-AFB9-F14F-B875-13235536560E}" type="slidenum">
              <a:rPr lang="en-US" altLang="zh-CN" smtClean="0"/>
              <a:pPr>
                <a:defRPr/>
              </a:pPr>
              <a:t>21</a:t>
            </a:fld>
            <a:endParaRPr lang="zh-CN" altLang="en-US" dirty="0"/>
          </a:p>
        </p:txBody>
      </p:sp>
      <p:sp>
        <p:nvSpPr>
          <p:cNvPr id="8" name="Rectangle 2">
            <a:extLst>
              <a:ext uri="{FF2B5EF4-FFF2-40B4-BE49-F238E27FC236}">
                <a16:creationId xmlns:a16="http://schemas.microsoft.com/office/drawing/2014/main" id="{D7F79B44-2E12-6A18-F2D3-BB9AD4E0A47E}"/>
              </a:ext>
            </a:extLst>
          </p:cNvPr>
          <p:cNvSpPr txBox="1">
            <a:spLocks/>
          </p:cNvSpPr>
          <p:nvPr/>
        </p:nvSpPr>
        <p:spPr bwMode="auto">
          <a:xfrm>
            <a:off x="519968" y="116632"/>
            <a:ext cx="7160208" cy="809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kern="1200">
                <a:solidFill>
                  <a:schemeClr val="tx2"/>
                </a:solidFill>
                <a:latin typeface="Arial" pitchFamily="34" charset="0"/>
                <a:ea typeface="黑体" pitchFamily="49" charset="-122"/>
                <a:cs typeface="Arial" pitchFamily="34" charset="0"/>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eaLnBrk="1" hangingPunct="1"/>
            <a:r>
              <a:rPr lang="en-US" altLang="zh-CN" dirty="0">
                <a:latin typeface="黑体" panose="02010609060101010101" pitchFamily="49" charset="-122"/>
                <a:ea typeface="+mj-ea"/>
                <a:cs typeface="+mj-cs"/>
              </a:rPr>
              <a:t>11.3.3</a:t>
            </a:r>
            <a:r>
              <a:rPr lang="zh-CN" altLang="en-US" dirty="0">
                <a:latin typeface="黑体" panose="02010609060101010101" pitchFamily="49" charset="-122"/>
                <a:ea typeface="+mj-ea"/>
                <a:cs typeface="+mj-cs"/>
              </a:rPr>
              <a:t> 算法的复杂性分析的度量</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C9BCF702-5EFC-E56C-4DD8-D883B89338F7}"/>
                  </a:ext>
                </a:extLst>
              </p:cNvPr>
              <p:cNvSpPr txBox="1"/>
              <p:nvPr/>
            </p:nvSpPr>
            <p:spPr>
              <a:xfrm>
                <a:off x="7064451" y="2852936"/>
                <a:ext cx="5043412" cy="369332"/>
              </a:xfrm>
              <a:prstGeom prst="rect">
                <a:avLst/>
              </a:prstGeom>
              <a:noFill/>
            </p:spPr>
            <p:txBody>
              <a:bodyPr wrap="square">
                <a:spAutoFit/>
              </a:bodyPr>
              <a:lstStyle/>
              <a:p>
                <a:r>
                  <a:rPr lang="zh-CN" altLang="en-US" dirty="0"/>
                  <a:t>空间复杂度</a:t>
                </a:r>
                <a14:m>
                  <m:oMath xmlns:m="http://schemas.openxmlformats.org/officeDocument/2006/math">
                    <m:r>
                      <a:rPr lang="en-US" altLang="zh-CN" i="1" dirty="0">
                        <a:latin typeface="Cambria Math" panose="02040503050406030204" pitchFamily="18" charset="0"/>
                      </a:rPr>
                      <m:t>𝑂</m:t>
                    </m:r>
                    <m:d>
                      <m:dPr>
                        <m:ctrlPr>
                          <a:rPr lang="en-US" altLang="zh-CN" i="1" dirty="0">
                            <a:latin typeface="Cambria Math" panose="02040503050406030204" pitchFamily="18" charset="0"/>
                            <a:sym typeface="Symbol" panose="05050102010706020507" pitchFamily="18" charset="2"/>
                          </a:rPr>
                        </m:ctrlPr>
                      </m:dPr>
                      <m:e>
                        <m:r>
                          <m:rPr>
                            <m:sty m:val="p"/>
                          </m:rPr>
                          <a:rPr lang="en-US" altLang="zh-CN" i="1" dirty="0">
                            <a:latin typeface="Cambria Math" panose="02040503050406030204" pitchFamily="18" charset="0"/>
                            <a:sym typeface="Symbol" panose="05050102010706020507" pitchFamily="18" charset="2"/>
                          </a:rPr>
                          <m:t>n</m:t>
                        </m:r>
                      </m:e>
                    </m:d>
                  </m:oMath>
                </a14:m>
                <a:endParaRPr lang="zh-CN" altLang="en-US" dirty="0"/>
              </a:p>
            </p:txBody>
          </p:sp>
        </mc:Choice>
        <mc:Fallback xmlns="">
          <p:sp>
            <p:nvSpPr>
              <p:cNvPr id="9" name="文本框 8">
                <a:extLst>
                  <a:ext uri="{FF2B5EF4-FFF2-40B4-BE49-F238E27FC236}">
                    <a16:creationId xmlns:a16="http://schemas.microsoft.com/office/drawing/2014/main" xmlns:a14="http://schemas.microsoft.com/office/drawing/2010/main" xmlns="" id="{C9BCF702-5EFC-E56C-4DD8-D883B89338F7}"/>
                  </a:ext>
                </a:extLst>
              </p:cNvPr>
              <p:cNvSpPr txBox="1">
                <a:spLocks noRot="1" noChangeAspect="1" noMove="1" noResize="1" noEditPoints="1" noAdjustHandles="1" noChangeArrowheads="1" noChangeShapeType="1" noTextEdit="1"/>
              </p:cNvSpPr>
              <p:nvPr/>
            </p:nvSpPr>
            <p:spPr>
              <a:xfrm>
                <a:off x="7064451" y="2852936"/>
                <a:ext cx="5043412" cy="369332"/>
              </a:xfrm>
              <a:prstGeom prst="rect">
                <a:avLst/>
              </a:prstGeom>
              <a:blipFill rotWithShape="0">
                <a:blip r:embed="rId3"/>
                <a:stretch>
                  <a:fillRect l="-1088" t="-11475" b="-21311"/>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CE38CE3E-9D4B-093C-3FDE-7138E4A396F8}"/>
              </a:ext>
            </a:extLst>
          </p:cNvPr>
          <p:cNvSpPr txBox="1"/>
          <p:nvPr/>
        </p:nvSpPr>
        <p:spPr>
          <a:xfrm>
            <a:off x="7064451" y="3491882"/>
            <a:ext cx="5043412" cy="2031325"/>
          </a:xfrm>
          <a:prstGeom prst="rect">
            <a:avLst/>
          </a:prstGeom>
          <a:noFill/>
        </p:spPr>
        <p:txBody>
          <a:bodyPr wrap="square">
            <a:spAutoFit/>
          </a:bodyPr>
          <a:lstStyle/>
          <a:p>
            <a:pPr algn="l">
              <a:buFont typeface="+mj-lt"/>
              <a:buAutoNum type="arabicPeriod"/>
            </a:pPr>
            <a:r>
              <a:rPr lang="en-US" altLang="zh-CN" b="1" dirty="0">
                <a:solidFill>
                  <a:srgbClr val="006699"/>
                </a:solidFill>
                <a:highlight>
                  <a:srgbClr val="FFFFFF"/>
                </a:highlight>
                <a:latin typeface="Consolas" panose="020B0609020204030204" pitchFamily="49" charset="0"/>
              </a:rPr>
              <a:t>const</a:t>
            </a:r>
            <a:r>
              <a:rPr lang="en-US" altLang="zh-CN" dirty="0">
                <a:solidFill>
                  <a:srgbClr val="000000"/>
                </a:solidFill>
                <a:highlight>
                  <a:srgbClr val="FFFFFF"/>
                </a:highlight>
                <a:latin typeface="Consolas" panose="020B0609020204030204" pitchFamily="49" charset="0"/>
              </a:rPr>
              <a:t>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n = 100;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m[n];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b="1" dirty="0">
                <a:solidFill>
                  <a:srgbClr val="006699"/>
                </a:solidFill>
                <a:highlight>
                  <a:srgbClr val="FFFFFF"/>
                </a:highlight>
                <a:latin typeface="Consolas" panose="020B0609020204030204" pitchFamily="49" charset="0"/>
              </a:rPr>
              <a:t>for</a:t>
            </a:r>
            <a:r>
              <a:rPr lang="en-US" altLang="zh-CN" dirty="0">
                <a:solidFill>
                  <a:srgbClr val="000000"/>
                </a:solidFill>
                <a:highlight>
                  <a:srgbClr val="FFFFFF"/>
                </a:highlight>
                <a:latin typeface="Consolas" panose="020B0609020204030204" pitchFamily="49" charset="0"/>
              </a:rPr>
              <a:t>(</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=1;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&lt;=n;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j =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j++</a:t>
            </a: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p:txBody>
      </p:sp>
      <p:sp>
        <p:nvSpPr>
          <p:cNvPr id="11" name="文本框 10">
            <a:extLst>
              <a:ext uri="{FF2B5EF4-FFF2-40B4-BE49-F238E27FC236}">
                <a16:creationId xmlns:a16="http://schemas.microsoft.com/office/drawing/2014/main" id="{72CDAEE2-C307-D274-58F1-6A5FAD0960A2}"/>
              </a:ext>
            </a:extLst>
          </p:cNvPr>
          <p:cNvSpPr txBox="1"/>
          <p:nvPr/>
        </p:nvSpPr>
        <p:spPr>
          <a:xfrm>
            <a:off x="263352" y="1547949"/>
            <a:ext cx="5043412" cy="584775"/>
          </a:xfrm>
          <a:prstGeom prst="rect">
            <a:avLst/>
          </a:prstGeom>
          <a:noFill/>
        </p:spPr>
        <p:txBody>
          <a:bodyPr wrap="square">
            <a:spAutoFit/>
          </a:bodyPr>
          <a:lstStyle/>
          <a:p>
            <a:r>
              <a:rPr lang="zh-CN" altLang="en-US" sz="3200" dirty="0">
                <a:latin typeface="DengXian" charset="-122"/>
                <a:ea typeface="DengXian" charset="-122"/>
                <a:cs typeface="DengXian" charset="-122"/>
              </a:rPr>
              <a:t>空间复杂度分析举例：</a:t>
            </a:r>
          </a:p>
        </p:txBody>
      </p:sp>
    </p:spTree>
    <p:extLst>
      <p:ext uri="{BB962C8B-B14F-4D97-AF65-F5344CB8AC3E}">
        <p14:creationId xmlns:p14="http://schemas.microsoft.com/office/powerpoint/2010/main" val="23223575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4" name="TextBox 1">
            <a:extLst>
              <a:ext uri="{FF2B5EF4-FFF2-40B4-BE49-F238E27FC236}">
                <a16:creationId xmlns:a16="http://schemas.microsoft.com/office/drawing/2014/main" id="{49E69CE0-8E9C-C2B1-119F-B7B3A476F279}"/>
              </a:ext>
            </a:extLst>
          </p:cNvPr>
          <p:cNvSpPr txBox="1">
            <a:spLocks noChangeArrowheads="1"/>
          </p:cNvSpPr>
          <p:nvPr/>
        </p:nvSpPr>
        <p:spPr bwMode="auto">
          <a:xfrm>
            <a:off x="623392" y="2492896"/>
            <a:ext cx="10225136" cy="3605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lvl="1">
              <a:spcBef>
                <a:spcPct val="0"/>
              </a:spcBef>
              <a:buFontTx/>
              <a:buNone/>
            </a:pPr>
            <a:r>
              <a:rPr lang="en-US" altLang="zh-CN" sz="3911" dirty="0">
                <a:solidFill>
                  <a:srgbClr val="000000"/>
                </a:solidFill>
                <a:latin typeface="+mn-lt"/>
                <a:ea typeface="+mn-ea"/>
                <a:cs typeface="+mn-ea"/>
                <a:sym typeface="+mn-lt"/>
              </a:rPr>
              <a:t>11.1 </a:t>
            </a:r>
            <a:r>
              <a:rPr lang="zh-CN" altLang="zh-CN" sz="3911" dirty="0">
                <a:solidFill>
                  <a:srgbClr val="000000"/>
                </a:solidFill>
                <a:latin typeface="+mn-lt"/>
                <a:ea typeface="+mn-ea"/>
                <a:cs typeface="+mn-ea"/>
                <a:sym typeface="+mn-lt"/>
              </a:rPr>
              <a:t>什么是</a:t>
            </a:r>
            <a:r>
              <a:rPr lang="zh-CN" altLang="en-US" sz="3911" dirty="0">
                <a:solidFill>
                  <a:srgbClr val="000000"/>
                </a:solidFill>
                <a:latin typeface="+mn-lt"/>
                <a:ea typeface="+mn-ea"/>
                <a:cs typeface="+mn-ea"/>
                <a:sym typeface="+mn-lt"/>
              </a:rPr>
              <a:t>数据遍历与搜索</a:t>
            </a:r>
            <a:r>
              <a:rPr lang="zh-CN" altLang="zh-CN" sz="3911" dirty="0">
                <a:solidFill>
                  <a:srgbClr val="000000"/>
                </a:solidFill>
                <a:latin typeface="+mn-lt"/>
                <a:ea typeface="+mn-ea"/>
                <a:cs typeface="+mn-ea"/>
                <a:sym typeface="+mn-lt"/>
              </a:rPr>
              <a:t>？</a:t>
            </a:r>
            <a:endParaRPr lang="en-US" altLang="zh-CN" sz="3911" dirty="0">
              <a:solidFill>
                <a:srgbClr val="000000"/>
              </a:solidFill>
              <a:latin typeface="+mn-lt"/>
              <a:ea typeface="+mn-ea"/>
              <a:cs typeface="+mn-ea"/>
              <a:sym typeface="+mn-lt"/>
            </a:endParaRPr>
          </a:p>
          <a:p>
            <a:pPr lvl="1">
              <a:spcBef>
                <a:spcPct val="0"/>
              </a:spcBef>
              <a:buFontTx/>
              <a:buNone/>
            </a:pPr>
            <a:r>
              <a:rPr lang="en-US" altLang="zh-CN" sz="3911" dirty="0">
                <a:solidFill>
                  <a:srgbClr val="000000"/>
                </a:solidFill>
                <a:latin typeface="+mn-lt"/>
                <a:ea typeface="+mn-ea"/>
                <a:cs typeface="+mn-ea"/>
                <a:sym typeface="+mn-lt"/>
              </a:rPr>
              <a:t>11.2 </a:t>
            </a:r>
            <a:r>
              <a:rPr lang="zh-CN" altLang="en-US" sz="3911" dirty="0">
                <a:solidFill>
                  <a:srgbClr val="000000"/>
                </a:solidFill>
                <a:latin typeface="+mn-lt"/>
                <a:ea typeface="+mn-ea"/>
                <a:cs typeface="+mn-ea"/>
                <a:sym typeface="+mn-lt"/>
              </a:rPr>
              <a:t>算法基本概念回顾</a:t>
            </a:r>
            <a:endParaRPr lang="en-US" altLang="zh-CN" sz="3911" dirty="0">
              <a:solidFill>
                <a:srgbClr val="000000"/>
              </a:solidFill>
              <a:latin typeface="+mn-lt"/>
              <a:ea typeface="+mn-ea"/>
              <a:cs typeface="+mn-ea"/>
              <a:sym typeface="+mn-lt"/>
            </a:endParaRPr>
          </a:p>
          <a:p>
            <a:pPr lvl="1">
              <a:spcBef>
                <a:spcPct val="0"/>
              </a:spcBef>
              <a:buFontTx/>
              <a:buNone/>
            </a:pPr>
            <a:r>
              <a:rPr lang="en-US" altLang="zh-CN" sz="3911" dirty="0">
                <a:solidFill>
                  <a:srgbClr val="000000"/>
                </a:solidFill>
                <a:latin typeface="+mn-lt"/>
                <a:ea typeface="+mn-ea"/>
                <a:cs typeface="+mn-ea"/>
                <a:sym typeface="+mn-lt"/>
              </a:rPr>
              <a:t>11.3 </a:t>
            </a:r>
            <a:r>
              <a:rPr lang="zh-CN" altLang="zh-CN" sz="3911" dirty="0">
                <a:solidFill>
                  <a:srgbClr val="000000"/>
                </a:solidFill>
                <a:latin typeface="+mn-lt"/>
                <a:ea typeface="+mn-ea"/>
                <a:cs typeface="+mn-ea"/>
                <a:sym typeface="+mn-lt"/>
              </a:rPr>
              <a:t>算法</a:t>
            </a:r>
            <a:r>
              <a:rPr lang="zh-CN" altLang="en-US" sz="3911" dirty="0">
                <a:solidFill>
                  <a:srgbClr val="000000"/>
                </a:solidFill>
                <a:latin typeface="+mn-lt"/>
                <a:ea typeface="+mn-ea"/>
                <a:cs typeface="+mn-ea"/>
                <a:sym typeface="+mn-lt"/>
              </a:rPr>
              <a:t>正确性</a:t>
            </a:r>
            <a:r>
              <a:rPr lang="zh-CN" altLang="zh-CN" sz="3911" dirty="0">
                <a:solidFill>
                  <a:srgbClr val="000000"/>
                </a:solidFill>
                <a:latin typeface="+mn-lt"/>
                <a:ea typeface="+mn-ea"/>
                <a:cs typeface="+mn-ea"/>
                <a:sym typeface="+mn-lt"/>
              </a:rPr>
              <a:t>分析</a:t>
            </a:r>
            <a:r>
              <a:rPr lang="zh-CN" altLang="en-US" sz="3911" dirty="0">
                <a:solidFill>
                  <a:srgbClr val="000000"/>
                </a:solidFill>
                <a:latin typeface="+mn-lt"/>
                <a:ea typeface="+mn-ea"/>
                <a:cs typeface="+mn-ea"/>
                <a:sym typeface="+mn-lt"/>
              </a:rPr>
              <a:t>与</a:t>
            </a:r>
            <a:r>
              <a:rPr lang="zh-CN" altLang="en-US" sz="3911" b="1" dirty="0">
                <a:solidFill>
                  <a:srgbClr val="FF0000"/>
                </a:solidFill>
                <a:latin typeface="+mn-lt"/>
                <a:ea typeface="+mn-ea"/>
                <a:cs typeface="+mn-ea"/>
                <a:sym typeface="+mn-lt"/>
              </a:rPr>
              <a:t>复杂度分析</a:t>
            </a:r>
            <a:endParaRPr lang="zh-CN" altLang="zh-CN" sz="3911" b="1" dirty="0">
              <a:solidFill>
                <a:srgbClr val="FF0000"/>
              </a:solidFill>
              <a:latin typeface="+mn-lt"/>
              <a:ea typeface="+mn-ea"/>
              <a:cs typeface="+mn-ea"/>
              <a:sym typeface="+mn-lt"/>
            </a:endParaRPr>
          </a:p>
          <a:p>
            <a:pPr lvl="1">
              <a:spcBef>
                <a:spcPct val="0"/>
              </a:spcBef>
              <a:buFontTx/>
              <a:buNone/>
            </a:pPr>
            <a:r>
              <a:rPr lang="en-US" altLang="zh-CN" sz="3911" dirty="0">
                <a:solidFill>
                  <a:srgbClr val="FF0000"/>
                </a:solidFill>
                <a:latin typeface="+mn-lt"/>
                <a:ea typeface="+mn-ea"/>
                <a:cs typeface="+mn-ea"/>
                <a:sym typeface="+mn-lt"/>
              </a:rPr>
              <a:t>11.4 </a:t>
            </a:r>
            <a:r>
              <a:rPr lang="zh-CN" altLang="en-US" sz="3911" dirty="0">
                <a:solidFill>
                  <a:srgbClr val="FF0000"/>
                </a:solidFill>
                <a:latin typeface="+mn-lt"/>
                <a:ea typeface="+mn-ea"/>
                <a:cs typeface="+mn-ea"/>
                <a:sym typeface="+mn-lt"/>
              </a:rPr>
              <a:t>应用举例：查找算法</a:t>
            </a:r>
            <a:endParaRPr lang="en-US" altLang="zh-CN" sz="3911" dirty="0">
              <a:solidFill>
                <a:srgbClr val="FF0000"/>
              </a:solidFill>
              <a:latin typeface="+mn-lt"/>
              <a:ea typeface="+mn-ea"/>
              <a:cs typeface="+mn-ea"/>
              <a:sym typeface="+mn-lt"/>
            </a:endParaRPr>
          </a:p>
          <a:p>
            <a:pPr lvl="1">
              <a:spcBef>
                <a:spcPct val="0"/>
              </a:spcBef>
              <a:buFontTx/>
              <a:buNone/>
            </a:pPr>
            <a:r>
              <a:rPr lang="en-US" altLang="zh-CN" sz="3911" dirty="0">
                <a:solidFill>
                  <a:srgbClr val="000000"/>
                </a:solidFill>
                <a:latin typeface="+mn-lt"/>
                <a:ea typeface="+mn-ea"/>
                <a:cs typeface="+mn-ea"/>
                <a:sym typeface="+mn-lt"/>
              </a:rPr>
              <a:t>11.5 </a:t>
            </a:r>
            <a:r>
              <a:rPr lang="zh-CN" altLang="en-US" sz="3911" dirty="0">
                <a:solidFill>
                  <a:srgbClr val="000000"/>
                </a:solidFill>
                <a:latin typeface="+mn-lt"/>
                <a:ea typeface="+mn-ea"/>
                <a:cs typeface="+mn-ea"/>
                <a:sym typeface="+mn-lt"/>
              </a:rPr>
              <a:t>应用举例：数组修改</a:t>
            </a:r>
            <a:endParaRPr lang="zh-CN" altLang="zh-CN" sz="3911" dirty="0">
              <a:solidFill>
                <a:srgbClr val="000000"/>
              </a:solidFill>
              <a:latin typeface="+mn-lt"/>
              <a:ea typeface="+mn-ea"/>
              <a:cs typeface="+mn-ea"/>
              <a:sym typeface="+mn-lt"/>
            </a:endParaRPr>
          </a:p>
          <a:p>
            <a:pPr eaLnBrk="1" hangingPunct="1">
              <a:lnSpc>
                <a:spcPct val="150000"/>
              </a:lnSpc>
              <a:spcBef>
                <a:spcPct val="0"/>
              </a:spcBef>
              <a:buFontTx/>
              <a:buNone/>
            </a:pPr>
            <a:endParaRPr lang="zh-CN" altLang="en-US" sz="2489" dirty="0">
              <a:solidFill>
                <a:srgbClr val="1A9EE9"/>
              </a:solidFill>
              <a:latin typeface="+mn-lt"/>
              <a:ea typeface="+mn-ea"/>
              <a:cs typeface="+mn-ea"/>
              <a:sym typeface="+mn-lt"/>
            </a:endParaRPr>
          </a:p>
        </p:txBody>
      </p:sp>
      <p:sp>
        <p:nvSpPr>
          <p:cNvPr id="4" name="Rectangle 2"/>
          <p:cNvSpPr txBox="1">
            <a:spLocks noChangeArrowheads="1"/>
          </p:cNvSpPr>
          <p:nvPr/>
        </p:nvSpPr>
        <p:spPr bwMode="auto">
          <a:xfrm>
            <a:off x="27848" y="0"/>
            <a:ext cx="8915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eaLnBrk="0" fontAlgn="base" hangingPunct="0">
              <a:spcBef>
                <a:spcPct val="0"/>
              </a:spcBef>
              <a:spcAft>
                <a:spcPct val="0"/>
              </a:spcAft>
              <a:defRPr sz="3600" b="1" kern="1200">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9pPr>
          </a:lstStyle>
          <a:p>
            <a:pPr algn="l" eaLnBrk="1" hangingPunct="1"/>
            <a:r>
              <a:rPr lang="zh-CN" altLang="en-US" dirty="0">
                <a:latin typeface="黑体" panose="02010609060101010101" pitchFamily="49" charset="-122"/>
              </a:rPr>
              <a:t> 第十一讲 数据遍历与搜索</a:t>
            </a:r>
            <a:r>
              <a:rPr lang="en-US" altLang="zh-CN" dirty="0">
                <a:latin typeface="黑体" panose="02010609060101010101" pitchFamily="49" charset="-122"/>
              </a:rPr>
              <a:t>——</a:t>
            </a:r>
            <a:r>
              <a:rPr lang="zh-CN" altLang="en-US" dirty="0">
                <a:latin typeface="黑体" panose="02010609060101010101" pitchFamily="49" charset="-122"/>
              </a:rPr>
              <a:t>学习内容</a:t>
            </a:r>
          </a:p>
        </p:txBody>
      </p:sp>
    </p:spTree>
    <p:extLst>
      <p:ext uri="{BB962C8B-B14F-4D97-AF65-F5344CB8AC3E}">
        <p14:creationId xmlns:p14="http://schemas.microsoft.com/office/powerpoint/2010/main" val="367378781"/>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945" name="Rectangle 2">
            <a:extLst>
              <a:ext uri="{FF2B5EF4-FFF2-40B4-BE49-F238E27FC236}">
                <a16:creationId xmlns:a16="http://schemas.microsoft.com/office/drawing/2014/main" id="{4F6A5D86-BE78-3348-9752-0EDFB113AD07}"/>
              </a:ext>
            </a:extLst>
          </p:cNvPr>
          <p:cNvSpPr>
            <a:spLocks noGrp="1" noChangeArrowheads="1"/>
          </p:cNvSpPr>
          <p:nvPr>
            <p:ph type="title"/>
          </p:nvPr>
        </p:nvSpPr>
        <p:spPr>
          <a:xfrm>
            <a:off x="623392" y="14904"/>
            <a:ext cx="8915400" cy="1143000"/>
          </a:xfrm>
        </p:spPr>
        <p:txBody>
          <a:bodyPr/>
          <a:lstStyle/>
          <a:p>
            <a:pPr algn="l"/>
            <a:r>
              <a:rPr lang="en-US" altLang="zh-CN" dirty="0"/>
              <a:t>11.4</a:t>
            </a:r>
            <a:r>
              <a:rPr lang="zh-CN" altLang="en-US" dirty="0"/>
              <a:t> 查找算法</a:t>
            </a:r>
          </a:p>
        </p:txBody>
      </p:sp>
      <p:sp>
        <p:nvSpPr>
          <p:cNvPr id="58371" name="Rectangle 3">
            <a:extLst>
              <a:ext uri="{FF2B5EF4-FFF2-40B4-BE49-F238E27FC236}">
                <a16:creationId xmlns:a16="http://schemas.microsoft.com/office/drawing/2014/main" id="{139B1FEB-812F-6846-9EE8-151BD195F210}"/>
              </a:ext>
            </a:extLst>
          </p:cNvPr>
          <p:cNvSpPr>
            <a:spLocks noGrp="1" noChangeArrowheads="1"/>
          </p:cNvSpPr>
          <p:nvPr>
            <p:ph idx="1"/>
          </p:nvPr>
        </p:nvSpPr>
        <p:spPr>
          <a:xfrm>
            <a:off x="1199456" y="1440117"/>
            <a:ext cx="8915400" cy="4686300"/>
          </a:xfrm>
        </p:spPr>
        <p:txBody>
          <a:bodyPr/>
          <a:lstStyle/>
          <a:p>
            <a:pPr eaLnBrk="1">
              <a:lnSpc>
                <a:spcPct val="135000"/>
              </a:lnSpc>
            </a:pPr>
            <a:r>
              <a:rPr lang="zh-CN" altLang="en-US" sz="3600" dirty="0"/>
              <a:t>查找（</a:t>
            </a:r>
            <a:r>
              <a:rPr lang="en-US" altLang="zh-CN" sz="3600" dirty="0">
                <a:latin typeface="Arial" panose="020B0604020202020204" pitchFamily="34" charset="0"/>
                <a:cs typeface="Arial" panose="020B0604020202020204" pitchFamily="34" charset="0"/>
              </a:rPr>
              <a:t>Search</a:t>
            </a:r>
            <a:r>
              <a:rPr lang="zh-CN" altLang="en-US" sz="3600" dirty="0">
                <a:latin typeface="Arial" panose="020B0604020202020204" pitchFamily="34" charset="0"/>
                <a:cs typeface="Arial" panose="020B0604020202020204" pitchFamily="34" charset="0"/>
              </a:rPr>
              <a:t>）算法</a:t>
            </a:r>
            <a:endParaRPr lang="en-US" altLang="zh-CN" sz="3600" dirty="0">
              <a:latin typeface="Arial" panose="020B0604020202020204" pitchFamily="34" charset="0"/>
              <a:cs typeface="Arial" panose="020B0604020202020204" pitchFamily="34" charset="0"/>
            </a:endParaRPr>
          </a:p>
          <a:p>
            <a:pPr lvl="1" eaLnBrk="1">
              <a:lnSpc>
                <a:spcPct val="135000"/>
              </a:lnSpc>
            </a:pPr>
            <a:r>
              <a:rPr lang="zh-CN" altLang="en-US" sz="3200" dirty="0">
                <a:latin typeface="Arial" panose="020B0604020202020204" pitchFamily="34" charset="0"/>
                <a:ea typeface="黑体" panose="02010609060101010101" pitchFamily="49" charset="-122"/>
                <a:cs typeface="Arial" panose="020B0604020202020204" pitchFamily="34" charset="0"/>
              </a:rPr>
              <a:t>顺序查找，也称线性查找（</a:t>
            </a:r>
            <a:r>
              <a:rPr lang="en-US" altLang="zh-CN" sz="3200" dirty="0">
                <a:latin typeface="Arial" panose="020B0604020202020204" pitchFamily="34" charset="0"/>
                <a:ea typeface="黑体" panose="02010609060101010101" pitchFamily="49" charset="-122"/>
                <a:cs typeface="Arial" panose="020B0604020202020204" pitchFamily="34" charset="0"/>
              </a:rPr>
              <a:t>Linear Search</a:t>
            </a:r>
            <a:r>
              <a:rPr lang="zh-CN" altLang="en-US" sz="3200" dirty="0">
                <a:latin typeface="Arial" panose="020B0604020202020204" pitchFamily="34" charset="0"/>
                <a:ea typeface="黑体" panose="02010609060101010101" pitchFamily="49" charset="-122"/>
                <a:cs typeface="Arial" panose="020B0604020202020204" pitchFamily="34" charset="0"/>
              </a:rPr>
              <a:t>）</a:t>
            </a:r>
          </a:p>
          <a:p>
            <a:pPr lvl="1" eaLnBrk="1">
              <a:lnSpc>
                <a:spcPct val="135000"/>
              </a:lnSpc>
            </a:pPr>
            <a:r>
              <a:rPr lang="zh-CN" altLang="en-US" sz="3200" dirty="0">
                <a:latin typeface="Arial" panose="020B0604020202020204" pitchFamily="34" charset="0"/>
                <a:ea typeface="黑体" panose="02010609060101010101" pitchFamily="49" charset="-122"/>
                <a:cs typeface="Arial" panose="020B0604020202020204" pitchFamily="34" charset="0"/>
              </a:rPr>
              <a:t>折半查找，也称对分搜索（</a:t>
            </a:r>
            <a:r>
              <a:rPr lang="en-US" altLang="zh-CN" sz="3200" dirty="0">
                <a:latin typeface="Arial" panose="020B0604020202020204" pitchFamily="34" charset="0"/>
                <a:ea typeface="黑体" panose="02010609060101010101" pitchFamily="49" charset="-122"/>
                <a:cs typeface="Arial" panose="020B0604020202020204" pitchFamily="34" charset="0"/>
              </a:rPr>
              <a:t>Binary Search</a:t>
            </a:r>
            <a:r>
              <a:rPr lang="zh-CN" altLang="en-US" sz="3200" dirty="0">
                <a:latin typeface="Arial" panose="020B0604020202020204" pitchFamily="34" charset="0"/>
                <a:ea typeface="黑体" panose="02010609060101010101" pitchFamily="49" charset="-122"/>
                <a:cs typeface="Arial" panose="020B0604020202020204" pitchFamily="34" charset="0"/>
              </a:rPr>
              <a:t>）</a:t>
            </a:r>
          </a:p>
        </p:txBody>
      </p:sp>
      <p:sp>
        <p:nvSpPr>
          <p:cNvPr id="2" name="灯片编号占位符 1">
            <a:extLst>
              <a:ext uri="{FF2B5EF4-FFF2-40B4-BE49-F238E27FC236}">
                <a16:creationId xmlns:a16="http://schemas.microsoft.com/office/drawing/2014/main" id="{FAFE030D-AB40-F77D-D020-C7285078C2E1}"/>
              </a:ext>
            </a:extLst>
          </p:cNvPr>
          <p:cNvSpPr>
            <a:spLocks noGrp="1"/>
          </p:cNvSpPr>
          <p:nvPr>
            <p:ph type="sldNum" sz="quarter" idx="12"/>
          </p:nvPr>
        </p:nvSpPr>
        <p:spPr/>
        <p:txBody>
          <a:bodyPr/>
          <a:lstStyle/>
          <a:p>
            <a:pPr>
              <a:defRPr/>
            </a:pPr>
            <a:fld id="{7C4E558B-5425-6346-B896-72F904F12E77}" type="slidenum">
              <a:rPr lang="en-US" altLang="zh-CN" smtClean="0"/>
              <a:pPr>
                <a:defRPr/>
              </a:pPr>
              <a:t>23</a:t>
            </a:fld>
            <a:endParaRPr lang="zh-CN" altLang="en-US" dirty="0"/>
          </a:p>
        </p:txBody>
      </p:sp>
      <p:pic>
        <p:nvPicPr>
          <p:cNvPr id="82947" name="图片 2">
            <a:extLst>
              <a:ext uri="{FF2B5EF4-FFF2-40B4-BE49-F238E27FC236}">
                <a16:creationId xmlns:a16="http://schemas.microsoft.com/office/drawing/2014/main" id="{EBA61789-332E-2C46-B544-F7A89811F981}"/>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351089" y="4005264"/>
            <a:ext cx="1824037" cy="210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48" name="Picture 8">
            <a:extLst>
              <a:ext uri="{FF2B5EF4-FFF2-40B4-BE49-F238E27FC236}">
                <a16:creationId xmlns:a16="http://schemas.microsoft.com/office/drawing/2014/main" id="{DA8B42EE-1109-1447-9DB2-1CDB17AD54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6226" y="4365626"/>
            <a:ext cx="2881313"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animEffect transition="in" filter="wipe(left)">
                                      <p:cBhvr>
                                        <p:cTn id="7" dur="500"/>
                                        <p:tgtEl>
                                          <p:spTgt spid="583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8371">
                                            <p:txEl>
                                              <p:pRg st="1" end="1"/>
                                            </p:txEl>
                                          </p:spTgt>
                                        </p:tgtEl>
                                        <p:attrNameLst>
                                          <p:attrName>style.visibility</p:attrName>
                                        </p:attrNameLst>
                                      </p:cBhvr>
                                      <p:to>
                                        <p:strVal val="visible"/>
                                      </p:to>
                                    </p:set>
                                    <p:animEffect transition="in" filter="wipe(left)">
                                      <p:cBhvr>
                                        <p:cTn id="12" dur="500"/>
                                        <p:tgtEl>
                                          <p:spTgt spid="583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8371">
                                            <p:txEl>
                                              <p:pRg st="2" end="2"/>
                                            </p:txEl>
                                          </p:spTgt>
                                        </p:tgtEl>
                                        <p:attrNameLst>
                                          <p:attrName>style.visibility</p:attrName>
                                        </p:attrNameLst>
                                      </p:cBhvr>
                                      <p:to>
                                        <p:strVal val="visible"/>
                                      </p:to>
                                    </p:set>
                                    <p:animEffect transition="in" filter="wipe(left)">
                                      <p:cBhvr>
                                        <p:cTn id="17" dur="500"/>
                                        <p:tgtEl>
                                          <p:spTgt spid="583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5FD60F3-4E1D-EEDE-F4B0-C3B2A61B0435}"/>
              </a:ext>
            </a:extLst>
          </p:cNvPr>
          <p:cNvSpPr>
            <a:spLocks noGrp="1"/>
          </p:cNvSpPr>
          <p:nvPr>
            <p:ph type="sldNum" sz="quarter" idx="10"/>
          </p:nvPr>
        </p:nvSpPr>
        <p:spPr/>
        <p:txBody>
          <a:bodyPr/>
          <a:lstStyle/>
          <a:p>
            <a:pPr>
              <a:defRPr/>
            </a:pPr>
            <a:fld id="{C8D98E1D-7B5A-9646-9B81-7E432971A0A6}" type="slidenum">
              <a:rPr lang="en-US" altLang="zh-CN" smtClean="0"/>
              <a:pPr>
                <a:defRPr/>
              </a:pPr>
              <a:t>24</a:t>
            </a:fld>
            <a:endParaRPr lang="zh-CN" altLang="en-US" dirty="0"/>
          </a:p>
        </p:txBody>
      </p:sp>
      <p:graphicFrame>
        <p:nvGraphicFramePr>
          <p:cNvPr id="385027" name="Group 3">
            <a:extLst>
              <a:ext uri="{FF2B5EF4-FFF2-40B4-BE49-F238E27FC236}">
                <a16:creationId xmlns:a16="http://schemas.microsoft.com/office/drawing/2014/main" id="{32EF9C52-5F78-6945-A7F6-8317A011D3A7}"/>
              </a:ext>
            </a:extLst>
          </p:cNvPr>
          <p:cNvGraphicFramePr>
            <a:graphicFrameLocks noGrp="1"/>
          </p:cNvGraphicFramePr>
          <p:nvPr/>
        </p:nvGraphicFramePr>
        <p:xfrm>
          <a:off x="3184525" y="1662113"/>
          <a:ext cx="4622800" cy="457200"/>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4572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6</a:t>
                      </a: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4</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1</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9</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7</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3</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2</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8</a:t>
                      </a: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85047" name="Group 23">
            <a:extLst>
              <a:ext uri="{FF2B5EF4-FFF2-40B4-BE49-F238E27FC236}">
                <a16:creationId xmlns:a16="http://schemas.microsoft.com/office/drawing/2014/main" id="{024A9FA9-C2B3-F146-9DF6-34D6F1153941}"/>
              </a:ext>
            </a:extLst>
          </p:cNvPr>
          <p:cNvGraphicFramePr>
            <a:graphicFrameLocks noGrp="1"/>
          </p:cNvGraphicFramePr>
          <p:nvPr/>
        </p:nvGraphicFramePr>
        <p:xfrm>
          <a:off x="3184525" y="2408238"/>
          <a:ext cx="4622800" cy="533400"/>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5334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6</a:t>
                      </a: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4</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1</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9</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7</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3</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2</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8</a:t>
                      </a: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85067" name="Group 43">
            <a:extLst>
              <a:ext uri="{FF2B5EF4-FFF2-40B4-BE49-F238E27FC236}">
                <a16:creationId xmlns:a16="http://schemas.microsoft.com/office/drawing/2014/main" id="{37318D04-2378-D646-BA0D-24540FB8D0E5}"/>
              </a:ext>
            </a:extLst>
          </p:cNvPr>
          <p:cNvGraphicFramePr>
            <a:graphicFrameLocks noGrp="1"/>
          </p:cNvGraphicFramePr>
          <p:nvPr/>
        </p:nvGraphicFramePr>
        <p:xfrm>
          <a:off x="3184525" y="3170238"/>
          <a:ext cx="4622800" cy="533400"/>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5334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6</a:t>
                      </a: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4</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1</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9</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7</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3</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2</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8</a:t>
                      </a: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85087" name="Group 63">
            <a:extLst>
              <a:ext uri="{FF2B5EF4-FFF2-40B4-BE49-F238E27FC236}">
                <a16:creationId xmlns:a16="http://schemas.microsoft.com/office/drawing/2014/main" id="{55407663-38AE-EE41-A8FC-629A098A83C0}"/>
              </a:ext>
            </a:extLst>
          </p:cNvPr>
          <p:cNvGraphicFramePr>
            <a:graphicFrameLocks noGrp="1"/>
          </p:cNvGraphicFramePr>
          <p:nvPr/>
        </p:nvGraphicFramePr>
        <p:xfrm>
          <a:off x="3184525" y="4846638"/>
          <a:ext cx="4622800" cy="533400"/>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5334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6</a:t>
                      </a: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4</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1</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9</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7</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3</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2</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8</a:t>
                      </a: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85107" name="Group 83">
            <a:extLst>
              <a:ext uri="{FF2B5EF4-FFF2-40B4-BE49-F238E27FC236}">
                <a16:creationId xmlns:a16="http://schemas.microsoft.com/office/drawing/2014/main" id="{1AF54E05-38CA-DE40-826D-45BBA721C840}"/>
              </a:ext>
            </a:extLst>
          </p:cNvPr>
          <p:cNvGraphicFramePr>
            <a:graphicFrameLocks noGrp="1"/>
          </p:cNvGraphicFramePr>
          <p:nvPr/>
        </p:nvGraphicFramePr>
        <p:xfrm>
          <a:off x="3184525" y="5684838"/>
          <a:ext cx="4622800" cy="533400"/>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5334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6</a:t>
                      </a: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4</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1</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9</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7</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3</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2</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8</a:t>
                      </a: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85127" name="Group 103">
            <a:extLst>
              <a:ext uri="{FF2B5EF4-FFF2-40B4-BE49-F238E27FC236}">
                <a16:creationId xmlns:a16="http://schemas.microsoft.com/office/drawing/2014/main" id="{6A8393AE-576A-A147-A593-3FCF4D4E3B77}"/>
              </a:ext>
            </a:extLst>
          </p:cNvPr>
          <p:cNvGraphicFramePr>
            <a:graphicFrameLocks noGrp="1"/>
          </p:cNvGraphicFramePr>
          <p:nvPr/>
        </p:nvGraphicFramePr>
        <p:xfrm>
          <a:off x="3184525" y="4008438"/>
          <a:ext cx="4622800" cy="533400"/>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5334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6</a:t>
                      </a: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4</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1</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9</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7</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3</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2</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8</a:t>
                      </a: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385147" name="Rectangle 123">
            <a:extLst>
              <a:ext uri="{FF2B5EF4-FFF2-40B4-BE49-F238E27FC236}">
                <a16:creationId xmlns:a16="http://schemas.microsoft.com/office/drawing/2014/main" id="{6F4A5B96-F52D-D246-8D50-A9D74C633360}"/>
              </a:ext>
            </a:extLst>
          </p:cNvPr>
          <p:cNvSpPr>
            <a:spLocks noChangeArrowheads="1"/>
          </p:cNvSpPr>
          <p:nvPr/>
        </p:nvSpPr>
        <p:spPr bwMode="auto">
          <a:xfrm>
            <a:off x="2028825" y="1646238"/>
            <a:ext cx="577850" cy="533400"/>
          </a:xfrm>
          <a:prstGeom prst="rect">
            <a:avLst/>
          </a:prstGeom>
          <a:solidFill>
            <a:srgbClr val="FFCCFF"/>
          </a:solidFill>
          <a:ln w="9525">
            <a:solidFill>
              <a:schemeClr val="tx1"/>
            </a:solidFill>
            <a:miter lim="800000"/>
            <a:headEnd/>
            <a:tailEnd/>
          </a:ln>
        </p:spPr>
        <p:txBody>
          <a:bodyPr wrap="none" anchor="ct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a:lnSpc>
                <a:spcPct val="90000"/>
              </a:lnSpc>
              <a:spcBef>
                <a:spcPct val="0"/>
              </a:spcBef>
              <a:spcAft>
                <a:spcPts val="588"/>
              </a:spcAft>
              <a:buSzPct val="80000"/>
              <a:buNone/>
            </a:pPr>
            <a:r>
              <a:rPr lang="en-US" altLang="zh-CN" sz="2400" b="1">
                <a:latin typeface="Courier New" panose="02070309020205020404" pitchFamily="49" charset="0"/>
              </a:rPr>
              <a:t>3</a:t>
            </a:r>
          </a:p>
        </p:txBody>
      </p:sp>
      <p:sp>
        <p:nvSpPr>
          <p:cNvPr id="385148" name="Rectangle 124">
            <a:extLst>
              <a:ext uri="{FF2B5EF4-FFF2-40B4-BE49-F238E27FC236}">
                <a16:creationId xmlns:a16="http://schemas.microsoft.com/office/drawing/2014/main" id="{6BF416B2-A0DF-6342-A266-89E1487711D9}"/>
              </a:ext>
            </a:extLst>
          </p:cNvPr>
          <p:cNvSpPr>
            <a:spLocks noChangeArrowheads="1"/>
          </p:cNvSpPr>
          <p:nvPr/>
        </p:nvSpPr>
        <p:spPr bwMode="auto">
          <a:xfrm>
            <a:off x="2028825" y="2408238"/>
            <a:ext cx="577850" cy="533400"/>
          </a:xfrm>
          <a:prstGeom prst="rect">
            <a:avLst/>
          </a:prstGeom>
          <a:solidFill>
            <a:srgbClr val="FFCCFF"/>
          </a:solidFill>
          <a:ln w="9525">
            <a:solidFill>
              <a:schemeClr val="tx1"/>
            </a:solidFill>
            <a:miter lim="800000"/>
            <a:headEnd/>
            <a:tailEnd/>
          </a:ln>
        </p:spPr>
        <p:txBody>
          <a:bodyPr wrap="none" anchor="ct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a:lnSpc>
                <a:spcPct val="90000"/>
              </a:lnSpc>
              <a:spcBef>
                <a:spcPct val="0"/>
              </a:spcBef>
              <a:spcAft>
                <a:spcPts val="588"/>
              </a:spcAft>
              <a:buSzPct val="80000"/>
              <a:buNone/>
            </a:pPr>
            <a:r>
              <a:rPr lang="en-US" altLang="zh-CN" sz="2400" b="1">
                <a:latin typeface="Courier New" panose="02070309020205020404" pitchFamily="49" charset="0"/>
              </a:rPr>
              <a:t>3</a:t>
            </a:r>
          </a:p>
        </p:txBody>
      </p:sp>
      <p:sp>
        <p:nvSpPr>
          <p:cNvPr id="385149" name="Rectangle 125">
            <a:extLst>
              <a:ext uri="{FF2B5EF4-FFF2-40B4-BE49-F238E27FC236}">
                <a16:creationId xmlns:a16="http://schemas.microsoft.com/office/drawing/2014/main" id="{477A603F-B232-B84E-B166-3A08498BA4CC}"/>
              </a:ext>
            </a:extLst>
          </p:cNvPr>
          <p:cNvSpPr>
            <a:spLocks noChangeArrowheads="1"/>
          </p:cNvSpPr>
          <p:nvPr/>
        </p:nvSpPr>
        <p:spPr bwMode="auto">
          <a:xfrm>
            <a:off x="2028825" y="3170238"/>
            <a:ext cx="577850" cy="533400"/>
          </a:xfrm>
          <a:prstGeom prst="rect">
            <a:avLst/>
          </a:prstGeom>
          <a:solidFill>
            <a:srgbClr val="FFCCFF"/>
          </a:solidFill>
          <a:ln w="9525">
            <a:solidFill>
              <a:schemeClr val="tx1"/>
            </a:solidFill>
            <a:miter lim="800000"/>
            <a:headEnd/>
            <a:tailEnd/>
          </a:ln>
        </p:spPr>
        <p:txBody>
          <a:bodyPr wrap="none" anchor="ct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a:lnSpc>
                <a:spcPct val="90000"/>
              </a:lnSpc>
              <a:spcBef>
                <a:spcPct val="0"/>
              </a:spcBef>
              <a:spcAft>
                <a:spcPts val="588"/>
              </a:spcAft>
              <a:buSzPct val="80000"/>
              <a:buNone/>
            </a:pPr>
            <a:r>
              <a:rPr lang="en-US" altLang="zh-CN" sz="2400" b="1">
                <a:latin typeface="Courier New" panose="02070309020205020404" pitchFamily="49" charset="0"/>
              </a:rPr>
              <a:t>3</a:t>
            </a:r>
          </a:p>
        </p:txBody>
      </p:sp>
      <p:sp>
        <p:nvSpPr>
          <p:cNvPr id="385150" name="Rectangle 126">
            <a:extLst>
              <a:ext uri="{FF2B5EF4-FFF2-40B4-BE49-F238E27FC236}">
                <a16:creationId xmlns:a16="http://schemas.microsoft.com/office/drawing/2014/main" id="{21DA7FE4-85CF-3C4B-9760-9257994B5750}"/>
              </a:ext>
            </a:extLst>
          </p:cNvPr>
          <p:cNvSpPr>
            <a:spLocks noChangeArrowheads="1"/>
          </p:cNvSpPr>
          <p:nvPr/>
        </p:nvSpPr>
        <p:spPr bwMode="auto">
          <a:xfrm>
            <a:off x="2028825" y="4008438"/>
            <a:ext cx="577850" cy="533400"/>
          </a:xfrm>
          <a:prstGeom prst="rect">
            <a:avLst/>
          </a:prstGeom>
          <a:solidFill>
            <a:srgbClr val="FFCCFF"/>
          </a:solidFill>
          <a:ln w="9525">
            <a:solidFill>
              <a:schemeClr val="tx1"/>
            </a:solidFill>
            <a:miter lim="800000"/>
            <a:headEnd/>
            <a:tailEnd/>
          </a:ln>
        </p:spPr>
        <p:txBody>
          <a:bodyPr wrap="none" anchor="ct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a:lnSpc>
                <a:spcPct val="90000"/>
              </a:lnSpc>
              <a:spcBef>
                <a:spcPct val="0"/>
              </a:spcBef>
              <a:spcAft>
                <a:spcPts val="588"/>
              </a:spcAft>
              <a:buSzPct val="80000"/>
              <a:buNone/>
            </a:pPr>
            <a:r>
              <a:rPr lang="en-US" altLang="zh-CN" sz="2400" b="1">
                <a:latin typeface="Courier New" panose="02070309020205020404" pitchFamily="49" charset="0"/>
              </a:rPr>
              <a:t>3</a:t>
            </a:r>
          </a:p>
        </p:txBody>
      </p:sp>
      <p:sp>
        <p:nvSpPr>
          <p:cNvPr id="385151" name="Rectangle 127">
            <a:extLst>
              <a:ext uri="{FF2B5EF4-FFF2-40B4-BE49-F238E27FC236}">
                <a16:creationId xmlns:a16="http://schemas.microsoft.com/office/drawing/2014/main" id="{5C8A28BE-4816-F94B-9719-04D5D02B90AE}"/>
              </a:ext>
            </a:extLst>
          </p:cNvPr>
          <p:cNvSpPr>
            <a:spLocks noChangeArrowheads="1"/>
          </p:cNvSpPr>
          <p:nvPr/>
        </p:nvSpPr>
        <p:spPr bwMode="auto">
          <a:xfrm>
            <a:off x="2028825" y="4846638"/>
            <a:ext cx="577850" cy="533400"/>
          </a:xfrm>
          <a:prstGeom prst="rect">
            <a:avLst/>
          </a:prstGeom>
          <a:solidFill>
            <a:srgbClr val="FFCCFF"/>
          </a:solidFill>
          <a:ln w="9525">
            <a:solidFill>
              <a:schemeClr val="tx1"/>
            </a:solidFill>
            <a:miter lim="800000"/>
            <a:headEnd/>
            <a:tailEnd/>
          </a:ln>
        </p:spPr>
        <p:txBody>
          <a:bodyPr wrap="none" anchor="ct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a:lnSpc>
                <a:spcPct val="90000"/>
              </a:lnSpc>
              <a:spcBef>
                <a:spcPct val="0"/>
              </a:spcBef>
              <a:spcAft>
                <a:spcPts val="588"/>
              </a:spcAft>
              <a:buSzPct val="80000"/>
              <a:buNone/>
            </a:pPr>
            <a:r>
              <a:rPr lang="en-US" altLang="zh-CN" sz="2400" b="1">
                <a:latin typeface="Courier New" panose="02070309020205020404" pitchFamily="49" charset="0"/>
              </a:rPr>
              <a:t>3</a:t>
            </a:r>
          </a:p>
        </p:txBody>
      </p:sp>
      <p:sp>
        <p:nvSpPr>
          <p:cNvPr id="385152" name="Rectangle 128">
            <a:extLst>
              <a:ext uri="{FF2B5EF4-FFF2-40B4-BE49-F238E27FC236}">
                <a16:creationId xmlns:a16="http://schemas.microsoft.com/office/drawing/2014/main" id="{9665302B-77EA-854C-953E-E65A9A217D73}"/>
              </a:ext>
            </a:extLst>
          </p:cNvPr>
          <p:cNvSpPr>
            <a:spLocks noChangeArrowheads="1"/>
          </p:cNvSpPr>
          <p:nvPr/>
        </p:nvSpPr>
        <p:spPr bwMode="auto">
          <a:xfrm>
            <a:off x="2028825" y="5684838"/>
            <a:ext cx="577850" cy="533400"/>
          </a:xfrm>
          <a:prstGeom prst="rect">
            <a:avLst/>
          </a:prstGeom>
          <a:solidFill>
            <a:srgbClr val="CCFF99"/>
          </a:solidFill>
          <a:ln w="9525">
            <a:solidFill>
              <a:schemeClr val="tx1"/>
            </a:solidFill>
            <a:miter lim="800000"/>
            <a:headEnd/>
            <a:tailEnd/>
          </a:ln>
        </p:spPr>
        <p:txBody>
          <a:bodyPr wrap="none" anchor="ct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a:lnSpc>
                <a:spcPct val="90000"/>
              </a:lnSpc>
              <a:spcBef>
                <a:spcPct val="0"/>
              </a:spcBef>
              <a:spcAft>
                <a:spcPts val="588"/>
              </a:spcAft>
              <a:buSzPct val="80000"/>
              <a:buNone/>
            </a:pPr>
            <a:r>
              <a:rPr lang="en-US" altLang="zh-CN" sz="2400" b="1">
                <a:latin typeface="Courier New" panose="02070309020205020404" pitchFamily="49" charset="0"/>
              </a:rPr>
              <a:t>3</a:t>
            </a:r>
          </a:p>
        </p:txBody>
      </p:sp>
      <p:sp>
        <p:nvSpPr>
          <p:cNvPr id="59521" name="Text Box 131">
            <a:extLst>
              <a:ext uri="{FF2B5EF4-FFF2-40B4-BE49-F238E27FC236}">
                <a16:creationId xmlns:a16="http://schemas.microsoft.com/office/drawing/2014/main" id="{07418373-9404-1641-BF90-6BA23F9C4376}"/>
              </a:ext>
            </a:extLst>
          </p:cNvPr>
          <p:cNvSpPr txBox="1">
            <a:spLocks noChangeArrowheads="1"/>
          </p:cNvSpPr>
          <p:nvPr/>
        </p:nvSpPr>
        <p:spPr bwMode="auto">
          <a:xfrm>
            <a:off x="1893889" y="1123950"/>
            <a:ext cx="1208087"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400">
                <a:latin typeface="Arial" panose="020B0604020202020204" pitchFamily="34" charset="0"/>
              </a:rPr>
              <a:t>Key</a:t>
            </a:r>
          </a:p>
        </p:txBody>
      </p:sp>
      <p:sp>
        <p:nvSpPr>
          <p:cNvPr id="59522" name="Text Box 132">
            <a:extLst>
              <a:ext uri="{FF2B5EF4-FFF2-40B4-BE49-F238E27FC236}">
                <a16:creationId xmlns:a16="http://schemas.microsoft.com/office/drawing/2014/main" id="{B91ADFDB-0ABC-6B4A-BC85-D32870F8753D}"/>
              </a:ext>
            </a:extLst>
          </p:cNvPr>
          <p:cNvSpPr txBox="1">
            <a:spLocks noChangeArrowheads="1"/>
          </p:cNvSpPr>
          <p:nvPr/>
        </p:nvSpPr>
        <p:spPr bwMode="auto">
          <a:xfrm>
            <a:off x="3600450" y="1123950"/>
            <a:ext cx="24130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400">
                <a:latin typeface="Arial" panose="020B0604020202020204" pitchFamily="34" charset="0"/>
              </a:rPr>
              <a:t>List</a:t>
            </a:r>
          </a:p>
        </p:txBody>
      </p:sp>
      <p:sp>
        <p:nvSpPr>
          <p:cNvPr id="18" name="AutoShape 783">
            <a:extLst>
              <a:ext uri="{FF2B5EF4-FFF2-40B4-BE49-F238E27FC236}">
                <a16:creationId xmlns:a16="http://schemas.microsoft.com/office/drawing/2014/main" id="{F661C145-381D-364D-A67D-EC09AD2052C5}"/>
              </a:ext>
            </a:extLst>
          </p:cNvPr>
          <p:cNvSpPr>
            <a:spLocks noChangeArrowheads="1"/>
          </p:cNvSpPr>
          <p:nvPr/>
        </p:nvSpPr>
        <p:spPr bwMode="auto">
          <a:xfrm>
            <a:off x="8210551" y="2420939"/>
            <a:ext cx="2709863" cy="1501775"/>
          </a:xfrm>
          <a:prstGeom prst="irregularSeal1">
            <a:avLst/>
          </a:prstGeom>
          <a:solidFill>
            <a:srgbClr val="AFDC7E"/>
          </a:solidFill>
          <a:ln w="9525" cap="sq">
            <a:solidFill>
              <a:srgbClr val="002060"/>
            </a:solidFill>
            <a:miter lim="800000"/>
            <a:headEnd/>
            <a:tailEnd/>
          </a:ln>
        </p:spPr>
        <p:txBody>
          <a:bodyPr wrap="none" anchor="ct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a:lnSpc>
                <a:spcPct val="90000"/>
              </a:lnSpc>
              <a:spcBef>
                <a:spcPct val="0"/>
              </a:spcBef>
              <a:spcAft>
                <a:spcPts val="588"/>
              </a:spcAft>
              <a:buSzPct val="80000"/>
              <a:buNone/>
            </a:pPr>
            <a:r>
              <a:rPr kumimoji="1" lang="zh-CN" altLang="en-US" sz="2400">
                <a:latin typeface="黑体" panose="02010609060101010101" pitchFamily="49" charset="-122"/>
                <a:ea typeface="黑体" panose="02010609060101010101" pitchFamily="49" charset="-122"/>
              </a:rPr>
              <a:t>哈，找到了！</a:t>
            </a:r>
          </a:p>
        </p:txBody>
      </p:sp>
      <p:grpSp>
        <p:nvGrpSpPr>
          <p:cNvPr id="2" name="Group 789">
            <a:extLst>
              <a:ext uri="{FF2B5EF4-FFF2-40B4-BE49-F238E27FC236}">
                <a16:creationId xmlns:a16="http://schemas.microsoft.com/office/drawing/2014/main" id="{C1398FAD-E36F-4E41-AC07-3C9B94FC7225}"/>
              </a:ext>
            </a:extLst>
          </p:cNvPr>
          <p:cNvGrpSpPr>
            <a:grpSpLocks/>
          </p:cNvGrpSpPr>
          <p:nvPr/>
        </p:nvGrpSpPr>
        <p:grpSpPr bwMode="auto">
          <a:xfrm>
            <a:off x="7799389" y="1643068"/>
            <a:ext cx="3221037" cy="557213"/>
            <a:chOff x="3630" y="3060"/>
            <a:chExt cx="1873" cy="351"/>
          </a:xfrm>
          <a:solidFill>
            <a:schemeClr val="bg2">
              <a:lumMod val="90000"/>
            </a:schemeClr>
          </a:solidFill>
        </p:grpSpPr>
        <p:sp>
          <p:nvSpPr>
            <p:cNvPr id="20" name="Line 786">
              <a:extLst>
                <a:ext uri="{FF2B5EF4-FFF2-40B4-BE49-F238E27FC236}">
                  <a16:creationId xmlns:a16="http://schemas.microsoft.com/office/drawing/2014/main" id="{751766DF-5B59-A44C-98F0-109E3383E111}"/>
                </a:ext>
              </a:extLst>
            </p:cNvPr>
            <p:cNvSpPr>
              <a:spLocks noChangeShapeType="1"/>
            </p:cNvSpPr>
            <p:nvPr/>
          </p:nvSpPr>
          <p:spPr bwMode="auto">
            <a:xfrm flipH="1" flipV="1">
              <a:off x="3630" y="3105"/>
              <a:ext cx="270" cy="135"/>
            </a:xfrm>
            <a:prstGeom prst="line">
              <a:avLst/>
            </a:prstGeom>
            <a:grpFill/>
            <a:ln w="38100">
              <a:solidFill>
                <a:srgbClr val="00B050"/>
              </a:solidFill>
              <a:miter lim="800000"/>
              <a:headEnd/>
              <a:tailEnd type="triangle" w="med" len="med"/>
            </a:ln>
            <a:effectLst/>
          </p:spPr>
          <p:txBody>
            <a:bodyPr wrap="none"/>
            <a:lstStyle/>
            <a:p>
              <a:pPr>
                <a:lnSpc>
                  <a:spcPct val="90000"/>
                </a:lnSpc>
                <a:spcAft>
                  <a:spcPts val="588"/>
                </a:spcAft>
                <a:buClr>
                  <a:schemeClr val="tx2"/>
                </a:buClr>
                <a:buSzPct val="80000"/>
                <a:defRPr/>
              </a:pPr>
              <a:endParaRPr lang="zh-CN" altLang="en-US" sz="2400">
                <a:effectLst>
                  <a:outerShdw blurRad="38100" dist="38100" dir="2700000" algn="tl">
                    <a:srgbClr val="000000">
                      <a:alpha val="43137"/>
                    </a:srgbClr>
                  </a:outerShdw>
                </a:effectLst>
              </a:endParaRPr>
            </a:p>
          </p:txBody>
        </p:sp>
        <p:sp>
          <p:nvSpPr>
            <p:cNvPr id="54407" name="Text Box 787">
              <a:extLst>
                <a:ext uri="{FF2B5EF4-FFF2-40B4-BE49-F238E27FC236}">
                  <a16:creationId xmlns:a16="http://schemas.microsoft.com/office/drawing/2014/main" id="{B0E653AE-0CB7-2246-A0F1-74ED3CD743DF}"/>
                </a:ext>
              </a:extLst>
            </p:cNvPr>
            <p:cNvSpPr txBox="1">
              <a:spLocks noChangeArrowheads="1"/>
            </p:cNvSpPr>
            <p:nvPr/>
          </p:nvSpPr>
          <p:spPr bwMode="auto">
            <a:xfrm>
              <a:off x="3906" y="3060"/>
              <a:ext cx="1597" cy="351"/>
            </a:xfrm>
            <a:prstGeom prst="rect">
              <a:avLst/>
            </a:prstGeom>
            <a:grpFill/>
            <a:ln w="25400">
              <a:solidFill>
                <a:srgbClr val="00B050"/>
              </a:solidFill>
              <a:miter lim="800000"/>
              <a:headEnd/>
              <a:tailEnd/>
            </a:ln>
          </p:spPr>
          <p:txBody>
            <a:bodyPr>
              <a:spAutoFit/>
            </a:bodyPr>
            <a:lstStyle/>
            <a:p>
              <a:pPr algn="ctr">
                <a:lnSpc>
                  <a:spcPct val="125000"/>
                </a:lnSpc>
                <a:spcBef>
                  <a:spcPts val="588"/>
                </a:spcBef>
                <a:spcAft>
                  <a:spcPts val="588"/>
                </a:spcAft>
                <a:buClr>
                  <a:schemeClr val="tx2"/>
                </a:buClr>
                <a:buSzPct val="80000"/>
                <a:defRPr/>
              </a:pPr>
              <a:r>
                <a:rPr lang="zh-CN" altLang="en-US" sz="2800">
                  <a:solidFill>
                    <a:srgbClr val="000066"/>
                  </a:solidFill>
                  <a:latin typeface="黑体" pitchFamily="49" charset="-122"/>
                  <a:ea typeface="黑体" pitchFamily="49" charset="-122"/>
                </a:rPr>
                <a:t>事先不必排序</a:t>
              </a:r>
              <a:endParaRPr lang="en-US" altLang="zh-CN" sz="2800">
                <a:solidFill>
                  <a:srgbClr val="000066"/>
                </a:solidFill>
                <a:latin typeface="黑体" pitchFamily="49" charset="-122"/>
                <a:ea typeface="黑体" pitchFamily="49" charset="-122"/>
              </a:endParaRPr>
            </a:p>
          </p:txBody>
        </p:sp>
      </p:grpSp>
      <p:sp>
        <p:nvSpPr>
          <p:cNvPr id="23" name="矩形 22">
            <a:extLst>
              <a:ext uri="{FF2B5EF4-FFF2-40B4-BE49-F238E27FC236}">
                <a16:creationId xmlns:a16="http://schemas.microsoft.com/office/drawing/2014/main" id="{2A290365-1746-1E45-9082-7A3ADABF5578}"/>
              </a:ext>
            </a:extLst>
          </p:cNvPr>
          <p:cNvSpPr>
            <a:spLocks noChangeArrowheads="1"/>
          </p:cNvSpPr>
          <p:nvPr/>
        </p:nvSpPr>
        <p:spPr bwMode="auto">
          <a:xfrm>
            <a:off x="8106560" y="4199376"/>
            <a:ext cx="3081337"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100000"/>
              </a:lnSpc>
              <a:spcBef>
                <a:spcPct val="0"/>
              </a:spcBef>
              <a:buSzPct val="80000"/>
              <a:buFont typeface="Wingdings" pitchFamily="2" charset="2"/>
              <a:buNone/>
            </a:pPr>
            <a:r>
              <a:rPr lang="zh-CN" altLang="en-US" sz="2400">
                <a:solidFill>
                  <a:srgbClr val="000066"/>
                </a:solidFill>
                <a:latin typeface="黑体" panose="02010609060101010101" pitchFamily="49" charset="-122"/>
                <a:ea typeface="黑体" panose="02010609060101010101" pitchFamily="49" charset="-122"/>
              </a:rPr>
              <a:t>在最坏情况下，</a:t>
            </a:r>
            <a:r>
              <a:rPr lang="zh-CN" altLang="zh-CN" sz="2400">
                <a:solidFill>
                  <a:srgbClr val="000066"/>
                </a:solidFill>
                <a:latin typeface="黑体" panose="02010609060101010101" pitchFamily="49" charset="-122"/>
                <a:ea typeface="黑体" panose="02010609060101010101" pitchFamily="49" charset="-122"/>
              </a:rPr>
              <a:t>查找次数等于总的数据量大小</a:t>
            </a:r>
            <a:r>
              <a:rPr lang="zh-CN" altLang="en-US" sz="2400">
                <a:solidFill>
                  <a:srgbClr val="000066"/>
                </a:solidFill>
                <a:latin typeface="黑体" panose="02010609060101010101" pitchFamily="49" charset="-122"/>
                <a:ea typeface="黑体" panose="02010609060101010101" pitchFamily="49" charset="-122"/>
              </a:rPr>
              <a:t>。</a:t>
            </a:r>
            <a:endParaRPr lang="en-US" altLang="zh-CN" sz="2400" dirty="0">
              <a:solidFill>
                <a:srgbClr val="000066"/>
              </a:solidFill>
              <a:latin typeface="黑体" panose="02010609060101010101" pitchFamily="49" charset="-122"/>
              <a:ea typeface="黑体" panose="02010609060101010101" pitchFamily="49" charset="-122"/>
            </a:endParaRPr>
          </a:p>
          <a:p>
            <a:pPr>
              <a:lnSpc>
                <a:spcPct val="100000"/>
              </a:lnSpc>
              <a:spcBef>
                <a:spcPct val="0"/>
              </a:spcBef>
              <a:buSzPct val="80000"/>
              <a:buFont typeface="Wingdings" pitchFamily="2" charset="2"/>
              <a:buNone/>
            </a:pPr>
            <a:r>
              <a:rPr lang="zh-CN" altLang="en-US" sz="2400" dirty="0">
                <a:solidFill>
                  <a:srgbClr val="000066"/>
                </a:solidFill>
                <a:latin typeface="黑体" panose="02010609060101010101" pitchFamily="49" charset="-122"/>
                <a:ea typeface="黑体" panose="02010609060101010101" pitchFamily="49" charset="-122"/>
              </a:rPr>
              <a:t>平均情况需要比较一半的数组元素。</a:t>
            </a:r>
          </a:p>
        </p:txBody>
      </p:sp>
      <p:sp>
        <p:nvSpPr>
          <p:cNvPr id="24" name="Rectangle 2">
            <a:extLst>
              <a:ext uri="{FF2B5EF4-FFF2-40B4-BE49-F238E27FC236}">
                <a16:creationId xmlns:a16="http://schemas.microsoft.com/office/drawing/2014/main" id="{4F6A5D86-BE78-3348-9752-0EDFB113AD07}"/>
              </a:ext>
            </a:extLst>
          </p:cNvPr>
          <p:cNvSpPr txBox="1">
            <a:spLocks noChangeArrowheads="1"/>
          </p:cNvSpPr>
          <p:nvPr/>
        </p:nvSpPr>
        <p:spPr bwMode="auto">
          <a:xfrm>
            <a:off x="117765" y="-19050"/>
            <a:ext cx="8915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eaLnBrk="0" fontAlgn="base" hangingPunct="0">
              <a:spcBef>
                <a:spcPct val="0"/>
              </a:spcBef>
              <a:spcAft>
                <a:spcPct val="0"/>
              </a:spcAft>
              <a:defRPr sz="3600" b="1" kern="1200">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9pPr>
          </a:lstStyle>
          <a:p>
            <a:pPr algn="l" defTabSz="914400"/>
            <a:r>
              <a:rPr lang="en-US" altLang="zh-CN" dirty="0"/>
              <a:t>11.4.1</a:t>
            </a:r>
            <a:r>
              <a:rPr lang="zh-CN" altLang="en-US" dirty="0"/>
              <a:t> 顺序查找</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5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95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850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5147"/>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53"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animEffect transition="in" filter="fade">
                                      <p:cBhvr>
                                        <p:cTn id="19" dur="500"/>
                                        <p:tgtEl>
                                          <p:spTgt spid="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0"/>
                                          </p:stCondLst>
                                        </p:cTn>
                                        <p:tgtEl>
                                          <p:spTgt spid="38504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385148"/>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0"/>
                                          </p:stCondLst>
                                        </p:cTn>
                                        <p:tgtEl>
                                          <p:spTgt spid="385067"/>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385149"/>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0"/>
                                          </p:stCondLst>
                                        </p:cTn>
                                        <p:tgtEl>
                                          <p:spTgt spid="385127"/>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385150"/>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0"/>
                                          </p:stCondLst>
                                        </p:cTn>
                                        <p:tgtEl>
                                          <p:spTgt spid="385087"/>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385151"/>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nodeType="clickEffect">
                                  <p:stCondLst>
                                    <p:cond delay="0"/>
                                  </p:stCondLst>
                                  <p:childTnLst>
                                    <p:set>
                                      <p:cBhvr>
                                        <p:cTn id="47" dur="1" fill="hold">
                                          <p:stCondLst>
                                            <p:cond delay="0"/>
                                          </p:stCondLst>
                                        </p:cTn>
                                        <p:tgtEl>
                                          <p:spTgt spid="385107"/>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385152"/>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23" presetClass="entr" presetSubtype="528" fill="hold" grpId="0" nodeType="clickEffect">
                                  <p:stCondLst>
                                    <p:cond delay="0"/>
                                  </p:stCondLst>
                                  <p:childTnLst>
                                    <p:set>
                                      <p:cBhvr>
                                        <p:cTn id="53" dur="1" fill="hold">
                                          <p:stCondLst>
                                            <p:cond delay="0"/>
                                          </p:stCondLst>
                                        </p:cTn>
                                        <p:tgtEl>
                                          <p:spTgt spid="18"/>
                                        </p:tgtEl>
                                        <p:attrNameLst>
                                          <p:attrName>style.visibility</p:attrName>
                                        </p:attrNameLst>
                                      </p:cBhvr>
                                      <p:to>
                                        <p:strVal val="visible"/>
                                      </p:to>
                                    </p:set>
                                    <p:anim calcmode="lin" valueType="num">
                                      <p:cBhvr>
                                        <p:cTn id="54" dur="500" fill="hold"/>
                                        <p:tgtEl>
                                          <p:spTgt spid="18"/>
                                        </p:tgtEl>
                                        <p:attrNameLst>
                                          <p:attrName>ppt_w</p:attrName>
                                        </p:attrNameLst>
                                      </p:cBhvr>
                                      <p:tavLst>
                                        <p:tav tm="0">
                                          <p:val>
                                            <p:fltVal val="0"/>
                                          </p:val>
                                        </p:tav>
                                        <p:tav tm="100000">
                                          <p:val>
                                            <p:strVal val="#ppt_w"/>
                                          </p:val>
                                        </p:tav>
                                      </p:tavLst>
                                    </p:anim>
                                    <p:anim calcmode="lin" valueType="num">
                                      <p:cBhvr>
                                        <p:cTn id="55" dur="500" fill="hold"/>
                                        <p:tgtEl>
                                          <p:spTgt spid="18"/>
                                        </p:tgtEl>
                                        <p:attrNameLst>
                                          <p:attrName>ppt_h</p:attrName>
                                        </p:attrNameLst>
                                      </p:cBhvr>
                                      <p:tavLst>
                                        <p:tav tm="0">
                                          <p:val>
                                            <p:fltVal val="0"/>
                                          </p:val>
                                        </p:tav>
                                        <p:tav tm="100000">
                                          <p:val>
                                            <p:strVal val="#ppt_h"/>
                                          </p:val>
                                        </p:tav>
                                      </p:tavLst>
                                    </p:anim>
                                    <p:anim calcmode="lin" valueType="num">
                                      <p:cBhvr>
                                        <p:cTn id="56" dur="500" fill="hold"/>
                                        <p:tgtEl>
                                          <p:spTgt spid="18"/>
                                        </p:tgtEl>
                                        <p:attrNameLst>
                                          <p:attrName>ppt_x</p:attrName>
                                        </p:attrNameLst>
                                      </p:cBhvr>
                                      <p:tavLst>
                                        <p:tav tm="0">
                                          <p:val>
                                            <p:fltVal val="0.5"/>
                                          </p:val>
                                        </p:tav>
                                        <p:tav tm="100000">
                                          <p:val>
                                            <p:strVal val="#ppt_x"/>
                                          </p:val>
                                        </p:tav>
                                      </p:tavLst>
                                    </p:anim>
                                    <p:anim calcmode="lin" valueType="num">
                                      <p:cBhvr>
                                        <p:cTn id="57" dur="500" fill="hold"/>
                                        <p:tgtEl>
                                          <p:spTgt spid="18"/>
                                        </p:tgtEl>
                                        <p:attrNameLst>
                                          <p:attrName>ppt_y</p:attrName>
                                        </p:attrNameLst>
                                      </p:cBhvr>
                                      <p:tavLst>
                                        <p:tav tm="0">
                                          <p:val>
                                            <p:fltVal val="0.5"/>
                                          </p:val>
                                        </p:tav>
                                        <p:tav tm="100000">
                                          <p:val>
                                            <p:strVal val="#ppt_y"/>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4" presetClass="entr" presetSubtype="16" fill="hold" grpId="0" nodeType="click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box(in)">
                                      <p:cBhvr>
                                        <p:cTn id="6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147" grpId="0" animBg="1"/>
      <p:bldP spid="385148" grpId="0" animBg="1"/>
      <p:bldP spid="385149" grpId="0" animBg="1"/>
      <p:bldP spid="385150" grpId="0" animBg="1"/>
      <p:bldP spid="385151" grpId="0" animBg="1"/>
      <p:bldP spid="385152" grpId="0" animBg="1"/>
      <p:bldP spid="59521" grpId="0"/>
      <p:bldP spid="59522" grpId="0"/>
      <p:bldP spid="18" grpId="0" animBg="1" autoUpdateAnimBg="0"/>
      <p:bldP spid="23" grpId="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993" name="Rectangle 2">
            <a:extLst>
              <a:ext uri="{FF2B5EF4-FFF2-40B4-BE49-F238E27FC236}">
                <a16:creationId xmlns:a16="http://schemas.microsoft.com/office/drawing/2014/main" id="{8DE89BE4-157A-0B41-9779-F442D8628155}"/>
              </a:ext>
            </a:extLst>
          </p:cNvPr>
          <p:cNvSpPr>
            <a:spLocks noGrp="1" noChangeArrowheads="1"/>
          </p:cNvSpPr>
          <p:nvPr>
            <p:ph type="title"/>
          </p:nvPr>
        </p:nvSpPr>
        <p:spPr>
          <a:xfrm>
            <a:off x="0" y="9563"/>
            <a:ext cx="11809312" cy="1143000"/>
          </a:xfrm>
        </p:spPr>
        <p:txBody>
          <a:bodyPr/>
          <a:lstStyle/>
          <a:p>
            <a:pPr algn="l"/>
            <a:r>
              <a:rPr lang="en-US" altLang="zh-CN" sz="2800" dirty="0"/>
              <a:t>【</a:t>
            </a:r>
            <a:r>
              <a:rPr lang="zh-CN" altLang="en-US" sz="2800" dirty="0"/>
              <a:t>例</a:t>
            </a:r>
            <a:r>
              <a:rPr lang="en-US" altLang="zh-CN" sz="2800" dirty="0"/>
              <a:t>】</a:t>
            </a:r>
            <a:r>
              <a:rPr lang="zh-CN" altLang="en-US" sz="2800" dirty="0"/>
              <a:t>顺序查找某学号对应的学生的成绩</a:t>
            </a:r>
          </a:p>
        </p:txBody>
      </p:sp>
      <p:sp>
        <p:nvSpPr>
          <p:cNvPr id="4" name="灯片编号占位符 3">
            <a:extLst>
              <a:ext uri="{FF2B5EF4-FFF2-40B4-BE49-F238E27FC236}">
                <a16:creationId xmlns:a16="http://schemas.microsoft.com/office/drawing/2014/main" id="{87A9F090-A3BD-D166-5332-13F867BF25E8}"/>
              </a:ext>
            </a:extLst>
          </p:cNvPr>
          <p:cNvSpPr>
            <a:spLocks noGrp="1"/>
          </p:cNvSpPr>
          <p:nvPr>
            <p:ph type="sldNum" sz="quarter" idx="12"/>
          </p:nvPr>
        </p:nvSpPr>
        <p:spPr/>
        <p:txBody>
          <a:bodyPr/>
          <a:lstStyle/>
          <a:p>
            <a:pPr>
              <a:defRPr/>
            </a:pPr>
            <a:fld id="{7C4E558B-5425-6346-B896-72F904F12E77}" type="slidenum">
              <a:rPr lang="en-US" altLang="zh-CN" smtClean="0"/>
              <a:pPr>
                <a:defRPr/>
              </a:pPr>
              <a:t>25</a:t>
            </a:fld>
            <a:endParaRPr lang="zh-CN" altLang="en-US" dirty="0"/>
          </a:p>
        </p:txBody>
      </p:sp>
      <p:sp>
        <p:nvSpPr>
          <p:cNvPr id="6" name="Rectangle 3">
            <a:extLst>
              <a:ext uri="{FF2B5EF4-FFF2-40B4-BE49-F238E27FC236}">
                <a16:creationId xmlns:a16="http://schemas.microsoft.com/office/drawing/2014/main" id="{06E65253-B404-7946-85DE-D47221E9E575}"/>
              </a:ext>
            </a:extLst>
          </p:cNvPr>
          <p:cNvSpPr txBox="1">
            <a:spLocks noChangeArrowheads="1"/>
          </p:cNvSpPr>
          <p:nvPr/>
        </p:nvSpPr>
        <p:spPr bwMode="auto">
          <a:xfrm>
            <a:off x="119336" y="1754804"/>
            <a:ext cx="6696075" cy="3455988"/>
          </a:xfrm>
          <a:prstGeom prst="rect">
            <a:avLst/>
          </a:prstGeom>
          <a:solidFill>
            <a:schemeClr val="bg1"/>
          </a:solidFill>
          <a:ln w="38100">
            <a:solidFill>
              <a:srgbClr val="00007F"/>
            </a:solidFill>
            <a:miter lim="800000"/>
            <a:headEnd/>
            <a:tailEnd/>
          </a:ln>
          <a:effectLst/>
        </p:spPr>
        <p:txBody>
          <a:bodyPr lIns="92075" tIns="46037" rIns="92075" bIns="46037"/>
          <a:lstStyle/>
          <a:p>
            <a:pPr marL="374650" indent="-374650">
              <a:lnSpc>
                <a:spcPct val="90000"/>
              </a:lnSpc>
              <a:buClr>
                <a:srgbClr val="FFCC66"/>
              </a:buClr>
              <a:buSzPct val="80000"/>
              <a:defRPr/>
            </a:pPr>
            <a:r>
              <a:rPr lang="en-US" altLang="zh-CN" b="1" kern="0" dirty="0" err="1">
                <a:solidFill>
                  <a:srgbClr val="3333FF"/>
                </a:solidFill>
                <a:latin typeface="Courier New" pitchFamily="49" charset="0"/>
              </a:rPr>
              <a:t>int</a:t>
            </a:r>
            <a:r>
              <a:rPr lang="en-US" altLang="zh-CN" b="1" kern="0" dirty="0">
                <a:latin typeface="Courier New" pitchFamily="49" charset="0"/>
              </a:rPr>
              <a:t>  </a:t>
            </a:r>
            <a:r>
              <a:rPr lang="en-US" altLang="zh-CN" b="1" kern="0" dirty="0" err="1">
                <a:latin typeface="Courier New" pitchFamily="49" charset="0"/>
              </a:rPr>
              <a:t>LinSearch</a:t>
            </a:r>
            <a:r>
              <a:rPr lang="en-US" altLang="zh-CN" b="1" kern="0" dirty="0">
                <a:latin typeface="Courier New" pitchFamily="49" charset="0"/>
              </a:rPr>
              <a:t>(</a:t>
            </a:r>
            <a:r>
              <a:rPr lang="en-US" altLang="zh-CN" b="1" kern="0" dirty="0">
                <a:solidFill>
                  <a:srgbClr val="3333FF"/>
                </a:solidFill>
                <a:latin typeface="Courier New" pitchFamily="49" charset="0"/>
              </a:rPr>
              <a:t>long</a:t>
            </a:r>
            <a:r>
              <a:rPr lang="en-US" altLang="zh-CN" b="1" kern="0" dirty="0">
                <a:latin typeface="Courier New" pitchFamily="49" charset="0"/>
              </a:rPr>
              <a:t> num[], </a:t>
            </a:r>
            <a:r>
              <a:rPr lang="en-US" altLang="zh-CN" b="1" kern="0" dirty="0">
                <a:solidFill>
                  <a:srgbClr val="3333FF"/>
                </a:solidFill>
                <a:latin typeface="Courier New" pitchFamily="49" charset="0"/>
              </a:rPr>
              <a:t>long</a:t>
            </a:r>
            <a:r>
              <a:rPr lang="en-US" altLang="zh-CN" b="1" kern="0" dirty="0">
                <a:latin typeface="Courier New" pitchFamily="49" charset="0"/>
              </a:rPr>
              <a:t> x, </a:t>
            </a:r>
            <a:r>
              <a:rPr lang="en-US" altLang="zh-CN" b="1" kern="0" dirty="0" err="1">
                <a:solidFill>
                  <a:srgbClr val="3333FF"/>
                </a:solidFill>
                <a:latin typeface="Courier New" pitchFamily="49" charset="0"/>
              </a:rPr>
              <a:t>int</a:t>
            </a:r>
            <a:r>
              <a:rPr lang="en-US" altLang="zh-CN" b="1" kern="0" dirty="0">
                <a:latin typeface="Courier New" pitchFamily="49" charset="0"/>
              </a:rPr>
              <a:t> n) </a:t>
            </a:r>
          </a:p>
          <a:p>
            <a:pPr marL="374650" indent="-374650">
              <a:lnSpc>
                <a:spcPct val="90000"/>
              </a:lnSpc>
              <a:buClr>
                <a:srgbClr val="FFCC66"/>
              </a:buClr>
              <a:buSzPct val="80000"/>
              <a:defRPr/>
            </a:pPr>
            <a:r>
              <a:rPr lang="en-US" altLang="zh-CN" b="1" kern="0" dirty="0">
                <a:latin typeface="Courier New" pitchFamily="49" charset="0"/>
              </a:rPr>
              <a:t>{</a:t>
            </a:r>
          </a:p>
          <a:p>
            <a:pPr marL="374650" indent="-374650">
              <a:lnSpc>
                <a:spcPct val="90000"/>
              </a:lnSpc>
              <a:buClr>
                <a:srgbClr val="FFCC66"/>
              </a:buClr>
              <a:buSzPct val="80000"/>
              <a:defRPr/>
            </a:pPr>
            <a:r>
              <a:rPr lang="en-US" altLang="zh-CN" b="1" kern="0" dirty="0">
                <a:latin typeface="Courier New" pitchFamily="49" charset="0"/>
              </a:rPr>
              <a:t>    </a:t>
            </a:r>
            <a:r>
              <a:rPr lang="en-US" altLang="zh-CN" b="1" kern="0" dirty="0" err="1">
                <a:solidFill>
                  <a:srgbClr val="3333FF"/>
                </a:solidFill>
                <a:latin typeface="Courier New" pitchFamily="49" charset="0"/>
              </a:rPr>
              <a:t>int</a:t>
            </a:r>
            <a:r>
              <a:rPr lang="en-US" altLang="zh-CN" b="1" kern="0" dirty="0">
                <a:latin typeface="Courier New" pitchFamily="49" charset="0"/>
              </a:rPr>
              <a:t> </a:t>
            </a:r>
            <a:r>
              <a:rPr lang="en-US" altLang="zh-CN" b="1" kern="0" dirty="0" err="1">
                <a:latin typeface="Courier New" pitchFamily="49" charset="0"/>
              </a:rPr>
              <a:t>i</a:t>
            </a:r>
            <a:r>
              <a:rPr lang="en-US" altLang="zh-CN" b="1" kern="0" dirty="0">
                <a:latin typeface="Courier New" pitchFamily="49" charset="0"/>
              </a:rPr>
              <a:t>;</a:t>
            </a:r>
          </a:p>
          <a:p>
            <a:pPr marL="374650" indent="-374650">
              <a:lnSpc>
                <a:spcPct val="90000"/>
              </a:lnSpc>
              <a:buClr>
                <a:srgbClr val="FFCC66"/>
              </a:buClr>
              <a:buSzPct val="80000"/>
              <a:defRPr/>
            </a:pPr>
            <a:r>
              <a:rPr lang="en-US" altLang="zh-CN" b="1" kern="0" dirty="0">
                <a:solidFill>
                  <a:srgbClr val="C00000"/>
                </a:solidFill>
                <a:latin typeface="Courier New" pitchFamily="49" charset="0"/>
              </a:rPr>
              <a:t>    </a:t>
            </a:r>
            <a:r>
              <a:rPr lang="en-US" altLang="zh-CN" b="1" kern="0" dirty="0">
                <a:solidFill>
                  <a:srgbClr val="3333FF"/>
                </a:solidFill>
                <a:latin typeface="Courier New" pitchFamily="49" charset="0"/>
              </a:rPr>
              <a:t>for</a:t>
            </a:r>
            <a:r>
              <a:rPr lang="en-US" altLang="zh-CN" b="1" kern="0" dirty="0">
                <a:solidFill>
                  <a:srgbClr val="C00000"/>
                </a:solidFill>
                <a:latin typeface="Courier New" pitchFamily="49" charset="0"/>
              </a:rPr>
              <a:t> </a:t>
            </a:r>
            <a:r>
              <a:rPr lang="en-US" altLang="zh-CN" b="1" kern="0" dirty="0">
                <a:latin typeface="Courier New" pitchFamily="49" charset="0"/>
              </a:rPr>
              <a:t>(</a:t>
            </a:r>
            <a:r>
              <a:rPr lang="en-US" altLang="zh-CN" b="1" kern="0" dirty="0" err="1">
                <a:latin typeface="Courier New" pitchFamily="49" charset="0"/>
              </a:rPr>
              <a:t>i</a:t>
            </a:r>
            <a:r>
              <a:rPr lang="en-US" altLang="zh-CN" b="1" kern="0" dirty="0">
                <a:latin typeface="Courier New" pitchFamily="49" charset="0"/>
              </a:rPr>
              <a:t>=0; </a:t>
            </a:r>
            <a:r>
              <a:rPr lang="en-US" altLang="zh-CN" b="1" kern="0" dirty="0" err="1">
                <a:latin typeface="Courier New" pitchFamily="49" charset="0"/>
              </a:rPr>
              <a:t>i</a:t>
            </a:r>
            <a:r>
              <a:rPr lang="en-US" altLang="zh-CN" b="1" kern="0" dirty="0">
                <a:latin typeface="Courier New" pitchFamily="49" charset="0"/>
              </a:rPr>
              <a:t>&lt;n; </a:t>
            </a:r>
            <a:r>
              <a:rPr lang="en-US" altLang="zh-CN" b="1" kern="0" dirty="0" err="1">
                <a:latin typeface="Courier New" pitchFamily="49" charset="0"/>
              </a:rPr>
              <a:t>i</a:t>
            </a:r>
            <a:r>
              <a:rPr lang="en-US" altLang="zh-CN" b="1" kern="0" dirty="0">
                <a:latin typeface="Courier New" pitchFamily="49" charset="0"/>
              </a:rPr>
              <a:t>++)  </a:t>
            </a:r>
          </a:p>
          <a:p>
            <a:pPr marL="374650" indent="-374650">
              <a:lnSpc>
                <a:spcPct val="90000"/>
              </a:lnSpc>
              <a:buClr>
                <a:srgbClr val="FFCC66"/>
              </a:buClr>
              <a:buSzPct val="80000"/>
              <a:defRPr/>
            </a:pPr>
            <a:r>
              <a:rPr lang="en-US" altLang="zh-CN" b="1" kern="0" dirty="0">
                <a:latin typeface="Courier New" pitchFamily="49" charset="0"/>
              </a:rPr>
              <a:t>    {</a:t>
            </a:r>
          </a:p>
          <a:p>
            <a:pPr marL="374650" indent="-374650">
              <a:lnSpc>
                <a:spcPct val="90000"/>
              </a:lnSpc>
              <a:buClr>
                <a:srgbClr val="FFCC66"/>
              </a:buClr>
              <a:buSzPct val="80000"/>
              <a:defRPr/>
            </a:pPr>
            <a:r>
              <a:rPr lang="zh-CN" altLang="en-US" b="1" kern="0" dirty="0">
                <a:latin typeface="Courier New" pitchFamily="49" charset="0"/>
              </a:rPr>
              <a:t>        </a:t>
            </a:r>
            <a:r>
              <a:rPr lang="en-US" altLang="zh-CN" b="1" kern="0" dirty="0">
                <a:solidFill>
                  <a:srgbClr val="3333FF"/>
                </a:solidFill>
                <a:latin typeface="Courier New" pitchFamily="49" charset="0"/>
              </a:rPr>
              <a:t>if</a:t>
            </a:r>
            <a:r>
              <a:rPr lang="en-US" altLang="zh-CN" b="1" kern="0" dirty="0">
                <a:latin typeface="Courier New" pitchFamily="49" charset="0"/>
              </a:rPr>
              <a:t> (</a:t>
            </a:r>
            <a:r>
              <a:rPr lang="en-US" altLang="zh-CN" b="1" kern="0" dirty="0">
                <a:solidFill>
                  <a:srgbClr val="FF0000"/>
                </a:solidFill>
                <a:latin typeface="Courier New" pitchFamily="49" charset="0"/>
              </a:rPr>
              <a:t>num[</a:t>
            </a:r>
            <a:r>
              <a:rPr lang="en-US" altLang="zh-CN" b="1" kern="0" dirty="0" err="1">
                <a:solidFill>
                  <a:srgbClr val="FF0000"/>
                </a:solidFill>
                <a:latin typeface="Courier New" pitchFamily="49" charset="0"/>
              </a:rPr>
              <a:t>i</a:t>
            </a:r>
            <a:r>
              <a:rPr lang="en-US" altLang="zh-CN" b="1" kern="0" dirty="0">
                <a:solidFill>
                  <a:srgbClr val="FF0000"/>
                </a:solidFill>
                <a:latin typeface="Courier New" pitchFamily="49" charset="0"/>
              </a:rPr>
              <a:t>] == x</a:t>
            </a:r>
            <a:r>
              <a:rPr lang="en-US" altLang="zh-CN" b="1" kern="0" dirty="0">
                <a:latin typeface="Courier New" pitchFamily="49" charset="0"/>
              </a:rPr>
              <a:t>)</a:t>
            </a:r>
          </a:p>
          <a:p>
            <a:pPr marL="374650" indent="-374650">
              <a:lnSpc>
                <a:spcPct val="90000"/>
              </a:lnSpc>
              <a:buClr>
                <a:srgbClr val="FFCC66"/>
              </a:buClr>
              <a:buSzPct val="80000"/>
              <a:defRPr/>
            </a:pPr>
            <a:r>
              <a:rPr lang="en-US" altLang="zh-CN" b="1" kern="0" dirty="0">
                <a:latin typeface="Courier New" pitchFamily="49" charset="0"/>
              </a:rPr>
              <a:t>        {</a:t>
            </a:r>
            <a:endParaRPr lang="en-US" altLang="zh-CN" b="1" kern="0" dirty="0">
              <a:solidFill>
                <a:srgbClr val="3333FF"/>
              </a:solidFill>
              <a:latin typeface="Courier New" pitchFamily="49" charset="0"/>
            </a:endParaRPr>
          </a:p>
          <a:p>
            <a:pPr marL="374650" indent="-374650">
              <a:lnSpc>
                <a:spcPct val="90000"/>
              </a:lnSpc>
              <a:buClr>
                <a:srgbClr val="FFCC66"/>
              </a:buClr>
              <a:buSzPct val="80000"/>
              <a:defRPr/>
            </a:pPr>
            <a:r>
              <a:rPr lang="en-US" altLang="zh-CN" b="1" kern="0" dirty="0">
                <a:solidFill>
                  <a:srgbClr val="3333FF"/>
                </a:solidFill>
                <a:latin typeface="Courier New" pitchFamily="49" charset="0"/>
              </a:rPr>
              <a:t>            return</a:t>
            </a:r>
            <a:r>
              <a:rPr lang="en-US" altLang="zh-CN" b="1" kern="0" dirty="0">
                <a:solidFill>
                  <a:schemeClr val="accent2"/>
                </a:solidFill>
                <a:latin typeface="Courier New" pitchFamily="49" charset="0"/>
              </a:rPr>
              <a:t> </a:t>
            </a:r>
            <a:r>
              <a:rPr lang="en-US" altLang="zh-CN" b="1" kern="0" dirty="0" err="1">
                <a:solidFill>
                  <a:srgbClr val="FF0000"/>
                </a:solidFill>
                <a:latin typeface="Courier New" pitchFamily="49" charset="0"/>
              </a:rPr>
              <a:t>i</a:t>
            </a:r>
            <a:r>
              <a:rPr lang="en-US" altLang="zh-CN" b="1" kern="0" dirty="0">
                <a:latin typeface="Courier New" pitchFamily="49" charset="0"/>
              </a:rPr>
              <a:t>;</a:t>
            </a:r>
          </a:p>
          <a:p>
            <a:pPr marL="374650" indent="-374650">
              <a:lnSpc>
                <a:spcPct val="90000"/>
              </a:lnSpc>
              <a:buClr>
                <a:srgbClr val="FFCC66"/>
              </a:buClr>
              <a:buSzPct val="80000"/>
              <a:defRPr/>
            </a:pPr>
            <a:r>
              <a:rPr lang="en-US" altLang="zh-CN" b="1" kern="0" dirty="0">
                <a:latin typeface="Courier New" pitchFamily="49" charset="0"/>
              </a:rPr>
              <a:t>        }</a:t>
            </a:r>
          </a:p>
          <a:p>
            <a:pPr marL="374650" indent="-374650">
              <a:lnSpc>
                <a:spcPct val="90000"/>
              </a:lnSpc>
              <a:buClr>
                <a:srgbClr val="FFCC66"/>
              </a:buClr>
              <a:buSzPct val="80000"/>
              <a:defRPr/>
            </a:pPr>
            <a:r>
              <a:rPr lang="en-US" altLang="zh-CN" b="1" kern="0" dirty="0">
                <a:latin typeface="Courier New" pitchFamily="49" charset="0"/>
              </a:rPr>
              <a:t>    }</a:t>
            </a:r>
          </a:p>
          <a:p>
            <a:pPr marL="374650" indent="-374650">
              <a:lnSpc>
                <a:spcPct val="90000"/>
              </a:lnSpc>
              <a:buClr>
                <a:srgbClr val="FFCC66"/>
              </a:buClr>
              <a:buSzPct val="80000"/>
              <a:defRPr/>
            </a:pPr>
            <a:r>
              <a:rPr lang="en-US" altLang="zh-CN" b="1" kern="0" dirty="0">
                <a:latin typeface="Courier New" pitchFamily="49" charset="0"/>
              </a:rPr>
              <a:t>    </a:t>
            </a:r>
            <a:r>
              <a:rPr lang="en-US" altLang="zh-CN" b="1" kern="0" dirty="0">
                <a:solidFill>
                  <a:srgbClr val="3333FF"/>
                </a:solidFill>
                <a:latin typeface="Courier New" pitchFamily="49" charset="0"/>
              </a:rPr>
              <a:t>return</a:t>
            </a:r>
            <a:r>
              <a:rPr lang="en-US" altLang="zh-CN" b="1" kern="0" dirty="0">
                <a:latin typeface="Courier New" pitchFamily="49" charset="0"/>
              </a:rPr>
              <a:t> </a:t>
            </a:r>
            <a:r>
              <a:rPr lang="en-US" altLang="zh-CN" b="1" kern="0" dirty="0">
                <a:solidFill>
                  <a:srgbClr val="FF0000"/>
                </a:solidFill>
                <a:latin typeface="Courier New" pitchFamily="49" charset="0"/>
              </a:rPr>
              <a:t>-1</a:t>
            </a:r>
            <a:r>
              <a:rPr lang="en-US" altLang="zh-CN" b="1" kern="0" dirty="0">
                <a:latin typeface="Courier New" pitchFamily="49" charset="0"/>
              </a:rPr>
              <a:t>;</a:t>
            </a:r>
          </a:p>
          <a:p>
            <a:pPr marL="374650" indent="-374650">
              <a:lnSpc>
                <a:spcPct val="90000"/>
              </a:lnSpc>
              <a:buClr>
                <a:srgbClr val="FFCC66"/>
              </a:buClr>
              <a:buSzPct val="80000"/>
              <a:defRPr/>
            </a:pPr>
            <a:r>
              <a:rPr lang="en-US" altLang="zh-CN" b="1" kern="0" dirty="0">
                <a:latin typeface="Courier New" pitchFamily="49" charset="0"/>
              </a:rPr>
              <a:t>}</a:t>
            </a:r>
          </a:p>
        </p:txBody>
      </p:sp>
      <p:grpSp>
        <p:nvGrpSpPr>
          <p:cNvPr id="2" name="Group 13">
            <a:extLst>
              <a:ext uri="{FF2B5EF4-FFF2-40B4-BE49-F238E27FC236}">
                <a16:creationId xmlns:a16="http://schemas.microsoft.com/office/drawing/2014/main" id="{370AE730-272F-C148-AB2B-63D230C3273A}"/>
              </a:ext>
            </a:extLst>
          </p:cNvPr>
          <p:cNvGrpSpPr>
            <a:grpSpLocks/>
          </p:cNvGrpSpPr>
          <p:nvPr/>
        </p:nvGrpSpPr>
        <p:grpSpPr bwMode="auto">
          <a:xfrm>
            <a:off x="1774825" y="2654571"/>
            <a:ext cx="4417539" cy="1169988"/>
            <a:chOff x="1338" y="2860"/>
            <a:chExt cx="2569" cy="737"/>
          </a:xfrm>
        </p:grpSpPr>
        <p:sp>
          <p:nvSpPr>
            <p:cNvPr id="9" name="Rectangle 10">
              <a:extLst>
                <a:ext uri="{FF2B5EF4-FFF2-40B4-BE49-F238E27FC236}">
                  <a16:creationId xmlns:a16="http://schemas.microsoft.com/office/drawing/2014/main" id="{F007A89C-2FE2-0540-9058-A76D5EFC40CE}"/>
                </a:ext>
              </a:extLst>
            </p:cNvPr>
            <p:cNvSpPr>
              <a:spLocks noChangeArrowheads="1"/>
            </p:cNvSpPr>
            <p:nvPr/>
          </p:nvSpPr>
          <p:spPr bwMode="auto">
            <a:xfrm>
              <a:off x="1338" y="3294"/>
              <a:ext cx="1021" cy="303"/>
            </a:xfrm>
            <a:prstGeom prst="rect">
              <a:avLst/>
            </a:prstGeom>
            <a:noFill/>
            <a:ln w="38100">
              <a:solidFill>
                <a:srgbClr val="00B050"/>
              </a:solidFill>
              <a:miter lim="800000"/>
              <a:headEnd/>
              <a:tailEnd/>
            </a:ln>
            <a:effectLst/>
          </p:spPr>
          <p:txBody>
            <a:bodyPr wrap="none" anchor="ctr"/>
            <a:lstStyle/>
            <a:p>
              <a:pPr>
                <a:lnSpc>
                  <a:spcPct val="90000"/>
                </a:lnSpc>
                <a:spcAft>
                  <a:spcPts val="588"/>
                </a:spcAft>
                <a:buClr>
                  <a:schemeClr val="tx2"/>
                </a:buClr>
                <a:buSzPct val="80000"/>
                <a:defRPr/>
              </a:pPr>
              <a:endParaRPr lang="zh-CN" altLang="en-US" sz="2400">
                <a:effectLst>
                  <a:outerShdw blurRad="38100" dist="38100" dir="2700000" algn="tl">
                    <a:srgbClr val="C0C0C0"/>
                  </a:outerShdw>
                </a:effectLst>
              </a:endParaRPr>
            </a:p>
          </p:txBody>
        </p:sp>
        <p:sp>
          <p:nvSpPr>
            <p:cNvPr id="10" name="Line 11">
              <a:extLst>
                <a:ext uri="{FF2B5EF4-FFF2-40B4-BE49-F238E27FC236}">
                  <a16:creationId xmlns:a16="http://schemas.microsoft.com/office/drawing/2014/main" id="{7D795FB7-438F-3147-9FF6-BA85F4B6CA4F}"/>
                </a:ext>
              </a:extLst>
            </p:cNvPr>
            <p:cNvSpPr>
              <a:spLocks noChangeShapeType="1"/>
            </p:cNvSpPr>
            <p:nvPr/>
          </p:nvSpPr>
          <p:spPr bwMode="auto">
            <a:xfrm flipH="1">
              <a:off x="2359" y="3098"/>
              <a:ext cx="185" cy="196"/>
            </a:xfrm>
            <a:prstGeom prst="line">
              <a:avLst/>
            </a:prstGeom>
            <a:noFill/>
            <a:ln w="38100">
              <a:solidFill>
                <a:srgbClr val="00B050"/>
              </a:solidFill>
              <a:miter lim="800000"/>
              <a:headEnd/>
              <a:tailEnd type="triangle" w="med" len="med"/>
            </a:ln>
            <a:effectLst/>
          </p:spPr>
          <p:txBody>
            <a:bodyPr wrap="none"/>
            <a:lstStyle/>
            <a:p>
              <a:pPr>
                <a:lnSpc>
                  <a:spcPct val="90000"/>
                </a:lnSpc>
                <a:spcAft>
                  <a:spcPts val="588"/>
                </a:spcAft>
                <a:buClr>
                  <a:schemeClr val="tx2"/>
                </a:buClr>
                <a:buSzPct val="80000"/>
                <a:defRPr/>
              </a:pPr>
              <a:endParaRPr lang="zh-CN" altLang="en-US" sz="2400">
                <a:effectLst>
                  <a:outerShdw blurRad="38100" dist="38100" dir="2700000" algn="tl">
                    <a:srgbClr val="000000">
                      <a:alpha val="43137"/>
                    </a:srgbClr>
                  </a:outerShdw>
                </a:effectLst>
              </a:endParaRPr>
            </a:p>
          </p:txBody>
        </p:sp>
        <p:sp>
          <p:nvSpPr>
            <p:cNvPr id="59405" name="Text Box 12">
              <a:extLst>
                <a:ext uri="{FF2B5EF4-FFF2-40B4-BE49-F238E27FC236}">
                  <a16:creationId xmlns:a16="http://schemas.microsoft.com/office/drawing/2014/main" id="{F964123B-1F9A-AC47-B6BF-E7D3EC0BBF4D}"/>
                </a:ext>
              </a:extLst>
            </p:cNvPr>
            <p:cNvSpPr txBox="1">
              <a:spLocks noChangeArrowheads="1"/>
            </p:cNvSpPr>
            <p:nvPr/>
          </p:nvSpPr>
          <p:spPr bwMode="auto">
            <a:xfrm>
              <a:off x="2510" y="2860"/>
              <a:ext cx="1397" cy="233"/>
            </a:xfrm>
            <a:prstGeom prst="rect">
              <a:avLst/>
            </a:prstGeom>
            <a:solidFill>
              <a:schemeClr val="bg2">
                <a:lumMod val="90000"/>
              </a:schemeClr>
            </a:solidFill>
            <a:ln w="38100">
              <a:solidFill>
                <a:srgbClr val="00B050"/>
              </a:solidFill>
              <a:miter lim="800000"/>
              <a:headEnd/>
              <a:tailEnd/>
            </a:ln>
          </p:spPr>
          <p:txBody>
            <a:bodyPr wrap="square">
              <a:spAutoFit/>
            </a:bodyPr>
            <a:lstStyle>
              <a:lvl1pPr eaLnBrk="0" hangingPunct="0">
                <a:defRPr sz="2000">
                  <a:solidFill>
                    <a:schemeClr val="tx1"/>
                  </a:solidFill>
                  <a:latin typeface="Arial" charset="0"/>
                  <a:ea typeface="宋体" charset="0"/>
                </a:defRPr>
              </a:lvl1pPr>
              <a:lvl2pPr marL="742950" indent="-285750" eaLnBrk="0" hangingPunct="0">
                <a:defRPr sz="2000">
                  <a:solidFill>
                    <a:schemeClr val="tx1"/>
                  </a:solidFill>
                  <a:latin typeface="Arial" charset="0"/>
                  <a:ea typeface="宋体" charset="0"/>
                </a:defRPr>
              </a:lvl2pPr>
              <a:lvl3pPr marL="1143000" indent="-228600" eaLnBrk="0" hangingPunct="0">
                <a:defRPr sz="2000">
                  <a:solidFill>
                    <a:schemeClr val="tx1"/>
                  </a:solidFill>
                  <a:latin typeface="Arial" charset="0"/>
                  <a:ea typeface="宋体" charset="0"/>
                </a:defRPr>
              </a:lvl3pPr>
              <a:lvl4pPr marL="1600200" indent="-228600" eaLnBrk="0" hangingPunct="0">
                <a:defRPr sz="2000">
                  <a:solidFill>
                    <a:schemeClr val="tx1"/>
                  </a:solidFill>
                  <a:latin typeface="Arial" charset="0"/>
                  <a:ea typeface="宋体" charset="0"/>
                </a:defRPr>
              </a:lvl4pPr>
              <a:lvl5pPr marL="2057400" indent="-228600" eaLnBrk="0" hangingPunct="0">
                <a:defRPr sz="2000">
                  <a:solidFill>
                    <a:schemeClr val="tx1"/>
                  </a:solidFill>
                  <a:latin typeface="Arial" charset="0"/>
                  <a:ea typeface="宋体" charset="0"/>
                </a:defRPr>
              </a:lvl5pPr>
              <a:lvl6pPr marL="2514600" indent="-228600" eaLnBrk="0" fontAlgn="base" hangingPunct="0">
                <a:spcBef>
                  <a:spcPct val="0"/>
                </a:spcBef>
                <a:spcAft>
                  <a:spcPct val="0"/>
                </a:spcAft>
                <a:defRPr sz="2000">
                  <a:solidFill>
                    <a:schemeClr val="tx1"/>
                  </a:solidFill>
                  <a:latin typeface="Arial" charset="0"/>
                  <a:ea typeface="宋体" charset="0"/>
                </a:defRPr>
              </a:lvl6pPr>
              <a:lvl7pPr marL="2971800" indent="-228600" eaLnBrk="0" fontAlgn="base" hangingPunct="0">
                <a:spcBef>
                  <a:spcPct val="0"/>
                </a:spcBef>
                <a:spcAft>
                  <a:spcPct val="0"/>
                </a:spcAft>
                <a:defRPr sz="2000">
                  <a:solidFill>
                    <a:schemeClr val="tx1"/>
                  </a:solidFill>
                  <a:latin typeface="Arial" charset="0"/>
                  <a:ea typeface="宋体" charset="0"/>
                </a:defRPr>
              </a:lvl7pPr>
              <a:lvl8pPr marL="3429000" indent="-228600" eaLnBrk="0" fontAlgn="base" hangingPunct="0">
                <a:spcBef>
                  <a:spcPct val="0"/>
                </a:spcBef>
                <a:spcAft>
                  <a:spcPct val="0"/>
                </a:spcAft>
                <a:defRPr sz="2000">
                  <a:solidFill>
                    <a:schemeClr val="tx1"/>
                  </a:solidFill>
                  <a:latin typeface="Arial" charset="0"/>
                  <a:ea typeface="宋体" charset="0"/>
                </a:defRPr>
              </a:lvl8pPr>
              <a:lvl9pPr marL="3886200" indent="-228600" eaLnBrk="0" fontAlgn="base" hangingPunct="0">
                <a:spcBef>
                  <a:spcPct val="0"/>
                </a:spcBef>
                <a:spcAft>
                  <a:spcPct val="0"/>
                </a:spcAft>
                <a:defRPr sz="2000">
                  <a:solidFill>
                    <a:schemeClr val="tx1"/>
                  </a:solidFill>
                  <a:latin typeface="Arial" charset="0"/>
                  <a:ea typeface="宋体" charset="0"/>
                </a:defRPr>
              </a:lvl9pPr>
            </a:lstStyle>
            <a:p>
              <a:pPr algn="ctr" eaLnBrk="1" hangingPunct="1">
                <a:spcBef>
                  <a:spcPts val="600"/>
                </a:spcBef>
                <a:spcAft>
                  <a:spcPts val="600"/>
                </a:spcAft>
                <a:buClr>
                  <a:schemeClr val="tx2"/>
                </a:buClr>
                <a:buSzPct val="80000"/>
                <a:defRPr/>
              </a:pPr>
              <a:r>
                <a:rPr lang="zh-CN" altLang="en-US" sz="1800" dirty="0">
                  <a:solidFill>
                    <a:srgbClr val="000066"/>
                  </a:solidFill>
                  <a:latin typeface="黑体" charset="0"/>
                  <a:ea typeface="黑体" charset="0"/>
                </a:rPr>
                <a:t>找到时返回下标位置</a:t>
              </a:r>
              <a:endParaRPr lang="en-US" altLang="zh-CN" sz="1800" dirty="0">
                <a:solidFill>
                  <a:srgbClr val="000066"/>
                </a:solidFill>
                <a:latin typeface="黑体" charset="0"/>
                <a:ea typeface="黑体" charset="0"/>
              </a:endParaRPr>
            </a:p>
          </p:txBody>
        </p:sp>
      </p:grpSp>
      <p:grpSp>
        <p:nvGrpSpPr>
          <p:cNvPr id="3" name="Group 14">
            <a:extLst>
              <a:ext uri="{FF2B5EF4-FFF2-40B4-BE49-F238E27FC236}">
                <a16:creationId xmlns:a16="http://schemas.microsoft.com/office/drawing/2014/main" id="{FDB45D69-6CFE-2B42-BE7F-9B872E93CE62}"/>
              </a:ext>
            </a:extLst>
          </p:cNvPr>
          <p:cNvGrpSpPr>
            <a:grpSpLocks/>
          </p:cNvGrpSpPr>
          <p:nvPr/>
        </p:nvGrpSpPr>
        <p:grpSpPr bwMode="auto">
          <a:xfrm>
            <a:off x="672824" y="4203373"/>
            <a:ext cx="2148933" cy="1006022"/>
            <a:chOff x="1338" y="3293"/>
            <a:chExt cx="1250" cy="836"/>
          </a:xfrm>
        </p:grpSpPr>
        <p:sp>
          <p:nvSpPr>
            <p:cNvPr id="13" name="Rectangle 15">
              <a:extLst>
                <a:ext uri="{FF2B5EF4-FFF2-40B4-BE49-F238E27FC236}">
                  <a16:creationId xmlns:a16="http://schemas.microsoft.com/office/drawing/2014/main" id="{926520F4-AF12-384A-8FD4-3A68A773CDA0}"/>
                </a:ext>
              </a:extLst>
            </p:cNvPr>
            <p:cNvSpPr>
              <a:spLocks noChangeArrowheads="1"/>
            </p:cNvSpPr>
            <p:nvPr/>
          </p:nvSpPr>
          <p:spPr bwMode="auto">
            <a:xfrm>
              <a:off x="1338" y="3293"/>
              <a:ext cx="1111" cy="305"/>
            </a:xfrm>
            <a:prstGeom prst="rect">
              <a:avLst/>
            </a:prstGeom>
            <a:noFill/>
            <a:ln w="38100">
              <a:solidFill>
                <a:srgbClr val="00B050"/>
              </a:solidFill>
              <a:miter lim="800000"/>
              <a:headEnd/>
              <a:tailEnd/>
            </a:ln>
            <a:effectLst/>
          </p:spPr>
          <p:txBody>
            <a:bodyPr wrap="none" anchor="ctr"/>
            <a:lstStyle/>
            <a:p>
              <a:pPr>
                <a:lnSpc>
                  <a:spcPct val="90000"/>
                </a:lnSpc>
                <a:spcAft>
                  <a:spcPts val="588"/>
                </a:spcAft>
                <a:buClr>
                  <a:schemeClr val="tx2"/>
                </a:buClr>
                <a:buSzPct val="80000"/>
                <a:defRPr/>
              </a:pPr>
              <a:endParaRPr lang="zh-CN" altLang="en-US" sz="2400">
                <a:effectLst>
                  <a:outerShdw blurRad="38100" dist="38100" dir="2700000" algn="tl">
                    <a:srgbClr val="C0C0C0"/>
                  </a:outerShdw>
                </a:effectLst>
              </a:endParaRPr>
            </a:p>
          </p:txBody>
        </p:sp>
        <p:sp>
          <p:nvSpPr>
            <p:cNvPr id="14" name="Line 16">
              <a:extLst>
                <a:ext uri="{FF2B5EF4-FFF2-40B4-BE49-F238E27FC236}">
                  <a16:creationId xmlns:a16="http://schemas.microsoft.com/office/drawing/2014/main" id="{53DBF69F-139B-A84E-8888-0DD0B3DDD32E}"/>
                </a:ext>
              </a:extLst>
            </p:cNvPr>
            <p:cNvSpPr>
              <a:spLocks noChangeShapeType="1"/>
            </p:cNvSpPr>
            <p:nvPr/>
          </p:nvSpPr>
          <p:spPr bwMode="auto">
            <a:xfrm flipV="1">
              <a:off x="1937" y="3587"/>
              <a:ext cx="211" cy="239"/>
            </a:xfrm>
            <a:prstGeom prst="line">
              <a:avLst/>
            </a:prstGeom>
            <a:noFill/>
            <a:ln w="38100">
              <a:solidFill>
                <a:srgbClr val="00B050"/>
              </a:solidFill>
              <a:miter lim="800000"/>
              <a:headEnd/>
              <a:tailEnd type="triangle" w="med" len="med"/>
            </a:ln>
            <a:effectLst/>
          </p:spPr>
          <p:txBody>
            <a:bodyPr wrap="none"/>
            <a:lstStyle/>
            <a:p>
              <a:pPr>
                <a:lnSpc>
                  <a:spcPct val="90000"/>
                </a:lnSpc>
                <a:spcAft>
                  <a:spcPts val="588"/>
                </a:spcAft>
                <a:buClr>
                  <a:schemeClr val="tx2"/>
                </a:buClr>
                <a:buSzPct val="80000"/>
                <a:defRPr/>
              </a:pPr>
              <a:endParaRPr lang="zh-CN" altLang="en-US" sz="2400">
                <a:effectLst>
                  <a:outerShdw blurRad="38100" dist="38100" dir="2700000" algn="tl">
                    <a:srgbClr val="000000">
                      <a:alpha val="43137"/>
                    </a:srgbClr>
                  </a:outerShdw>
                </a:effectLst>
              </a:endParaRPr>
            </a:p>
          </p:txBody>
        </p:sp>
        <p:sp>
          <p:nvSpPr>
            <p:cNvPr id="59402" name="Text Box 17">
              <a:extLst>
                <a:ext uri="{FF2B5EF4-FFF2-40B4-BE49-F238E27FC236}">
                  <a16:creationId xmlns:a16="http://schemas.microsoft.com/office/drawing/2014/main" id="{499D1CF1-D7F9-F14B-9E7C-3A4E4C4B207F}"/>
                </a:ext>
              </a:extLst>
            </p:cNvPr>
            <p:cNvSpPr txBox="1">
              <a:spLocks noChangeArrowheads="1"/>
            </p:cNvSpPr>
            <p:nvPr/>
          </p:nvSpPr>
          <p:spPr bwMode="auto">
            <a:xfrm>
              <a:off x="1370" y="3822"/>
              <a:ext cx="1218" cy="307"/>
            </a:xfrm>
            <a:prstGeom prst="rect">
              <a:avLst/>
            </a:prstGeom>
            <a:solidFill>
              <a:schemeClr val="bg2">
                <a:lumMod val="90000"/>
              </a:schemeClr>
            </a:solidFill>
            <a:ln w="38100">
              <a:solidFill>
                <a:srgbClr val="00B050"/>
              </a:solidFill>
              <a:miter lim="800000"/>
              <a:headEnd/>
              <a:tailEnd/>
            </a:ln>
          </p:spPr>
          <p:txBody>
            <a:bodyPr wrap="square">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a:lnSpc>
                  <a:spcPct val="100000"/>
                </a:lnSpc>
                <a:spcAft>
                  <a:spcPts val="600"/>
                </a:spcAft>
                <a:buSzPct val="80000"/>
                <a:buNone/>
                <a:defRPr/>
              </a:pPr>
              <a:r>
                <a:rPr lang="zh-CN" altLang="en-US" sz="1800" dirty="0">
                  <a:solidFill>
                    <a:srgbClr val="000066"/>
                  </a:solidFill>
                  <a:latin typeface="黑体" charset="0"/>
                  <a:ea typeface="黑体" charset="0"/>
                </a:rPr>
                <a:t>找不到时返回</a:t>
              </a:r>
              <a:r>
                <a:rPr lang="en-US" altLang="zh-CN" sz="1800" dirty="0">
                  <a:solidFill>
                    <a:srgbClr val="000066"/>
                  </a:solidFill>
                  <a:latin typeface="黑体" charset="0"/>
                  <a:ea typeface="黑体" charset="0"/>
                </a:rPr>
                <a:t>-1</a:t>
              </a:r>
            </a:p>
          </p:txBody>
        </p:sp>
      </p:grpSp>
      <p:sp>
        <p:nvSpPr>
          <p:cNvPr id="15" name="Rectangle 3">
            <a:extLst>
              <a:ext uri="{FF2B5EF4-FFF2-40B4-BE49-F238E27FC236}">
                <a16:creationId xmlns:a16="http://schemas.microsoft.com/office/drawing/2014/main" id="{A88E418C-CCE0-4A4C-A74F-4B4483D01681}"/>
              </a:ext>
            </a:extLst>
          </p:cNvPr>
          <p:cNvSpPr txBox="1">
            <a:spLocks noChangeArrowheads="1"/>
          </p:cNvSpPr>
          <p:nvPr/>
        </p:nvSpPr>
        <p:spPr bwMode="auto">
          <a:xfrm>
            <a:off x="6839667" y="1751404"/>
            <a:ext cx="5049991" cy="4389775"/>
          </a:xfrm>
          <a:prstGeom prst="rect">
            <a:avLst/>
          </a:prstGeom>
          <a:solidFill>
            <a:schemeClr val="bg1"/>
          </a:solidFill>
          <a:ln w="38100">
            <a:solidFill>
              <a:srgbClr val="00007F"/>
            </a:solidFill>
            <a:miter lim="800000"/>
            <a:headEnd/>
            <a:tailEnd/>
          </a:ln>
        </p:spPr>
        <p:txBody>
          <a:bodyPr lIns="92075" tIns="46037" rIns="92075" bIns="46037"/>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ct val="0"/>
              </a:spcBef>
              <a:buSzPct val="80000"/>
              <a:buFont typeface="Wingdings" pitchFamily="2" charset="2"/>
              <a:buNone/>
            </a:pPr>
            <a:r>
              <a:rPr lang="en-US" altLang="zh-CN" sz="1600" b="1" dirty="0">
                <a:latin typeface="Courier New" panose="02070309020205020404" pitchFamily="49" charset="0"/>
              </a:rPr>
              <a:t>#define N 40</a:t>
            </a:r>
          </a:p>
          <a:p>
            <a:pPr>
              <a:lnSpc>
                <a:spcPct val="90000"/>
              </a:lnSpc>
              <a:spcBef>
                <a:spcPct val="0"/>
              </a:spcBef>
              <a:buSzPct val="80000"/>
              <a:buFont typeface="Wingdings" pitchFamily="2" charset="2"/>
              <a:buNone/>
            </a:pPr>
            <a:r>
              <a:rPr lang="en-US" altLang="zh-CN" sz="1600" b="1" dirty="0" err="1">
                <a:latin typeface="Courier New" panose="02070309020205020404" pitchFamily="49" charset="0"/>
              </a:rPr>
              <a:t>int</a:t>
            </a:r>
            <a:r>
              <a:rPr lang="en-US" altLang="zh-CN" sz="1600" b="1" dirty="0">
                <a:latin typeface="Courier New" panose="02070309020205020404" pitchFamily="49" charset="0"/>
              </a:rPr>
              <a:t> main()</a:t>
            </a:r>
            <a:endParaRPr lang="zh-CN" altLang="zh-CN" sz="1600" dirty="0">
              <a:latin typeface="Courier New" panose="02070309020205020404" pitchFamily="49" charset="0"/>
            </a:endParaRPr>
          </a:p>
          <a:p>
            <a:pPr>
              <a:lnSpc>
                <a:spcPct val="90000"/>
              </a:lnSpc>
              <a:spcBef>
                <a:spcPct val="0"/>
              </a:spcBef>
              <a:buSzPct val="80000"/>
              <a:buFont typeface="Wingdings" pitchFamily="2" charset="2"/>
              <a:buNone/>
            </a:pPr>
            <a:r>
              <a:rPr lang="en-US" altLang="zh-CN" sz="1600" b="1" dirty="0">
                <a:latin typeface="Courier New" panose="02070309020205020404" pitchFamily="49" charset="0"/>
              </a:rPr>
              <a:t>{</a:t>
            </a:r>
            <a:endParaRPr lang="zh-CN" altLang="zh-CN" sz="1600" dirty="0">
              <a:latin typeface="Courier New" panose="02070309020205020404" pitchFamily="49" charset="0"/>
            </a:endParaRPr>
          </a:p>
          <a:p>
            <a:pPr>
              <a:lnSpc>
                <a:spcPct val="90000"/>
              </a:lnSpc>
              <a:spcBef>
                <a:spcPct val="0"/>
              </a:spcBef>
              <a:buSzPct val="80000"/>
              <a:buFont typeface="Wingdings" pitchFamily="2" charset="2"/>
              <a:buNone/>
            </a:pPr>
            <a:r>
              <a:rPr lang="en-US" altLang="zh-CN" sz="1600" b="1" dirty="0">
                <a:latin typeface="Courier New" panose="02070309020205020404" pitchFamily="49" charset="0"/>
              </a:rPr>
              <a:t>  </a:t>
            </a:r>
            <a:r>
              <a:rPr lang="en-US" altLang="zh-CN" sz="1600" b="1" dirty="0" err="1">
                <a:latin typeface="Courier New" panose="02070309020205020404" pitchFamily="49" charset="0"/>
              </a:rPr>
              <a:t>int</a:t>
            </a:r>
            <a:r>
              <a:rPr lang="en-US" altLang="zh-CN" sz="1600" b="1" dirty="0">
                <a:latin typeface="Courier New" panose="02070309020205020404" pitchFamily="49" charset="0"/>
              </a:rPr>
              <a:t> score[N], n, </a:t>
            </a:r>
            <a:r>
              <a:rPr lang="en-US" altLang="zh-CN" sz="1600" b="1" dirty="0" err="1">
                <a:latin typeface="Courier New" panose="02070309020205020404" pitchFamily="49" charset="0"/>
              </a:rPr>
              <a:t>pos</a:t>
            </a:r>
            <a:r>
              <a:rPr lang="en-US" altLang="zh-CN" sz="1600" b="1" dirty="0">
                <a:latin typeface="Courier New" panose="02070309020205020404" pitchFamily="49" charset="0"/>
              </a:rPr>
              <a:t>;</a:t>
            </a:r>
            <a:endParaRPr lang="zh-CN" altLang="zh-CN" sz="1600" dirty="0">
              <a:latin typeface="Courier New" panose="02070309020205020404" pitchFamily="49" charset="0"/>
            </a:endParaRPr>
          </a:p>
          <a:p>
            <a:pPr>
              <a:lnSpc>
                <a:spcPct val="90000"/>
              </a:lnSpc>
              <a:spcBef>
                <a:spcPct val="0"/>
              </a:spcBef>
              <a:buSzPct val="80000"/>
              <a:buFont typeface="Wingdings" pitchFamily="2" charset="2"/>
              <a:buNone/>
            </a:pPr>
            <a:r>
              <a:rPr lang="en-US" altLang="zh-CN" sz="1600" b="1" dirty="0">
                <a:latin typeface="Courier New" panose="02070309020205020404" pitchFamily="49" charset="0"/>
              </a:rPr>
              <a:t>  long </a:t>
            </a:r>
            <a:r>
              <a:rPr lang="en-US" altLang="zh-CN" sz="1600" b="1" dirty="0" err="1">
                <a:latin typeface="Courier New" panose="02070309020205020404" pitchFamily="49" charset="0"/>
              </a:rPr>
              <a:t>num</a:t>
            </a:r>
            <a:r>
              <a:rPr lang="en-US" altLang="zh-CN" sz="1600" b="1" dirty="0">
                <a:latin typeface="Courier New" panose="02070309020205020404" pitchFamily="49" charset="0"/>
              </a:rPr>
              <a:t>[N], x;</a:t>
            </a:r>
            <a:endParaRPr lang="zh-CN" altLang="zh-CN" sz="1600" dirty="0">
              <a:latin typeface="Courier New" panose="02070309020205020404" pitchFamily="49" charset="0"/>
            </a:endParaRPr>
          </a:p>
          <a:p>
            <a:pPr>
              <a:lnSpc>
                <a:spcPct val="90000"/>
              </a:lnSpc>
              <a:spcBef>
                <a:spcPct val="0"/>
              </a:spcBef>
              <a:buSzPct val="80000"/>
              <a:buFont typeface="Wingdings" pitchFamily="2" charset="2"/>
              <a:buNone/>
            </a:pPr>
            <a:r>
              <a:rPr lang="en-US" altLang="zh-CN" sz="1600" b="1" dirty="0">
                <a:latin typeface="Courier New" panose="02070309020205020404" pitchFamily="49" charset="0"/>
              </a:rPr>
              <a:t>  n = </a:t>
            </a:r>
            <a:r>
              <a:rPr lang="en-US" altLang="zh-CN" sz="1600" b="1" dirty="0" err="1">
                <a:latin typeface="Courier New" panose="02070309020205020404" pitchFamily="49" charset="0"/>
              </a:rPr>
              <a:t>ReadScore</a:t>
            </a:r>
            <a:r>
              <a:rPr lang="en-US" altLang="zh-CN" sz="1600" b="1" dirty="0">
                <a:latin typeface="Courier New" panose="02070309020205020404" pitchFamily="49" charset="0"/>
              </a:rPr>
              <a:t>(score, </a:t>
            </a:r>
            <a:r>
              <a:rPr lang="en-US" altLang="zh-CN" sz="1600" b="1" dirty="0" err="1">
                <a:latin typeface="Courier New" panose="02070309020205020404" pitchFamily="49" charset="0"/>
              </a:rPr>
              <a:t>num</a:t>
            </a:r>
            <a:r>
              <a:rPr lang="en-US" altLang="zh-CN" sz="1600" b="1" dirty="0">
                <a:latin typeface="Courier New" panose="02070309020205020404" pitchFamily="49" charset="0"/>
              </a:rPr>
              <a:t>);  </a:t>
            </a:r>
            <a:endParaRPr lang="zh-CN" altLang="zh-CN" sz="1600" dirty="0">
              <a:latin typeface="Courier New" panose="02070309020205020404" pitchFamily="49" charset="0"/>
            </a:endParaRPr>
          </a:p>
          <a:p>
            <a:pPr>
              <a:lnSpc>
                <a:spcPct val="90000"/>
              </a:lnSpc>
              <a:spcBef>
                <a:spcPct val="0"/>
              </a:spcBef>
              <a:buSzPct val="80000"/>
              <a:buFont typeface="Wingdings" pitchFamily="2" charset="2"/>
              <a:buNone/>
            </a:pPr>
            <a:r>
              <a:rPr lang="en-US" altLang="zh-CN" sz="1600" b="1" dirty="0">
                <a:latin typeface="Courier New" panose="02070309020205020404" pitchFamily="49" charset="0"/>
              </a:rPr>
              <a:t>  </a:t>
            </a:r>
            <a:r>
              <a:rPr lang="en-US" altLang="zh-CN" sz="1600" b="1" dirty="0" err="1">
                <a:latin typeface="Courier New" panose="02070309020205020404" pitchFamily="49" charset="0"/>
              </a:rPr>
              <a:t>printf</a:t>
            </a:r>
            <a:r>
              <a:rPr lang="en-US" altLang="zh-CN" sz="1600" b="1" dirty="0">
                <a:latin typeface="Courier New" panose="02070309020205020404" pitchFamily="49" charset="0"/>
              </a:rPr>
              <a:t>("Input the searching ID:");</a:t>
            </a:r>
            <a:endParaRPr lang="zh-CN" altLang="zh-CN" sz="1600" dirty="0">
              <a:latin typeface="Courier New" panose="02070309020205020404" pitchFamily="49" charset="0"/>
            </a:endParaRPr>
          </a:p>
          <a:p>
            <a:pPr>
              <a:lnSpc>
                <a:spcPct val="90000"/>
              </a:lnSpc>
              <a:spcBef>
                <a:spcPct val="0"/>
              </a:spcBef>
              <a:buSzPct val="80000"/>
              <a:buFont typeface="Wingdings" pitchFamily="2" charset="2"/>
              <a:buNone/>
            </a:pPr>
            <a:r>
              <a:rPr lang="en-US" altLang="zh-CN" sz="1600" b="1" dirty="0">
                <a:latin typeface="Courier New" panose="02070309020205020404" pitchFamily="49" charset="0"/>
              </a:rPr>
              <a:t>  </a:t>
            </a:r>
            <a:r>
              <a:rPr lang="en-US" altLang="zh-CN" sz="1600" b="1" dirty="0" err="1">
                <a:latin typeface="Courier New" panose="02070309020205020404" pitchFamily="49" charset="0"/>
              </a:rPr>
              <a:t>scanf</a:t>
            </a:r>
            <a:r>
              <a:rPr lang="en-US" altLang="zh-CN" sz="1600" b="1" dirty="0">
                <a:latin typeface="Courier New" panose="02070309020205020404" pitchFamily="49" charset="0"/>
              </a:rPr>
              <a:t>("%</a:t>
            </a:r>
            <a:r>
              <a:rPr lang="en-US" altLang="zh-CN" sz="1600" b="1" dirty="0" err="1">
                <a:latin typeface="Courier New" panose="02070309020205020404" pitchFamily="49" charset="0"/>
              </a:rPr>
              <a:t>ld</a:t>
            </a:r>
            <a:r>
              <a:rPr lang="en-US" altLang="zh-CN" sz="1600" b="1" dirty="0">
                <a:latin typeface="Courier New" panose="02070309020205020404" pitchFamily="49" charset="0"/>
              </a:rPr>
              <a:t>", &amp;x);          	</a:t>
            </a:r>
            <a:endParaRPr lang="zh-CN" altLang="zh-CN" sz="1600" dirty="0">
              <a:latin typeface="Courier New" panose="02070309020205020404" pitchFamily="49" charset="0"/>
            </a:endParaRPr>
          </a:p>
          <a:p>
            <a:pPr>
              <a:lnSpc>
                <a:spcPct val="90000"/>
              </a:lnSpc>
              <a:spcBef>
                <a:spcPct val="0"/>
              </a:spcBef>
              <a:buSzPct val="80000"/>
              <a:buFont typeface="Wingdings" pitchFamily="2" charset="2"/>
              <a:buNone/>
            </a:pPr>
            <a:r>
              <a:rPr lang="en-US" altLang="zh-CN" sz="1600" b="1" dirty="0">
                <a:latin typeface="Courier New" panose="02070309020205020404" pitchFamily="49" charset="0"/>
              </a:rPr>
              <a:t>  </a:t>
            </a:r>
            <a:r>
              <a:rPr lang="en-US" altLang="zh-CN" sz="1600" b="1" dirty="0" err="1">
                <a:solidFill>
                  <a:srgbClr val="FF3300"/>
                </a:solidFill>
                <a:latin typeface="Courier New" panose="02070309020205020404" pitchFamily="49" charset="0"/>
              </a:rPr>
              <a:t>pos</a:t>
            </a:r>
            <a:r>
              <a:rPr lang="en-US" altLang="zh-CN" sz="1600" b="1" dirty="0">
                <a:solidFill>
                  <a:srgbClr val="FF3300"/>
                </a:solidFill>
                <a:latin typeface="Courier New" panose="02070309020205020404" pitchFamily="49" charset="0"/>
              </a:rPr>
              <a:t> = </a:t>
            </a:r>
            <a:r>
              <a:rPr lang="en-US" altLang="zh-CN" sz="1600" b="1" dirty="0" err="1">
                <a:solidFill>
                  <a:srgbClr val="FF3300"/>
                </a:solidFill>
                <a:latin typeface="Courier New" panose="02070309020205020404" pitchFamily="49" charset="0"/>
              </a:rPr>
              <a:t>LinSearch</a:t>
            </a:r>
            <a:r>
              <a:rPr lang="en-US" altLang="zh-CN" sz="1600" b="1" dirty="0">
                <a:solidFill>
                  <a:srgbClr val="FF3300"/>
                </a:solidFill>
                <a:latin typeface="Courier New" panose="02070309020205020404" pitchFamily="49" charset="0"/>
              </a:rPr>
              <a:t>(</a:t>
            </a:r>
            <a:r>
              <a:rPr lang="en-US" altLang="zh-CN" sz="1600" b="1" dirty="0" err="1">
                <a:solidFill>
                  <a:srgbClr val="FF3300"/>
                </a:solidFill>
                <a:latin typeface="Courier New" panose="02070309020205020404" pitchFamily="49" charset="0"/>
              </a:rPr>
              <a:t>num</a:t>
            </a:r>
            <a:r>
              <a:rPr lang="en-US" altLang="zh-CN" sz="1600" b="1" dirty="0">
                <a:solidFill>
                  <a:srgbClr val="FF3300"/>
                </a:solidFill>
                <a:latin typeface="Courier New" panose="02070309020205020404" pitchFamily="49" charset="0"/>
              </a:rPr>
              <a:t>, x, n);</a:t>
            </a:r>
            <a:r>
              <a:rPr lang="en-US" altLang="zh-CN" sz="1600" b="1" dirty="0">
                <a:solidFill>
                  <a:srgbClr val="C00000"/>
                </a:solidFill>
                <a:latin typeface="Courier New" panose="02070309020205020404" pitchFamily="49" charset="0"/>
              </a:rPr>
              <a:t> </a:t>
            </a:r>
            <a:endParaRPr lang="zh-CN" altLang="zh-CN" sz="1600" dirty="0">
              <a:solidFill>
                <a:srgbClr val="C00000"/>
              </a:solidFill>
              <a:latin typeface="Courier New" panose="02070309020205020404" pitchFamily="49" charset="0"/>
            </a:endParaRPr>
          </a:p>
          <a:p>
            <a:pPr>
              <a:lnSpc>
                <a:spcPct val="90000"/>
              </a:lnSpc>
              <a:spcBef>
                <a:spcPct val="0"/>
              </a:spcBef>
              <a:buSzPct val="80000"/>
              <a:buFont typeface="Wingdings" pitchFamily="2" charset="2"/>
              <a:buNone/>
            </a:pPr>
            <a:r>
              <a:rPr lang="en-US" altLang="zh-CN" sz="1600" b="1" dirty="0">
                <a:latin typeface="Courier New" panose="02070309020205020404" pitchFamily="49" charset="0"/>
              </a:rPr>
              <a:t>  if (</a:t>
            </a:r>
            <a:r>
              <a:rPr lang="en-US" altLang="zh-CN" sz="1600" b="1" dirty="0" err="1">
                <a:solidFill>
                  <a:srgbClr val="FF0000"/>
                </a:solidFill>
                <a:latin typeface="Courier New" panose="02070309020205020404" pitchFamily="49" charset="0"/>
              </a:rPr>
              <a:t>pos</a:t>
            </a:r>
            <a:r>
              <a:rPr lang="en-US" altLang="zh-CN" sz="1600" b="1" dirty="0">
                <a:solidFill>
                  <a:srgbClr val="FF0000"/>
                </a:solidFill>
                <a:latin typeface="Courier New" panose="02070309020205020404" pitchFamily="49" charset="0"/>
              </a:rPr>
              <a:t> != -1</a:t>
            </a:r>
            <a:r>
              <a:rPr lang="en-US" altLang="zh-CN" sz="1600" b="1" dirty="0">
                <a:latin typeface="Courier New" panose="02070309020205020404" pitchFamily="49" charset="0"/>
              </a:rPr>
              <a:t>)              	</a:t>
            </a:r>
            <a:endParaRPr lang="zh-CN" altLang="zh-CN" sz="1600" b="1" dirty="0">
              <a:latin typeface="Courier New" panose="02070309020205020404" pitchFamily="49" charset="0"/>
            </a:endParaRPr>
          </a:p>
          <a:p>
            <a:pPr>
              <a:lnSpc>
                <a:spcPct val="90000"/>
              </a:lnSpc>
              <a:spcBef>
                <a:spcPct val="0"/>
              </a:spcBef>
              <a:buSzPct val="80000"/>
              <a:buFont typeface="Wingdings" pitchFamily="2" charset="2"/>
              <a:buNone/>
            </a:pPr>
            <a:r>
              <a:rPr lang="en-US" altLang="zh-CN" sz="1600" b="1" dirty="0">
                <a:latin typeface="Courier New" panose="02070309020205020404" pitchFamily="49" charset="0"/>
              </a:rPr>
              <a:t>  {  </a:t>
            </a:r>
            <a:endParaRPr lang="zh-CN" altLang="zh-CN" sz="1600" b="1" dirty="0">
              <a:latin typeface="Courier New" panose="02070309020205020404" pitchFamily="49" charset="0"/>
            </a:endParaRPr>
          </a:p>
          <a:p>
            <a:pPr>
              <a:lnSpc>
                <a:spcPct val="90000"/>
              </a:lnSpc>
              <a:spcBef>
                <a:spcPct val="0"/>
              </a:spcBef>
              <a:buSzPct val="80000"/>
              <a:buFont typeface="Wingdings" pitchFamily="2" charset="2"/>
              <a:buNone/>
            </a:pPr>
            <a:r>
              <a:rPr lang="en-US" altLang="zh-CN" sz="1600" b="1" dirty="0">
                <a:latin typeface="Courier New" panose="02070309020205020404" pitchFamily="49" charset="0"/>
              </a:rPr>
              <a:t>    </a:t>
            </a:r>
            <a:r>
              <a:rPr lang="en-US" altLang="zh-CN" sz="1600" b="1" dirty="0" err="1">
                <a:latin typeface="Courier New" panose="02070309020205020404" pitchFamily="49" charset="0"/>
              </a:rPr>
              <a:t>printf</a:t>
            </a:r>
            <a:r>
              <a:rPr lang="en-US" altLang="zh-CN" sz="1600" b="1" dirty="0">
                <a:latin typeface="Courier New" panose="02070309020205020404" pitchFamily="49" charset="0"/>
              </a:rPr>
              <a:t>("score=%d\</a:t>
            </a:r>
            <a:r>
              <a:rPr lang="en-US" altLang="zh-CN" sz="1600" b="1" dirty="0" err="1">
                <a:latin typeface="Courier New" panose="02070309020205020404" pitchFamily="49" charset="0"/>
              </a:rPr>
              <a:t>n",</a:t>
            </a:r>
            <a:r>
              <a:rPr lang="en-US" altLang="zh-CN" sz="1600" b="1" dirty="0" err="1">
                <a:solidFill>
                  <a:srgbClr val="FF3300"/>
                </a:solidFill>
                <a:latin typeface="Courier New" panose="02070309020205020404" pitchFamily="49" charset="0"/>
              </a:rPr>
              <a:t>score</a:t>
            </a:r>
            <a:r>
              <a:rPr lang="en-US" altLang="zh-CN" sz="1600" b="1" dirty="0">
                <a:solidFill>
                  <a:srgbClr val="FF3300"/>
                </a:solidFill>
                <a:latin typeface="Courier New" panose="02070309020205020404" pitchFamily="49" charset="0"/>
              </a:rPr>
              <a:t>[</a:t>
            </a:r>
            <a:r>
              <a:rPr lang="en-US" altLang="zh-CN" sz="1600" b="1" dirty="0" err="1">
                <a:solidFill>
                  <a:srgbClr val="FF3300"/>
                </a:solidFill>
                <a:latin typeface="Courier New" panose="02070309020205020404" pitchFamily="49" charset="0"/>
              </a:rPr>
              <a:t>pos</a:t>
            </a:r>
            <a:r>
              <a:rPr lang="en-US" altLang="zh-CN" sz="1600" b="1" dirty="0">
                <a:solidFill>
                  <a:srgbClr val="FF3300"/>
                </a:solidFill>
                <a:latin typeface="Courier New" panose="02070309020205020404" pitchFamily="49" charset="0"/>
              </a:rPr>
              <a:t>]</a:t>
            </a:r>
            <a:r>
              <a:rPr lang="en-US" altLang="zh-CN" sz="1600" b="1" dirty="0">
                <a:latin typeface="Courier New" panose="02070309020205020404" pitchFamily="49" charset="0"/>
              </a:rPr>
              <a:t>); </a:t>
            </a:r>
            <a:endParaRPr lang="zh-CN" altLang="zh-CN" sz="1600" b="1" dirty="0">
              <a:latin typeface="Courier New" panose="02070309020205020404" pitchFamily="49" charset="0"/>
            </a:endParaRPr>
          </a:p>
          <a:p>
            <a:pPr>
              <a:lnSpc>
                <a:spcPct val="90000"/>
              </a:lnSpc>
              <a:spcBef>
                <a:spcPct val="0"/>
              </a:spcBef>
              <a:buSzPct val="80000"/>
              <a:buFont typeface="Wingdings" pitchFamily="2" charset="2"/>
              <a:buNone/>
            </a:pPr>
            <a:r>
              <a:rPr lang="en-US" altLang="zh-CN" sz="1600" b="1" dirty="0">
                <a:latin typeface="Courier New" panose="02070309020205020404" pitchFamily="49" charset="0"/>
              </a:rPr>
              <a:t>  }</a:t>
            </a:r>
            <a:endParaRPr lang="zh-CN" altLang="zh-CN" sz="1600" b="1" dirty="0">
              <a:latin typeface="Courier New" panose="02070309020205020404" pitchFamily="49" charset="0"/>
            </a:endParaRPr>
          </a:p>
          <a:p>
            <a:pPr>
              <a:lnSpc>
                <a:spcPct val="90000"/>
              </a:lnSpc>
              <a:spcBef>
                <a:spcPct val="0"/>
              </a:spcBef>
              <a:buSzPct val="80000"/>
              <a:buFont typeface="Wingdings" pitchFamily="2" charset="2"/>
              <a:buNone/>
            </a:pPr>
            <a:r>
              <a:rPr lang="en-US" altLang="zh-CN" sz="1600" b="1" dirty="0">
                <a:latin typeface="Courier New" panose="02070309020205020404" pitchFamily="49" charset="0"/>
              </a:rPr>
              <a:t>  else                      		</a:t>
            </a:r>
            <a:endParaRPr lang="zh-CN" altLang="zh-CN" sz="1600" b="1" dirty="0">
              <a:latin typeface="Courier New" panose="02070309020205020404" pitchFamily="49" charset="0"/>
            </a:endParaRPr>
          </a:p>
          <a:p>
            <a:pPr>
              <a:lnSpc>
                <a:spcPct val="90000"/>
              </a:lnSpc>
              <a:spcBef>
                <a:spcPct val="0"/>
              </a:spcBef>
              <a:buSzPct val="80000"/>
              <a:buFont typeface="Wingdings" pitchFamily="2" charset="2"/>
              <a:buNone/>
            </a:pPr>
            <a:r>
              <a:rPr lang="en-US" altLang="zh-CN" sz="1600" b="1" dirty="0">
                <a:latin typeface="Courier New" panose="02070309020205020404" pitchFamily="49" charset="0"/>
              </a:rPr>
              <a:t>  {   </a:t>
            </a:r>
            <a:endParaRPr lang="zh-CN" altLang="zh-CN" sz="1600" b="1" dirty="0">
              <a:latin typeface="Courier New" panose="02070309020205020404" pitchFamily="49" charset="0"/>
            </a:endParaRPr>
          </a:p>
          <a:p>
            <a:pPr>
              <a:lnSpc>
                <a:spcPct val="90000"/>
              </a:lnSpc>
              <a:spcBef>
                <a:spcPct val="0"/>
              </a:spcBef>
              <a:buSzPct val="80000"/>
              <a:buFont typeface="Wingdings" pitchFamily="2" charset="2"/>
              <a:buNone/>
            </a:pPr>
            <a:r>
              <a:rPr lang="en-US" altLang="zh-CN" sz="1600" b="1" dirty="0">
                <a:latin typeface="Courier New" panose="02070309020205020404" pitchFamily="49" charset="0"/>
              </a:rPr>
              <a:t>    </a:t>
            </a:r>
            <a:r>
              <a:rPr lang="en-US" altLang="zh-CN" sz="1600" b="1" dirty="0" err="1">
                <a:latin typeface="Courier New" panose="02070309020205020404" pitchFamily="49" charset="0"/>
              </a:rPr>
              <a:t>printf</a:t>
            </a:r>
            <a:r>
              <a:rPr lang="en-US" altLang="zh-CN" sz="1600" b="1" dirty="0">
                <a:latin typeface="Courier New" panose="02070309020205020404" pitchFamily="49" charset="0"/>
              </a:rPr>
              <a:t>("Not found!\n");   </a:t>
            </a:r>
            <a:r>
              <a:rPr lang="en-US" altLang="zh-CN" sz="1600" dirty="0">
                <a:latin typeface="Courier New" panose="02070309020205020404" pitchFamily="49" charset="0"/>
              </a:rPr>
              <a:t> </a:t>
            </a:r>
            <a:endParaRPr lang="zh-CN" altLang="zh-CN" sz="1600" b="1" dirty="0">
              <a:latin typeface="Courier New" panose="02070309020205020404" pitchFamily="49" charset="0"/>
            </a:endParaRPr>
          </a:p>
          <a:p>
            <a:pPr>
              <a:lnSpc>
                <a:spcPct val="90000"/>
              </a:lnSpc>
              <a:spcBef>
                <a:spcPct val="0"/>
              </a:spcBef>
              <a:buSzPct val="80000"/>
              <a:buFont typeface="Wingdings" pitchFamily="2" charset="2"/>
              <a:buNone/>
            </a:pPr>
            <a:r>
              <a:rPr lang="en-US" altLang="zh-CN" sz="1600" b="1" dirty="0">
                <a:latin typeface="Courier New" panose="02070309020205020404" pitchFamily="49" charset="0"/>
              </a:rPr>
              <a:t>  }</a:t>
            </a:r>
          </a:p>
          <a:p>
            <a:pPr>
              <a:lnSpc>
                <a:spcPct val="90000"/>
              </a:lnSpc>
              <a:spcBef>
                <a:spcPct val="0"/>
              </a:spcBef>
              <a:buSzPct val="80000"/>
              <a:buFont typeface="Wingdings" pitchFamily="2" charset="2"/>
              <a:buNone/>
            </a:pPr>
            <a:r>
              <a:rPr lang="zh-CN" altLang="en-US" sz="1600" b="1" dirty="0">
                <a:latin typeface="Courier New" panose="02070309020205020404" pitchFamily="49" charset="0"/>
              </a:rPr>
              <a:t>  </a:t>
            </a:r>
            <a:r>
              <a:rPr lang="en-US" altLang="zh-CN" sz="1600" b="1" dirty="0">
                <a:latin typeface="Courier New" panose="02070309020205020404" pitchFamily="49" charset="0"/>
              </a:rPr>
              <a:t>return 0;</a:t>
            </a:r>
            <a:endParaRPr lang="zh-CN" altLang="zh-CN" sz="1600" b="1" dirty="0">
              <a:latin typeface="Courier New" panose="02070309020205020404" pitchFamily="49" charset="0"/>
            </a:endParaRPr>
          </a:p>
          <a:p>
            <a:pPr>
              <a:lnSpc>
                <a:spcPct val="90000"/>
              </a:lnSpc>
              <a:spcBef>
                <a:spcPct val="0"/>
              </a:spcBef>
              <a:buSzPct val="80000"/>
              <a:buFont typeface="Wingdings" pitchFamily="2" charset="2"/>
              <a:buNone/>
            </a:pPr>
            <a:r>
              <a:rPr lang="en-US" altLang="zh-CN" sz="1600" b="1" dirty="0">
                <a:latin typeface="Courier New" panose="02070309020205020404" pitchFamily="49" charset="0"/>
              </a:rPr>
              <a:t>}</a:t>
            </a:r>
            <a:endParaRPr lang="zh-CN" altLang="zh-CN" sz="1600" dirty="0">
              <a:latin typeface="Courier New" panose="02070309020205020404" pitchFamily="49" charset="0"/>
            </a:endParaRPr>
          </a:p>
        </p:txBody>
      </p:sp>
      <p:sp>
        <p:nvSpPr>
          <p:cNvPr id="8" name="文本框 7">
            <a:extLst>
              <a:ext uri="{FF2B5EF4-FFF2-40B4-BE49-F238E27FC236}">
                <a16:creationId xmlns:a16="http://schemas.microsoft.com/office/drawing/2014/main" id="{7D8427DB-9769-E907-100F-9EA5FF63D366}"/>
              </a:ext>
            </a:extLst>
          </p:cNvPr>
          <p:cNvSpPr txBox="1"/>
          <p:nvPr/>
        </p:nvSpPr>
        <p:spPr>
          <a:xfrm>
            <a:off x="479376" y="5827687"/>
            <a:ext cx="7161917" cy="369332"/>
          </a:xfrm>
          <a:prstGeom prst="rect">
            <a:avLst/>
          </a:prstGeom>
          <a:noFill/>
        </p:spPr>
        <p:txBody>
          <a:bodyPr wrap="square">
            <a:spAutoFit/>
          </a:bodyPr>
          <a:lstStyle/>
          <a:p>
            <a:r>
              <a:rPr lang="en-US" altLang="zh-CN" b="1" kern="0" dirty="0" err="1">
                <a:latin typeface="Courier New" pitchFamily="49" charset="0"/>
              </a:rPr>
              <a:t>LinSearch</a:t>
            </a:r>
            <a:r>
              <a:rPr lang="zh-CN" altLang="en-US" b="1" kern="0" dirty="0">
                <a:latin typeface="Courier New" pitchFamily="49" charset="0"/>
              </a:rPr>
              <a:t>的循环体最多执行</a:t>
            </a:r>
            <a:r>
              <a:rPr lang="en-US" altLang="zh-CN" b="1" kern="0" dirty="0">
                <a:latin typeface="Courier New" pitchFamily="49" charset="0"/>
              </a:rPr>
              <a:t>n</a:t>
            </a:r>
            <a:r>
              <a:rPr lang="zh-CN" altLang="en-US" b="1" kern="0" dirty="0">
                <a:latin typeface="Courier New" pitchFamily="49" charset="0"/>
              </a:rPr>
              <a:t>次，时间复杂度为</a:t>
            </a:r>
            <a:r>
              <a:rPr lang="en-US" altLang="zh-CN" b="1" kern="0" dirty="0">
                <a:latin typeface="Courier New" pitchFamily="49" charset="0"/>
              </a:rPr>
              <a:t>O(n)</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500" fill="hold"/>
                                        <p:tgtEl>
                                          <p:spTgt spid="3"/>
                                        </p:tgtEl>
                                        <p:attrNameLst>
                                          <p:attrName>ppt_w</p:attrName>
                                        </p:attrNameLst>
                                      </p:cBhvr>
                                      <p:tavLst>
                                        <p:tav tm="0">
                                          <p:val>
                                            <p:fltVal val="0"/>
                                          </p:val>
                                        </p:tav>
                                        <p:tav tm="100000">
                                          <p:val>
                                            <p:strVal val="#ppt_w"/>
                                          </p:val>
                                        </p:tav>
                                      </p:tavLst>
                                    </p:anim>
                                    <p:anim calcmode="lin" valueType="num">
                                      <p:cBhvr>
                                        <p:cTn id="15" dur="500" fill="hold"/>
                                        <p:tgtEl>
                                          <p:spTgt spid="3"/>
                                        </p:tgtEl>
                                        <p:attrNameLst>
                                          <p:attrName>ppt_h</p:attrName>
                                        </p:attrNameLst>
                                      </p:cBhvr>
                                      <p:tavLst>
                                        <p:tav tm="0">
                                          <p:val>
                                            <p:fltVal val="0"/>
                                          </p:val>
                                        </p:tav>
                                        <p:tav tm="100000">
                                          <p:val>
                                            <p:strVal val="#ppt_h"/>
                                          </p:val>
                                        </p:tav>
                                      </p:tavLst>
                                    </p:anim>
                                    <p:animEffect transition="in" filter="fade">
                                      <p:cBhvr>
                                        <p:cTn id="16" dur="500"/>
                                        <p:tgtEl>
                                          <p:spTgt spid="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1+#ppt_w/2"/>
                                          </p:val>
                                        </p:tav>
                                        <p:tav tm="100000">
                                          <p:val>
                                            <p:strVal val="#ppt_x"/>
                                          </p:val>
                                        </p:tav>
                                      </p:tavLst>
                                    </p:anim>
                                    <p:anim calcmode="lin" valueType="num">
                                      <p:cBhvr additive="base">
                                        <p:cTn id="22"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1" name="Picture 3" descr="j0195384">
            <a:extLst>
              <a:ext uri="{FF2B5EF4-FFF2-40B4-BE49-F238E27FC236}">
                <a16:creationId xmlns:a16="http://schemas.microsoft.com/office/drawing/2014/main" id="{4CE94195-A976-6149-AE68-6C9D1F8BA4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64651" y="4581525"/>
            <a:ext cx="1584325" cy="149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AutoShape 4">
            <a:extLst>
              <a:ext uri="{FF2B5EF4-FFF2-40B4-BE49-F238E27FC236}">
                <a16:creationId xmlns:a16="http://schemas.microsoft.com/office/drawing/2014/main" id="{DE5F1852-97CA-9D40-8C39-7C8D80701A78}"/>
              </a:ext>
            </a:extLst>
          </p:cNvPr>
          <p:cNvSpPr>
            <a:spLocks noChangeArrowheads="1"/>
          </p:cNvSpPr>
          <p:nvPr/>
        </p:nvSpPr>
        <p:spPr bwMode="auto">
          <a:xfrm>
            <a:off x="8112126" y="1989138"/>
            <a:ext cx="2576513" cy="1295400"/>
          </a:xfrm>
          <a:prstGeom prst="cloudCallout">
            <a:avLst>
              <a:gd name="adj1" fmla="val 26588"/>
              <a:gd name="adj2" fmla="val 125611"/>
            </a:avLst>
          </a:prstGeom>
          <a:solidFill>
            <a:srgbClr val="FFFFCC"/>
          </a:solidFill>
          <a:ln w="38100">
            <a:solidFill>
              <a:srgbClr val="008000"/>
            </a:solidFill>
            <a:round/>
            <a:headEnd/>
            <a:tailEnd/>
          </a:ln>
        </p:spPr>
        <p:txBody>
          <a:bodyPr lIns="0" tIns="0" rIns="0" bIns="0"/>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kumimoji="1" lang="zh-CN" altLang="en-US" sz="2800">
                <a:solidFill>
                  <a:srgbClr val="000099"/>
                </a:solidFill>
                <a:latin typeface="Times New Roman" panose="02020603050405020304" pitchFamily="18" charset="0"/>
                <a:ea typeface="黑体" panose="02010609060101010101" pitchFamily="49" charset="-122"/>
                <a:cs typeface="Times New Roman" panose="02020603050405020304" pitchFamily="18" charset="0"/>
              </a:rPr>
              <a:t>如何猜得更快？</a:t>
            </a:r>
          </a:p>
        </p:txBody>
      </p:sp>
      <p:pic>
        <p:nvPicPr>
          <p:cNvPr id="87043" name="Picture 6" descr="B414">
            <a:extLst>
              <a:ext uri="{FF2B5EF4-FFF2-40B4-BE49-F238E27FC236}">
                <a16:creationId xmlns:a16="http://schemas.microsoft.com/office/drawing/2014/main" id="{B36782F5-B92C-924C-A62C-8F7AA707CD08}"/>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58901" y="1511301"/>
            <a:ext cx="6969125" cy="501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4" name="Rectangle 2">
            <a:extLst>
              <a:ext uri="{FF2B5EF4-FFF2-40B4-BE49-F238E27FC236}">
                <a16:creationId xmlns:a16="http://schemas.microsoft.com/office/drawing/2014/main" id="{41A68D29-55EB-294D-8586-995AC031668F}"/>
              </a:ext>
            </a:extLst>
          </p:cNvPr>
          <p:cNvSpPr>
            <a:spLocks noGrp="1" noChangeArrowheads="1"/>
          </p:cNvSpPr>
          <p:nvPr>
            <p:ph type="title"/>
          </p:nvPr>
        </p:nvSpPr>
        <p:spPr>
          <a:xfrm>
            <a:off x="-803274" y="35720"/>
            <a:ext cx="8915400" cy="1143000"/>
          </a:xfrm>
        </p:spPr>
        <p:txBody>
          <a:bodyPr/>
          <a:lstStyle/>
          <a:p>
            <a:pPr eaLnBrk="1" hangingPunct="1"/>
            <a:r>
              <a:rPr lang="zh-CN" altLang="en-US" dirty="0"/>
              <a:t>回顾：猜数游戏中的问题求解方法</a:t>
            </a:r>
            <a:endParaRPr lang="en-US" altLang="zh-CN" dirty="0"/>
          </a:p>
        </p:txBody>
      </p:sp>
      <p:sp>
        <p:nvSpPr>
          <p:cNvPr id="2" name="灯片编号占位符 1">
            <a:extLst>
              <a:ext uri="{FF2B5EF4-FFF2-40B4-BE49-F238E27FC236}">
                <a16:creationId xmlns:a16="http://schemas.microsoft.com/office/drawing/2014/main" id="{B3029700-37E7-FEC2-E10A-867F1C8C866A}"/>
              </a:ext>
            </a:extLst>
          </p:cNvPr>
          <p:cNvSpPr>
            <a:spLocks noGrp="1"/>
          </p:cNvSpPr>
          <p:nvPr>
            <p:ph type="sldNum" sz="quarter" idx="12"/>
          </p:nvPr>
        </p:nvSpPr>
        <p:spPr/>
        <p:txBody>
          <a:bodyPr/>
          <a:lstStyle/>
          <a:p>
            <a:pPr>
              <a:defRPr/>
            </a:pPr>
            <a:fld id="{7C4E558B-5425-6346-B896-72F904F12E77}" type="slidenum">
              <a:rPr lang="en-US" altLang="zh-CN" smtClean="0"/>
              <a:pPr>
                <a:defRPr/>
              </a:pPr>
              <a:t>26</a:t>
            </a:fld>
            <a:endParaRPr lang="zh-CN" altLang="en-US" dirty="0"/>
          </a:p>
        </p:txBody>
      </p:sp>
      <p:pic>
        <p:nvPicPr>
          <p:cNvPr id="87045" name="图片 24">
            <a:extLst>
              <a:ext uri="{FF2B5EF4-FFF2-40B4-BE49-F238E27FC236}">
                <a16:creationId xmlns:a16="http://schemas.microsoft.com/office/drawing/2014/main" id="{2187948F-0DF9-514C-BFAC-0E486D7DC59A}"/>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03201" y="1772816"/>
            <a:ext cx="11557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down)">
                                      <p:cBhvr>
                                        <p:cTn id="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A7E7E686-4163-A246-9476-8E5E4BF49C2C}"/>
              </a:ext>
            </a:extLst>
          </p:cNvPr>
          <p:cNvSpPr>
            <a:spLocks noChangeArrowheads="1"/>
          </p:cNvSpPr>
          <p:nvPr/>
        </p:nvSpPr>
        <p:spPr bwMode="auto">
          <a:xfrm>
            <a:off x="1847851" y="4724400"/>
            <a:ext cx="86407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zh-CN" altLang="en-US" sz="2800">
                <a:solidFill>
                  <a:srgbClr val="002060"/>
                </a:solidFill>
                <a:latin typeface="Arial" panose="020B0604020202020204" pitchFamily="34" charset="0"/>
                <a:ea typeface="黑体" panose="02010609060101010101" pitchFamily="49" charset="-122"/>
                <a:cs typeface="Arial" panose="020B0604020202020204" pitchFamily="34" charset="0"/>
              </a:rPr>
              <a:t>用</a:t>
            </a:r>
            <a:r>
              <a:rPr lang="en-US" altLang="zh-CN" sz="2800">
                <a:solidFill>
                  <a:srgbClr val="002060"/>
                </a:solidFill>
                <a:latin typeface="Arial" panose="020B0604020202020204" pitchFamily="34" charset="0"/>
                <a:ea typeface="黑体" panose="02010609060101010101" pitchFamily="49" charset="-122"/>
                <a:cs typeface="Arial" panose="020B0604020202020204" pitchFamily="34" charset="0"/>
              </a:rPr>
              <a:t>2</a:t>
            </a:r>
            <a:r>
              <a:rPr lang="zh-CN" altLang="en-US" sz="2800">
                <a:solidFill>
                  <a:srgbClr val="002060"/>
                </a:solidFill>
                <a:latin typeface="Arial" panose="020B0604020202020204" pitchFamily="34" charset="0"/>
                <a:ea typeface="黑体" panose="02010609060101010101" pitchFamily="49" charset="-122"/>
                <a:cs typeface="Arial" panose="020B0604020202020204" pitchFamily="34" charset="0"/>
              </a:rPr>
              <a:t>除一次相当于折半查找算法中的一次比较。</a:t>
            </a:r>
          </a:p>
        </p:txBody>
      </p:sp>
      <p:sp>
        <p:nvSpPr>
          <p:cNvPr id="8" name="灯片编号占位符 7">
            <a:extLst>
              <a:ext uri="{FF2B5EF4-FFF2-40B4-BE49-F238E27FC236}">
                <a16:creationId xmlns:a16="http://schemas.microsoft.com/office/drawing/2014/main" id="{7C6C6AD3-8125-B0A0-6A99-7A703596BA78}"/>
              </a:ext>
            </a:extLst>
          </p:cNvPr>
          <p:cNvSpPr>
            <a:spLocks noGrp="1"/>
          </p:cNvSpPr>
          <p:nvPr>
            <p:ph type="sldNum" sz="quarter" idx="12"/>
          </p:nvPr>
        </p:nvSpPr>
        <p:spPr/>
        <p:txBody>
          <a:bodyPr/>
          <a:lstStyle/>
          <a:p>
            <a:pPr>
              <a:defRPr/>
            </a:pPr>
            <a:fld id="{7C4E558B-5425-6346-B896-72F904F12E77}" type="slidenum">
              <a:rPr lang="en-US" altLang="zh-CN" smtClean="0"/>
              <a:pPr>
                <a:defRPr/>
              </a:pPr>
              <a:t>27</a:t>
            </a:fld>
            <a:endParaRPr lang="zh-CN" altLang="en-US" dirty="0"/>
          </a:p>
        </p:txBody>
      </p:sp>
      <p:graphicFrame>
        <p:nvGraphicFramePr>
          <p:cNvPr id="102486" name="Group 86">
            <a:extLst>
              <a:ext uri="{FF2B5EF4-FFF2-40B4-BE49-F238E27FC236}">
                <a16:creationId xmlns:a16="http://schemas.microsoft.com/office/drawing/2014/main" id="{BD1CBB99-A4CE-C843-A048-A3CDE0E23551}"/>
              </a:ext>
            </a:extLst>
          </p:cNvPr>
          <p:cNvGraphicFramePr>
            <a:graphicFrameLocks noGrp="1"/>
          </p:cNvGraphicFramePr>
          <p:nvPr/>
        </p:nvGraphicFramePr>
        <p:xfrm>
          <a:off x="4079875" y="1557339"/>
          <a:ext cx="4622800" cy="490537"/>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490537">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a:buNone/>
                        <a:tabLst/>
                      </a:pPr>
                      <a:endParaRPr kumimoji="0" lang="en-US" altLang="zh-CN" sz="2400" b="1" i="0" u="none" strike="noStrike" cap="none" normalizeH="0" baseline="0">
                        <a:ln>
                          <a:noFill/>
                        </a:ln>
                        <a:solidFill>
                          <a:srgbClr val="000066"/>
                        </a:solidFill>
                        <a:effectLst/>
                        <a:latin typeface="Courier New" pitchFamily="49" charset="0"/>
                        <a:ea typeface="宋体" pitchFamily="2" charset="-122"/>
                        <a:cs typeface="Courier New" pitchFamily="49" charset="0"/>
                      </a:endParaRP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a:buNone/>
                        <a:tabLst/>
                      </a:pPr>
                      <a:endParaRPr kumimoji="0" lang="en-US" altLang="zh-CN" sz="2400" b="1" i="0" u="none" strike="noStrike" cap="none" normalizeH="0" baseline="0">
                        <a:ln>
                          <a:noFill/>
                        </a:ln>
                        <a:solidFill>
                          <a:srgbClr val="000066"/>
                        </a:solidFill>
                        <a:effectLst/>
                        <a:latin typeface="Courier New" pitchFamily="49" charset="0"/>
                        <a:ea typeface="宋体" pitchFamily="2" charset="-122"/>
                        <a:cs typeface="Courier New" pitchFamily="49" charset="0"/>
                      </a:endParaRP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a:buNone/>
                        <a:tabLst/>
                      </a:pPr>
                      <a:endParaRPr kumimoji="0" lang="en-US" altLang="zh-CN" sz="2400" b="1" i="0" u="none" strike="noStrike" cap="none" normalizeH="0" baseline="0">
                        <a:ln>
                          <a:noFill/>
                        </a:ln>
                        <a:solidFill>
                          <a:srgbClr val="000066"/>
                        </a:solidFill>
                        <a:effectLst/>
                        <a:latin typeface="Courier New" pitchFamily="49" charset="0"/>
                        <a:ea typeface="宋体" pitchFamily="2" charset="-122"/>
                        <a:cs typeface="Courier New" pitchFamily="49" charset="0"/>
                      </a:endParaRP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a:buNone/>
                        <a:tabLst/>
                      </a:pPr>
                      <a:endParaRPr kumimoji="0" lang="en-US" altLang="zh-CN" sz="2400" b="1" i="0" u="none" strike="noStrike" cap="none" normalizeH="0" baseline="0">
                        <a:ln>
                          <a:noFill/>
                        </a:ln>
                        <a:solidFill>
                          <a:srgbClr val="000066"/>
                        </a:solidFill>
                        <a:effectLst/>
                        <a:latin typeface="Courier New" pitchFamily="49" charset="0"/>
                        <a:ea typeface="宋体" pitchFamily="2" charset="-122"/>
                        <a:cs typeface="Courier New" pitchFamily="49" charset="0"/>
                      </a:endParaRP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a:buNone/>
                        <a:tabLst/>
                      </a:pPr>
                      <a:endParaRPr kumimoji="0" lang="en-US" altLang="zh-CN" sz="2400" b="1" i="0" u="none" strike="noStrike" cap="none" normalizeH="0" baseline="0">
                        <a:ln>
                          <a:noFill/>
                        </a:ln>
                        <a:solidFill>
                          <a:srgbClr val="000066"/>
                        </a:solidFill>
                        <a:effectLst/>
                        <a:latin typeface="Courier New" pitchFamily="49" charset="0"/>
                        <a:ea typeface="宋体" pitchFamily="2" charset="-122"/>
                        <a:cs typeface="Courier New" pitchFamily="49" charset="0"/>
                      </a:endParaRP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a:buNone/>
                        <a:tabLst/>
                      </a:pPr>
                      <a:endParaRPr kumimoji="0" lang="en-US" altLang="zh-CN" sz="2400" b="1" i="0" u="none" strike="noStrike" cap="none" normalizeH="0" baseline="0">
                        <a:ln>
                          <a:noFill/>
                        </a:ln>
                        <a:solidFill>
                          <a:srgbClr val="000066"/>
                        </a:solidFill>
                        <a:effectLst/>
                        <a:latin typeface="Courier New" pitchFamily="49" charset="0"/>
                        <a:ea typeface="宋体" pitchFamily="2" charset="-122"/>
                        <a:cs typeface="Courier New" pitchFamily="49" charset="0"/>
                      </a:endParaRP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a:buNone/>
                        <a:tabLst/>
                      </a:pPr>
                      <a:endParaRPr kumimoji="0" lang="en-US" altLang="zh-CN" sz="2400" b="1" i="0" u="none" strike="noStrike" cap="none" normalizeH="0" baseline="0">
                        <a:ln>
                          <a:noFill/>
                        </a:ln>
                        <a:solidFill>
                          <a:srgbClr val="000066"/>
                        </a:solidFill>
                        <a:effectLst/>
                        <a:latin typeface="Courier New" pitchFamily="49" charset="0"/>
                        <a:ea typeface="宋体" pitchFamily="2" charset="-122"/>
                        <a:cs typeface="Courier New" pitchFamily="49" charset="0"/>
                      </a:endParaRP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a:buNone/>
                        <a:tabLst/>
                      </a:pPr>
                      <a:endParaRPr kumimoji="0" lang="en-US" altLang="zh-CN" sz="2400" b="1" i="0" u="none" strike="noStrike" cap="none" normalizeH="0" baseline="0">
                        <a:ln>
                          <a:noFill/>
                        </a:ln>
                        <a:solidFill>
                          <a:srgbClr val="000066"/>
                        </a:solidFill>
                        <a:effectLst/>
                        <a:latin typeface="Courier New" pitchFamily="49" charset="0"/>
                        <a:ea typeface="宋体" pitchFamily="2" charset="-122"/>
                        <a:cs typeface="Courier New" pitchFamily="49" charset="0"/>
                      </a:endParaRP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02487" name="Group 87">
            <a:extLst>
              <a:ext uri="{FF2B5EF4-FFF2-40B4-BE49-F238E27FC236}">
                <a16:creationId xmlns:a16="http://schemas.microsoft.com/office/drawing/2014/main" id="{3ED2D1D1-2108-224B-8820-41C34F87AFC6}"/>
              </a:ext>
            </a:extLst>
          </p:cNvPr>
          <p:cNvGraphicFramePr>
            <a:graphicFrameLocks noGrp="1"/>
          </p:cNvGraphicFramePr>
          <p:nvPr/>
        </p:nvGraphicFramePr>
        <p:xfrm>
          <a:off x="4079875" y="2133600"/>
          <a:ext cx="2311400" cy="490538"/>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tblGrid>
              <a:tr h="490538">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a:buNone/>
                        <a:tabLst/>
                      </a:pPr>
                      <a:endParaRPr kumimoji="0" lang="en-US" altLang="zh-CN" sz="2400" b="1" i="0" u="none" strike="noStrike" cap="none" normalizeH="0" baseline="0">
                        <a:ln>
                          <a:noFill/>
                        </a:ln>
                        <a:solidFill>
                          <a:srgbClr val="000066"/>
                        </a:solidFill>
                        <a:effectLst/>
                        <a:latin typeface="Courier New" pitchFamily="49" charset="0"/>
                        <a:ea typeface="宋体" pitchFamily="2" charset="-122"/>
                        <a:cs typeface="Courier New" pitchFamily="49" charset="0"/>
                      </a:endParaRP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a:buNone/>
                        <a:tabLst/>
                      </a:pPr>
                      <a:endParaRPr kumimoji="0" lang="en-US" altLang="zh-CN" sz="2400" b="1" i="0" u="none" strike="noStrike" cap="none" normalizeH="0" baseline="0">
                        <a:ln>
                          <a:noFill/>
                        </a:ln>
                        <a:solidFill>
                          <a:srgbClr val="000066"/>
                        </a:solidFill>
                        <a:effectLst/>
                        <a:latin typeface="Courier New" pitchFamily="49" charset="0"/>
                        <a:ea typeface="宋体" pitchFamily="2" charset="-122"/>
                        <a:cs typeface="Courier New" pitchFamily="49" charset="0"/>
                      </a:endParaRP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a:buNone/>
                        <a:tabLst/>
                      </a:pPr>
                      <a:endParaRPr kumimoji="0" lang="en-US" altLang="zh-CN" sz="2400" b="1" i="0" u="none" strike="noStrike" cap="none" normalizeH="0" baseline="0">
                        <a:ln>
                          <a:noFill/>
                        </a:ln>
                        <a:solidFill>
                          <a:srgbClr val="000066"/>
                        </a:solidFill>
                        <a:effectLst/>
                        <a:latin typeface="Courier New" pitchFamily="49" charset="0"/>
                        <a:ea typeface="宋体" pitchFamily="2" charset="-122"/>
                        <a:cs typeface="Courier New" pitchFamily="49" charset="0"/>
                      </a:endParaRP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a:buNone/>
                        <a:tabLst/>
                      </a:pPr>
                      <a:endParaRPr kumimoji="0" lang="en-US" altLang="zh-CN" sz="2400" b="1" i="0" u="none" strike="noStrike" cap="none" normalizeH="0" baseline="0">
                        <a:ln>
                          <a:noFill/>
                        </a:ln>
                        <a:solidFill>
                          <a:srgbClr val="000066"/>
                        </a:solidFill>
                        <a:effectLst/>
                        <a:latin typeface="Courier New" pitchFamily="49" charset="0"/>
                        <a:ea typeface="宋体" pitchFamily="2" charset="-122"/>
                        <a:cs typeface="Courier New" pitchFamily="49" charset="0"/>
                      </a:endParaRP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矩形 6">
            <a:extLst>
              <a:ext uri="{FF2B5EF4-FFF2-40B4-BE49-F238E27FC236}">
                <a16:creationId xmlns:a16="http://schemas.microsoft.com/office/drawing/2014/main" id="{31C34F1D-8133-F743-AA5F-96034021B18A}"/>
              </a:ext>
            </a:extLst>
          </p:cNvPr>
          <p:cNvSpPr>
            <a:spLocks noChangeArrowheads="1"/>
          </p:cNvSpPr>
          <p:nvPr/>
        </p:nvSpPr>
        <p:spPr bwMode="auto">
          <a:xfrm>
            <a:off x="3575051" y="1557339"/>
            <a:ext cx="360363" cy="4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400" b="1">
                <a:solidFill>
                  <a:srgbClr val="002060"/>
                </a:solidFill>
                <a:latin typeface="Courier New" panose="02070309020205020404" pitchFamily="49" charset="0"/>
                <a:ea typeface="黑体" panose="02010609060101010101" pitchFamily="49" charset="-122"/>
                <a:cs typeface="Courier New" panose="02070309020205020404" pitchFamily="49" charset="0"/>
              </a:rPr>
              <a:t>8</a:t>
            </a:r>
          </a:p>
        </p:txBody>
      </p:sp>
      <p:sp>
        <p:nvSpPr>
          <p:cNvPr id="3" name="矩形 6">
            <a:extLst>
              <a:ext uri="{FF2B5EF4-FFF2-40B4-BE49-F238E27FC236}">
                <a16:creationId xmlns:a16="http://schemas.microsoft.com/office/drawing/2014/main" id="{A42CFED2-B37A-7D41-B0B1-B77C6DCE5E4E}"/>
              </a:ext>
            </a:extLst>
          </p:cNvPr>
          <p:cNvSpPr>
            <a:spLocks noChangeArrowheads="1"/>
          </p:cNvSpPr>
          <p:nvPr/>
        </p:nvSpPr>
        <p:spPr bwMode="auto">
          <a:xfrm>
            <a:off x="3576638" y="2162176"/>
            <a:ext cx="431800" cy="4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400" b="1">
                <a:solidFill>
                  <a:srgbClr val="002060"/>
                </a:solidFill>
                <a:latin typeface="Courier New" panose="02070309020205020404" pitchFamily="49" charset="0"/>
                <a:ea typeface="黑体" panose="02010609060101010101" pitchFamily="49" charset="-122"/>
                <a:cs typeface="Courier New" panose="02070309020205020404" pitchFamily="49" charset="0"/>
              </a:rPr>
              <a:t>4</a:t>
            </a:r>
          </a:p>
        </p:txBody>
      </p:sp>
      <p:graphicFrame>
        <p:nvGraphicFramePr>
          <p:cNvPr id="102488" name="Group 88">
            <a:extLst>
              <a:ext uri="{FF2B5EF4-FFF2-40B4-BE49-F238E27FC236}">
                <a16:creationId xmlns:a16="http://schemas.microsoft.com/office/drawing/2014/main" id="{1B219344-3C3B-2841-ABFC-62BB3DA5B3B8}"/>
              </a:ext>
            </a:extLst>
          </p:cNvPr>
          <p:cNvGraphicFramePr>
            <a:graphicFrameLocks noGrp="1"/>
          </p:cNvGraphicFramePr>
          <p:nvPr/>
        </p:nvGraphicFramePr>
        <p:xfrm>
          <a:off x="4079875" y="2733675"/>
          <a:ext cx="1155700" cy="490538"/>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tblGrid>
              <a:tr h="490538">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a:buNone/>
                        <a:tabLst/>
                      </a:pPr>
                      <a:endParaRPr kumimoji="0" lang="en-US" altLang="zh-CN" sz="2400" b="1" i="0" u="none" strike="noStrike" cap="none" normalizeH="0" baseline="0">
                        <a:ln>
                          <a:noFill/>
                        </a:ln>
                        <a:solidFill>
                          <a:srgbClr val="000066"/>
                        </a:solidFill>
                        <a:effectLst/>
                        <a:latin typeface="Courier New" pitchFamily="49" charset="0"/>
                        <a:ea typeface="宋体" pitchFamily="2" charset="-122"/>
                        <a:cs typeface="Courier New" pitchFamily="49" charset="0"/>
                      </a:endParaRP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a:buNone/>
                        <a:tabLst/>
                      </a:pPr>
                      <a:endParaRPr kumimoji="0" lang="en-US" altLang="zh-CN" sz="2400" b="1" i="0" u="none" strike="noStrike" cap="none" normalizeH="0" baseline="0">
                        <a:ln>
                          <a:noFill/>
                        </a:ln>
                        <a:solidFill>
                          <a:srgbClr val="000066"/>
                        </a:solidFill>
                        <a:effectLst/>
                        <a:latin typeface="Courier New" pitchFamily="49" charset="0"/>
                        <a:ea typeface="宋体" pitchFamily="2" charset="-122"/>
                        <a:cs typeface="Courier New" pitchFamily="49" charset="0"/>
                      </a:endParaRP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4" name="矩形 6">
            <a:extLst>
              <a:ext uri="{FF2B5EF4-FFF2-40B4-BE49-F238E27FC236}">
                <a16:creationId xmlns:a16="http://schemas.microsoft.com/office/drawing/2014/main" id="{F0DC48E7-7654-1042-AE05-5C378D9147E1}"/>
              </a:ext>
            </a:extLst>
          </p:cNvPr>
          <p:cNvSpPr>
            <a:spLocks noChangeArrowheads="1"/>
          </p:cNvSpPr>
          <p:nvPr/>
        </p:nvSpPr>
        <p:spPr bwMode="auto">
          <a:xfrm>
            <a:off x="3586163" y="2762251"/>
            <a:ext cx="431800" cy="4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400" b="1">
                <a:solidFill>
                  <a:srgbClr val="002060"/>
                </a:solidFill>
                <a:latin typeface="Courier New" panose="02070309020205020404" pitchFamily="49" charset="0"/>
                <a:ea typeface="黑体" panose="02010609060101010101" pitchFamily="49" charset="-122"/>
                <a:cs typeface="Courier New" panose="02070309020205020404" pitchFamily="49" charset="0"/>
              </a:rPr>
              <a:t>2</a:t>
            </a:r>
          </a:p>
        </p:txBody>
      </p:sp>
      <p:graphicFrame>
        <p:nvGraphicFramePr>
          <p:cNvPr id="102452" name="Group 52">
            <a:extLst>
              <a:ext uri="{FF2B5EF4-FFF2-40B4-BE49-F238E27FC236}">
                <a16:creationId xmlns:a16="http://schemas.microsoft.com/office/drawing/2014/main" id="{9909771A-9CB7-5E41-9F11-4C9B46B6B304}"/>
              </a:ext>
            </a:extLst>
          </p:cNvPr>
          <p:cNvGraphicFramePr>
            <a:graphicFrameLocks noGrp="1"/>
          </p:cNvGraphicFramePr>
          <p:nvPr/>
        </p:nvGraphicFramePr>
        <p:xfrm>
          <a:off x="4079875" y="3319464"/>
          <a:ext cx="577850" cy="490537"/>
        </p:xfrm>
        <a:graphic>
          <a:graphicData uri="http://schemas.openxmlformats.org/drawingml/2006/table">
            <a:tbl>
              <a:tblPr/>
              <a:tblGrid>
                <a:gridCol w="577850">
                  <a:extLst>
                    <a:ext uri="{9D8B030D-6E8A-4147-A177-3AD203B41FA5}">
                      <a16:colId xmlns:a16="http://schemas.microsoft.com/office/drawing/2014/main" val="20000"/>
                    </a:ext>
                  </a:extLst>
                </a:gridCol>
              </a:tblGrid>
              <a:tr h="490537">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a:buNone/>
                        <a:tabLst/>
                      </a:pPr>
                      <a:endParaRPr kumimoji="0" lang="en-US" altLang="zh-CN" sz="2400" b="1" i="0" u="none" strike="noStrike" cap="none" normalizeH="0" baseline="0">
                        <a:ln>
                          <a:noFill/>
                        </a:ln>
                        <a:solidFill>
                          <a:srgbClr val="000066"/>
                        </a:solidFill>
                        <a:effectLst/>
                        <a:latin typeface="Courier New" pitchFamily="49" charset="0"/>
                        <a:ea typeface="宋体" pitchFamily="2" charset="-122"/>
                        <a:cs typeface="Courier New" pitchFamily="49" charset="0"/>
                      </a:endParaRPr>
                    </a:p>
                  </a:txBody>
                  <a:tcPr marL="99060" marR="9906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5" name="矩形 6">
            <a:extLst>
              <a:ext uri="{FF2B5EF4-FFF2-40B4-BE49-F238E27FC236}">
                <a16:creationId xmlns:a16="http://schemas.microsoft.com/office/drawing/2014/main" id="{8AA10282-1A8C-6643-ADB9-C533901D4EC9}"/>
              </a:ext>
            </a:extLst>
          </p:cNvPr>
          <p:cNvSpPr>
            <a:spLocks noChangeArrowheads="1"/>
          </p:cNvSpPr>
          <p:nvPr/>
        </p:nvSpPr>
        <p:spPr bwMode="auto">
          <a:xfrm>
            <a:off x="3584575" y="3348039"/>
            <a:ext cx="433388" cy="4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400" b="1">
                <a:solidFill>
                  <a:srgbClr val="002060"/>
                </a:solidFill>
                <a:latin typeface="Courier New" panose="02070309020205020404" pitchFamily="49" charset="0"/>
                <a:ea typeface="黑体" panose="02010609060101010101" pitchFamily="49" charset="-122"/>
                <a:cs typeface="Courier New" panose="02070309020205020404" pitchFamily="49" charset="0"/>
              </a:rPr>
              <a:t>1</a:t>
            </a:r>
          </a:p>
        </p:txBody>
      </p:sp>
      <p:sp>
        <p:nvSpPr>
          <p:cNvPr id="6" name="矩形 6">
            <a:extLst>
              <a:ext uri="{FF2B5EF4-FFF2-40B4-BE49-F238E27FC236}">
                <a16:creationId xmlns:a16="http://schemas.microsoft.com/office/drawing/2014/main" id="{634D9CD4-5F1F-764B-8C23-4FA8B2CC9DFE}"/>
              </a:ext>
            </a:extLst>
          </p:cNvPr>
          <p:cNvSpPr>
            <a:spLocks noChangeArrowheads="1"/>
          </p:cNvSpPr>
          <p:nvPr/>
        </p:nvSpPr>
        <p:spPr bwMode="auto">
          <a:xfrm>
            <a:off x="1416051" y="4152901"/>
            <a:ext cx="1008063" cy="4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400" b="1">
                <a:solidFill>
                  <a:srgbClr val="002060"/>
                </a:solidFill>
                <a:latin typeface="Courier New" panose="02070309020205020404" pitchFamily="49" charset="0"/>
                <a:ea typeface="黑体" panose="02010609060101010101" pitchFamily="49" charset="-122"/>
                <a:cs typeface="Courier New" panose="02070309020205020404" pitchFamily="49" charset="0"/>
              </a:rPr>
              <a:t>1024</a:t>
            </a:r>
          </a:p>
        </p:txBody>
      </p:sp>
      <p:sp>
        <p:nvSpPr>
          <p:cNvPr id="9" name="矩形 6">
            <a:extLst>
              <a:ext uri="{FF2B5EF4-FFF2-40B4-BE49-F238E27FC236}">
                <a16:creationId xmlns:a16="http://schemas.microsoft.com/office/drawing/2014/main" id="{560B3E64-8CA9-A04A-9D4B-7A2F46BF3F98}"/>
              </a:ext>
            </a:extLst>
          </p:cNvPr>
          <p:cNvSpPr>
            <a:spLocks noChangeArrowheads="1"/>
          </p:cNvSpPr>
          <p:nvPr/>
        </p:nvSpPr>
        <p:spPr bwMode="auto">
          <a:xfrm>
            <a:off x="2640014" y="4151314"/>
            <a:ext cx="790575" cy="4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400" b="1" dirty="0">
                <a:solidFill>
                  <a:srgbClr val="002060"/>
                </a:solidFill>
                <a:latin typeface="Courier New" panose="02070309020205020404" pitchFamily="49" charset="0"/>
                <a:ea typeface="黑体" panose="02010609060101010101" pitchFamily="49" charset="-122"/>
                <a:cs typeface="Courier New" panose="02070309020205020404" pitchFamily="49" charset="0"/>
              </a:rPr>
              <a:t>512</a:t>
            </a:r>
          </a:p>
        </p:txBody>
      </p:sp>
      <p:sp>
        <p:nvSpPr>
          <p:cNvPr id="10" name="矩形 6">
            <a:extLst>
              <a:ext uri="{FF2B5EF4-FFF2-40B4-BE49-F238E27FC236}">
                <a16:creationId xmlns:a16="http://schemas.microsoft.com/office/drawing/2014/main" id="{87A49641-D6B7-B842-8C91-4DA869226218}"/>
              </a:ext>
            </a:extLst>
          </p:cNvPr>
          <p:cNvSpPr>
            <a:spLocks noChangeArrowheads="1"/>
          </p:cNvSpPr>
          <p:nvPr/>
        </p:nvSpPr>
        <p:spPr bwMode="auto">
          <a:xfrm>
            <a:off x="3648076" y="4160839"/>
            <a:ext cx="1008063" cy="4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400" b="1">
                <a:solidFill>
                  <a:srgbClr val="002060"/>
                </a:solidFill>
                <a:latin typeface="Courier New" panose="02070309020205020404" pitchFamily="49" charset="0"/>
                <a:ea typeface="黑体" panose="02010609060101010101" pitchFamily="49" charset="-122"/>
                <a:cs typeface="Courier New" panose="02070309020205020404" pitchFamily="49" charset="0"/>
              </a:rPr>
              <a:t>256</a:t>
            </a:r>
          </a:p>
        </p:txBody>
      </p:sp>
      <p:sp>
        <p:nvSpPr>
          <p:cNvPr id="11" name="矩形 6">
            <a:extLst>
              <a:ext uri="{FF2B5EF4-FFF2-40B4-BE49-F238E27FC236}">
                <a16:creationId xmlns:a16="http://schemas.microsoft.com/office/drawing/2014/main" id="{8C17CA3F-2BDF-6543-93A0-A89C4A3A6755}"/>
              </a:ext>
            </a:extLst>
          </p:cNvPr>
          <p:cNvSpPr>
            <a:spLocks noChangeArrowheads="1"/>
          </p:cNvSpPr>
          <p:nvPr/>
        </p:nvSpPr>
        <p:spPr bwMode="auto">
          <a:xfrm>
            <a:off x="4656139" y="4152901"/>
            <a:ext cx="936625" cy="4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400" b="1">
                <a:solidFill>
                  <a:srgbClr val="002060"/>
                </a:solidFill>
                <a:latin typeface="Courier New" panose="02070309020205020404" pitchFamily="49" charset="0"/>
                <a:ea typeface="黑体" panose="02010609060101010101" pitchFamily="49" charset="-122"/>
                <a:cs typeface="Courier New" panose="02070309020205020404" pitchFamily="49" charset="0"/>
              </a:rPr>
              <a:t>128</a:t>
            </a:r>
            <a:endParaRPr lang="en-US" altLang="zh-CN" sz="2400" b="1" dirty="0">
              <a:solidFill>
                <a:srgbClr val="002060"/>
              </a:solidFill>
              <a:latin typeface="Courier New" panose="02070309020205020404" pitchFamily="49" charset="0"/>
              <a:ea typeface="黑体" panose="02010609060101010101" pitchFamily="49" charset="-122"/>
              <a:cs typeface="Courier New" panose="02070309020205020404" pitchFamily="49" charset="0"/>
            </a:endParaRPr>
          </a:p>
        </p:txBody>
      </p:sp>
      <p:sp>
        <p:nvSpPr>
          <p:cNvPr id="12" name="矩形 6">
            <a:extLst>
              <a:ext uri="{FF2B5EF4-FFF2-40B4-BE49-F238E27FC236}">
                <a16:creationId xmlns:a16="http://schemas.microsoft.com/office/drawing/2014/main" id="{C7FF7ED7-7CB4-D84E-B7F6-5E1A4D1DE7ED}"/>
              </a:ext>
            </a:extLst>
          </p:cNvPr>
          <p:cNvSpPr>
            <a:spLocks noChangeArrowheads="1"/>
          </p:cNvSpPr>
          <p:nvPr/>
        </p:nvSpPr>
        <p:spPr bwMode="auto">
          <a:xfrm>
            <a:off x="5664201" y="4152901"/>
            <a:ext cx="576263" cy="4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400" b="1">
                <a:solidFill>
                  <a:srgbClr val="002060"/>
                </a:solidFill>
                <a:latin typeface="Courier New" panose="02070309020205020404" pitchFamily="49" charset="0"/>
                <a:ea typeface="黑体" panose="02010609060101010101" pitchFamily="49" charset="-122"/>
                <a:cs typeface="Courier New" panose="02070309020205020404" pitchFamily="49" charset="0"/>
              </a:rPr>
              <a:t>64</a:t>
            </a:r>
          </a:p>
        </p:txBody>
      </p:sp>
      <p:sp>
        <p:nvSpPr>
          <p:cNvPr id="13" name="矩形 6">
            <a:extLst>
              <a:ext uri="{FF2B5EF4-FFF2-40B4-BE49-F238E27FC236}">
                <a16:creationId xmlns:a16="http://schemas.microsoft.com/office/drawing/2014/main" id="{675CB5CB-198C-0E45-B256-6A3257C7A1E6}"/>
              </a:ext>
            </a:extLst>
          </p:cNvPr>
          <p:cNvSpPr>
            <a:spLocks noChangeArrowheads="1"/>
          </p:cNvSpPr>
          <p:nvPr/>
        </p:nvSpPr>
        <p:spPr bwMode="auto">
          <a:xfrm>
            <a:off x="6456363" y="4152901"/>
            <a:ext cx="576262" cy="4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400" b="1">
                <a:solidFill>
                  <a:srgbClr val="002060"/>
                </a:solidFill>
                <a:latin typeface="Courier New" panose="02070309020205020404" pitchFamily="49" charset="0"/>
                <a:ea typeface="黑体" panose="02010609060101010101" pitchFamily="49" charset="-122"/>
                <a:cs typeface="Courier New" panose="02070309020205020404" pitchFamily="49" charset="0"/>
              </a:rPr>
              <a:t>32</a:t>
            </a:r>
          </a:p>
        </p:txBody>
      </p:sp>
      <p:sp>
        <p:nvSpPr>
          <p:cNvPr id="14" name="矩形 6">
            <a:extLst>
              <a:ext uri="{FF2B5EF4-FFF2-40B4-BE49-F238E27FC236}">
                <a16:creationId xmlns:a16="http://schemas.microsoft.com/office/drawing/2014/main" id="{FBB7C2D1-1DFB-2441-904C-3FCB7D0C849B}"/>
              </a:ext>
            </a:extLst>
          </p:cNvPr>
          <p:cNvSpPr>
            <a:spLocks noChangeArrowheads="1"/>
          </p:cNvSpPr>
          <p:nvPr/>
        </p:nvSpPr>
        <p:spPr bwMode="auto">
          <a:xfrm>
            <a:off x="7319963" y="4143376"/>
            <a:ext cx="792162" cy="4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400" b="1">
                <a:solidFill>
                  <a:srgbClr val="002060"/>
                </a:solidFill>
                <a:latin typeface="Courier New" panose="02070309020205020404" pitchFamily="49" charset="0"/>
                <a:ea typeface="黑体" panose="02010609060101010101" pitchFamily="49" charset="-122"/>
                <a:cs typeface="Courier New" panose="02070309020205020404" pitchFamily="49" charset="0"/>
              </a:rPr>
              <a:t>16</a:t>
            </a:r>
          </a:p>
        </p:txBody>
      </p:sp>
      <p:sp>
        <p:nvSpPr>
          <p:cNvPr id="15" name="矩形 6">
            <a:extLst>
              <a:ext uri="{FF2B5EF4-FFF2-40B4-BE49-F238E27FC236}">
                <a16:creationId xmlns:a16="http://schemas.microsoft.com/office/drawing/2014/main" id="{FF2D1FD0-2DF5-0148-9AE4-57581F7EACEF}"/>
              </a:ext>
            </a:extLst>
          </p:cNvPr>
          <p:cNvSpPr>
            <a:spLocks noChangeArrowheads="1"/>
          </p:cNvSpPr>
          <p:nvPr/>
        </p:nvSpPr>
        <p:spPr bwMode="auto">
          <a:xfrm>
            <a:off x="8256589" y="4141789"/>
            <a:ext cx="504825" cy="4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400" b="1">
                <a:solidFill>
                  <a:srgbClr val="002060"/>
                </a:solidFill>
                <a:latin typeface="Courier New" panose="02070309020205020404" pitchFamily="49" charset="0"/>
                <a:ea typeface="黑体" panose="02010609060101010101" pitchFamily="49" charset="-122"/>
                <a:cs typeface="Courier New" panose="02070309020205020404" pitchFamily="49" charset="0"/>
              </a:rPr>
              <a:t>8</a:t>
            </a:r>
          </a:p>
        </p:txBody>
      </p:sp>
      <p:sp>
        <p:nvSpPr>
          <p:cNvPr id="102467" name="AutoShape 67">
            <a:extLst>
              <a:ext uri="{FF2B5EF4-FFF2-40B4-BE49-F238E27FC236}">
                <a16:creationId xmlns:a16="http://schemas.microsoft.com/office/drawing/2014/main" id="{01E03CB5-8D06-FE45-BA5C-232179DFC4F2}"/>
              </a:ext>
            </a:extLst>
          </p:cNvPr>
          <p:cNvSpPr>
            <a:spLocks noChangeArrowheads="1"/>
          </p:cNvSpPr>
          <p:nvPr/>
        </p:nvSpPr>
        <p:spPr bwMode="auto">
          <a:xfrm>
            <a:off x="2351088" y="4224338"/>
            <a:ext cx="360362" cy="215900"/>
          </a:xfrm>
          <a:prstGeom prst="rightArrow">
            <a:avLst>
              <a:gd name="adj1" fmla="val 50000"/>
              <a:gd name="adj2" fmla="val 41728"/>
            </a:avLst>
          </a:prstGeom>
          <a:solidFill>
            <a:srgbClr val="CCFF99"/>
          </a:solidFill>
          <a:ln w="9525">
            <a:solidFill>
              <a:schemeClr val="tx1"/>
            </a:solidFill>
            <a:miter lim="800000"/>
            <a:headEnd/>
            <a:tailEnd/>
          </a:ln>
        </p:spPr>
        <p:txBody>
          <a:bodyPr wrap="none" lIns="90187" tIns="45094" rIns="90187" bIns="45094" anchor="ct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endParaRPr lang="zh-CN" altLang="en-US" sz="2000">
              <a:latin typeface="Arial" panose="020B0604020202020204" pitchFamily="34" charset="0"/>
            </a:endParaRPr>
          </a:p>
        </p:txBody>
      </p:sp>
      <p:sp>
        <p:nvSpPr>
          <p:cNvPr id="102468" name="AutoShape 68">
            <a:extLst>
              <a:ext uri="{FF2B5EF4-FFF2-40B4-BE49-F238E27FC236}">
                <a16:creationId xmlns:a16="http://schemas.microsoft.com/office/drawing/2014/main" id="{4C4AD398-9EF2-8642-9EA6-5B92B033D98F}"/>
              </a:ext>
            </a:extLst>
          </p:cNvPr>
          <p:cNvSpPr>
            <a:spLocks noChangeArrowheads="1"/>
          </p:cNvSpPr>
          <p:nvPr/>
        </p:nvSpPr>
        <p:spPr bwMode="auto">
          <a:xfrm>
            <a:off x="3359151" y="4224338"/>
            <a:ext cx="360363" cy="215900"/>
          </a:xfrm>
          <a:prstGeom prst="rightArrow">
            <a:avLst>
              <a:gd name="adj1" fmla="val 50000"/>
              <a:gd name="adj2" fmla="val 41728"/>
            </a:avLst>
          </a:prstGeom>
          <a:solidFill>
            <a:srgbClr val="CCFF99"/>
          </a:solidFill>
          <a:ln w="9525">
            <a:solidFill>
              <a:schemeClr val="tx1"/>
            </a:solidFill>
            <a:miter lim="800000"/>
            <a:headEnd/>
            <a:tailEnd/>
          </a:ln>
        </p:spPr>
        <p:txBody>
          <a:bodyPr wrap="none" lIns="90187" tIns="45094" rIns="90187" bIns="45094" anchor="ct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endParaRPr lang="zh-CN" altLang="en-US" sz="2000">
              <a:latin typeface="Arial" panose="020B0604020202020204" pitchFamily="34" charset="0"/>
            </a:endParaRPr>
          </a:p>
        </p:txBody>
      </p:sp>
      <p:sp>
        <p:nvSpPr>
          <p:cNvPr id="102469" name="AutoShape 69">
            <a:extLst>
              <a:ext uri="{FF2B5EF4-FFF2-40B4-BE49-F238E27FC236}">
                <a16:creationId xmlns:a16="http://schemas.microsoft.com/office/drawing/2014/main" id="{846BECB7-3D3C-6246-AFD7-2CB25EA9AC77}"/>
              </a:ext>
            </a:extLst>
          </p:cNvPr>
          <p:cNvSpPr>
            <a:spLocks noChangeArrowheads="1"/>
          </p:cNvSpPr>
          <p:nvPr/>
        </p:nvSpPr>
        <p:spPr bwMode="auto">
          <a:xfrm>
            <a:off x="4368801" y="4224338"/>
            <a:ext cx="360363" cy="215900"/>
          </a:xfrm>
          <a:prstGeom prst="rightArrow">
            <a:avLst>
              <a:gd name="adj1" fmla="val 50000"/>
              <a:gd name="adj2" fmla="val 41728"/>
            </a:avLst>
          </a:prstGeom>
          <a:solidFill>
            <a:srgbClr val="CCFF99"/>
          </a:solidFill>
          <a:ln w="9525">
            <a:solidFill>
              <a:schemeClr val="tx1"/>
            </a:solidFill>
            <a:miter lim="800000"/>
            <a:headEnd/>
            <a:tailEnd/>
          </a:ln>
        </p:spPr>
        <p:txBody>
          <a:bodyPr wrap="none" lIns="90187" tIns="45094" rIns="90187" bIns="45094" anchor="ct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endParaRPr lang="zh-CN" altLang="en-US" sz="2000">
              <a:latin typeface="Arial" panose="020B0604020202020204" pitchFamily="34" charset="0"/>
            </a:endParaRPr>
          </a:p>
        </p:txBody>
      </p:sp>
      <p:sp>
        <p:nvSpPr>
          <p:cNvPr id="102470" name="AutoShape 70">
            <a:extLst>
              <a:ext uri="{FF2B5EF4-FFF2-40B4-BE49-F238E27FC236}">
                <a16:creationId xmlns:a16="http://schemas.microsoft.com/office/drawing/2014/main" id="{F9A705E6-00FB-D74F-ADF5-930D910338FB}"/>
              </a:ext>
            </a:extLst>
          </p:cNvPr>
          <p:cNvSpPr>
            <a:spLocks noChangeArrowheads="1"/>
          </p:cNvSpPr>
          <p:nvPr/>
        </p:nvSpPr>
        <p:spPr bwMode="auto">
          <a:xfrm>
            <a:off x="5376863" y="4224338"/>
            <a:ext cx="360362" cy="215900"/>
          </a:xfrm>
          <a:prstGeom prst="rightArrow">
            <a:avLst>
              <a:gd name="adj1" fmla="val 50000"/>
              <a:gd name="adj2" fmla="val 41728"/>
            </a:avLst>
          </a:prstGeom>
          <a:solidFill>
            <a:srgbClr val="CCFF99"/>
          </a:solidFill>
          <a:ln w="9525">
            <a:solidFill>
              <a:schemeClr val="tx1"/>
            </a:solidFill>
            <a:miter lim="800000"/>
            <a:headEnd/>
            <a:tailEnd/>
          </a:ln>
        </p:spPr>
        <p:txBody>
          <a:bodyPr wrap="none" lIns="90187" tIns="45094" rIns="90187" bIns="45094" anchor="ct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endParaRPr lang="zh-CN" altLang="en-US" sz="2000">
              <a:latin typeface="Arial" panose="020B0604020202020204" pitchFamily="34" charset="0"/>
            </a:endParaRPr>
          </a:p>
        </p:txBody>
      </p:sp>
      <p:sp>
        <p:nvSpPr>
          <p:cNvPr id="102471" name="AutoShape 71">
            <a:extLst>
              <a:ext uri="{FF2B5EF4-FFF2-40B4-BE49-F238E27FC236}">
                <a16:creationId xmlns:a16="http://schemas.microsoft.com/office/drawing/2014/main" id="{6F6BE635-2783-9B41-9979-5CBCC1D4C1B7}"/>
              </a:ext>
            </a:extLst>
          </p:cNvPr>
          <p:cNvSpPr>
            <a:spLocks noChangeArrowheads="1"/>
          </p:cNvSpPr>
          <p:nvPr/>
        </p:nvSpPr>
        <p:spPr bwMode="auto">
          <a:xfrm>
            <a:off x="6169026" y="4224338"/>
            <a:ext cx="360363" cy="215900"/>
          </a:xfrm>
          <a:prstGeom prst="rightArrow">
            <a:avLst>
              <a:gd name="adj1" fmla="val 50000"/>
              <a:gd name="adj2" fmla="val 41728"/>
            </a:avLst>
          </a:prstGeom>
          <a:solidFill>
            <a:srgbClr val="CCFF99"/>
          </a:solidFill>
          <a:ln w="9525">
            <a:solidFill>
              <a:schemeClr val="tx1"/>
            </a:solidFill>
            <a:miter lim="800000"/>
            <a:headEnd/>
            <a:tailEnd/>
          </a:ln>
        </p:spPr>
        <p:txBody>
          <a:bodyPr wrap="none" lIns="90187" tIns="45094" rIns="90187" bIns="45094" anchor="ct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endParaRPr lang="zh-CN" altLang="en-US" sz="2000">
              <a:latin typeface="Arial" panose="020B0604020202020204" pitchFamily="34" charset="0"/>
            </a:endParaRPr>
          </a:p>
        </p:txBody>
      </p:sp>
      <p:sp>
        <p:nvSpPr>
          <p:cNvPr id="102472" name="AutoShape 72">
            <a:extLst>
              <a:ext uri="{FF2B5EF4-FFF2-40B4-BE49-F238E27FC236}">
                <a16:creationId xmlns:a16="http://schemas.microsoft.com/office/drawing/2014/main" id="{DD334EB5-ADB0-1A4E-BE74-EB015AAFD9A1}"/>
              </a:ext>
            </a:extLst>
          </p:cNvPr>
          <p:cNvSpPr>
            <a:spLocks noChangeArrowheads="1"/>
          </p:cNvSpPr>
          <p:nvPr/>
        </p:nvSpPr>
        <p:spPr bwMode="auto">
          <a:xfrm>
            <a:off x="7032626" y="4224338"/>
            <a:ext cx="360363" cy="215900"/>
          </a:xfrm>
          <a:prstGeom prst="rightArrow">
            <a:avLst>
              <a:gd name="adj1" fmla="val 50000"/>
              <a:gd name="adj2" fmla="val 41728"/>
            </a:avLst>
          </a:prstGeom>
          <a:solidFill>
            <a:srgbClr val="CCFF99"/>
          </a:solidFill>
          <a:ln w="9525">
            <a:solidFill>
              <a:schemeClr val="tx1"/>
            </a:solidFill>
            <a:miter lim="800000"/>
            <a:headEnd/>
            <a:tailEnd/>
          </a:ln>
        </p:spPr>
        <p:txBody>
          <a:bodyPr wrap="none" lIns="90187" tIns="45094" rIns="90187" bIns="45094" anchor="ct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endParaRPr lang="zh-CN" altLang="en-US" sz="2000">
              <a:latin typeface="Arial" panose="020B0604020202020204" pitchFamily="34" charset="0"/>
            </a:endParaRPr>
          </a:p>
        </p:txBody>
      </p:sp>
      <p:sp>
        <p:nvSpPr>
          <p:cNvPr id="102473" name="AutoShape 73">
            <a:extLst>
              <a:ext uri="{FF2B5EF4-FFF2-40B4-BE49-F238E27FC236}">
                <a16:creationId xmlns:a16="http://schemas.microsoft.com/office/drawing/2014/main" id="{8F68E659-821C-824E-8E4C-245820228DB2}"/>
              </a:ext>
            </a:extLst>
          </p:cNvPr>
          <p:cNvSpPr>
            <a:spLocks noChangeArrowheads="1"/>
          </p:cNvSpPr>
          <p:nvPr/>
        </p:nvSpPr>
        <p:spPr bwMode="auto">
          <a:xfrm>
            <a:off x="7896226" y="4224338"/>
            <a:ext cx="360363" cy="215900"/>
          </a:xfrm>
          <a:prstGeom prst="rightArrow">
            <a:avLst>
              <a:gd name="adj1" fmla="val 50000"/>
              <a:gd name="adj2" fmla="val 41728"/>
            </a:avLst>
          </a:prstGeom>
          <a:solidFill>
            <a:srgbClr val="CCFF99"/>
          </a:solidFill>
          <a:ln w="9525">
            <a:solidFill>
              <a:schemeClr val="tx1"/>
            </a:solidFill>
            <a:miter lim="800000"/>
            <a:headEnd/>
            <a:tailEnd/>
          </a:ln>
        </p:spPr>
        <p:txBody>
          <a:bodyPr wrap="none" lIns="90187" tIns="45094" rIns="90187" bIns="45094" anchor="ct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endParaRPr lang="zh-CN" altLang="en-US" sz="2000">
              <a:latin typeface="Arial" panose="020B0604020202020204" pitchFamily="34" charset="0"/>
            </a:endParaRPr>
          </a:p>
        </p:txBody>
      </p:sp>
      <p:sp>
        <p:nvSpPr>
          <p:cNvPr id="102474" name="AutoShape 74">
            <a:extLst>
              <a:ext uri="{FF2B5EF4-FFF2-40B4-BE49-F238E27FC236}">
                <a16:creationId xmlns:a16="http://schemas.microsoft.com/office/drawing/2014/main" id="{0A2391DE-4CAC-3540-8182-2E551B920F35}"/>
              </a:ext>
            </a:extLst>
          </p:cNvPr>
          <p:cNvSpPr>
            <a:spLocks noChangeArrowheads="1"/>
          </p:cNvSpPr>
          <p:nvPr/>
        </p:nvSpPr>
        <p:spPr bwMode="auto">
          <a:xfrm>
            <a:off x="8616951" y="4224338"/>
            <a:ext cx="360363" cy="215900"/>
          </a:xfrm>
          <a:prstGeom prst="rightArrow">
            <a:avLst>
              <a:gd name="adj1" fmla="val 50000"/>
              <a:gd name="adj2" fmla="val 41728"/>
            </a:avLst>
          </a:prstGeom>
          <a:solidFill>
            <a:srgbClr val="CCFF99"/>
          </a:solidFill>
          <a:ln w="9525">
            <a:solidFill>
              <a:schemeClr val="tx1"/>
            </a:solidFill>
            <a:miter lim="800000"/>
            <a:headEnd/>
            <a:tailEnd/>
          </a:ln>
        </p:spPr>
        <p:txBody>
          <a:bodyPr wrap="none" lIns="90187" tIns="45094" rIns="90187" bIns="45094" anchor="ct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endParaRPr lang="zh-CN" altLang="en-US" sz="2000">
              <a:latin typeface="Arial" panose="020B0604020202020204" pitchFamily="34" charset="0"/>
            </a:endParaRPr>
          </a:p>
        </p:txBody>
      </p:sp>
      <p:sp>
        <p:nvSpPr>
          <p:cNvPr id="16" name="矩形 6">
            <a:extLst>
              <a:ext uri="{FF2B5EF4-FFF2-40B4-BE49-F238E27FC236}">
                <a16:creationId xmlns:a16="http://schemas.microsoft.com/office/drawing/2014/main" id="{49D7B97F-2DE3-3543-9031-82AB6CD5D180}"/>
              </a:ext>
            </a:extLst>
          </p:cNvPr>
          <p:cNvSpPr>
            <a:spLocks noChangeArrowheads="1"/>
          </p:cNvSpPr>
          <p:nvPr/>
        </p:nvSpPr>
        <p:spPr bwMode="auto">
          <a:xfrm>
            <a:off x="8904289" y="4151314"/>
            <a:ext cx="504825" cy="4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400" b="1">
                <a:solidFill>
                  <a:srgbClr val="002060"/>
                </a:solidFill>
                <a:latin typeface="Courier New" panose="02070309020205020404" pitchFamily="49" charset="0"/>
                <a:ea typeface="黑体" panose="02010609060101010101" pitchFamily="49" charset="-122"/>
                <a:cs typeface="Courier New" panose="02070309020205020404" pitchFamily="49" charset="0"/>
              </a:rPr>
              <a:t>4</a:t>
            </a:r>
          </a:p>
        </p:txBody>
      </p:sp>
      <p:sp>
        <p:nvSpPr>
          <p:cNvPr id="102476" name="AutoShape 76">
            <a:extLst>
              <a:ext uri="{FF2B5EF4-FFF2-40B4-BE49-F238E27FC236}">
                <a16:creationId xmlns:a16="http://schemas.microsoft.com/office/drawing/2014/main" id="{DE5D63CF-B184-C443-ADF7-FCFEEEC152E4}"/>
              </a:ext>
            </a:extLst>
          </p:cNvPr>
          <p:cNvSpPr>
            <a:spLocks noChangeArrowheads="1"/>
          </p:cNvSpPr>
          <p:nvPr/>
        </p:nvSpPr>
        <p:spPr bwMode="auto">
          <a:xfrm>
            <a:off x="9264651" y="4224338"/>
            <a:ext cx="360363" cy="215900"/>
          </a:xfrm>
          <a:prstGeom prst="rightArrow">
            <a:avLst>
              <a:gd name="adj1" fmla="val 50000"/>
              <a:gd name="adj2" fmla="val 41728"/>
            </a:avLst>
          </a:prstGeom>
          <a:solidFill>
            <a:srgbClr val="CCFF99"/>
          </a:solidFill>
          <a:ln w="9525">
            <a:solidFill>
              <a:schemeClr val="tx1"/>
            </a:solidFill>
            <a:miter lim="800000"/>
            <a:headEnd/>
            <a:tailEnd/>
          </a:ln>
        </p:spPr>
        <p:txBody>
          <a:bodyPr wrap="none" lIns="90187" tIns="45094" rIns="90187" bIns="45094" anchor="ct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endParaRPr lang="zh-CN" altLang="en-US" sz="2000">
              <a:latin typeface="Arial" panose="020B0604020202020204" pitchFamily="34" charset="0"/>
            </a:endParaRPr>
          </a:p>
        </p:txBody>
      </p:sp>
      <p:sp>
        <p:nvSpPr>
          <p:cNvPr id="17" name="矩形 6">
            <a:extLst>
              <a:ext uri="{FF2B5EF4-FFF2-40B4-BE49-F238E27FC236}">
                <a16:creationId xmlns:a16="http://schemas.microsoft.com/office/drawing/2014/main" id="{CA42AB62-F767-714D-8860-067E1B308C23}"/>
              </a:ext>
            </a:extLst>
          </p:cNvPr>
          <p:cNvSpPr>
            <a:spLocks noChangeArrowheads="1"/>
          </p:cNvSpPr>
          <p:nvPr/>
        </p:nvSpPr>
        <p:spPr bwMode="auto">
          <a:xfrm>
            <a:off x="9553576" y="4151314"/>
            <a:ext cx="504825" cy="4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400" b="1">
                <a:solidFill>
                  <a:srgbClr val="002060"/>
                </a:solidFill>
                <a:latin typeface="Courier New" panose="02070309020205020404" pitchFamily="49" charset="0"/>
                <a:ea typeface="黑体" panose="02010609060101010101" pitchFamily="49" charset="-122"/>
                <a:cs typeface="Courier New" panose="02070309020205020404" pitchFamily="49" charset="0"/>
              </a:rPr>
              <a:t>2</a:t>
            </a:r>
          </a:p>
        </p:txBody>
      </p:sp>
      <p:sp>
        <p:nvSpPr>
          <p:cNvPr id="102478" name="AutoShape 78">
            <a:extLst>
              <a:ext uri="{FF2B5EF4-FFF2-40B4-BE49-F238E27FC236}">
                <a16:creationId xmlns:a16="http://schemas.microsoft.com/office/drawing/2014/main" id="{07756BB5-24F9-424C-B7A0-FDC7EC327167}"/>
              </a:ext>
            </a:extLst>
          </p:cNvPr>
          <p:cNvSpPr>
            <a:spLocks noChangeArrowheads="1"/>
          </p:cNvSpPr>
          <p:nvPr/>
        </p:nvSpPr>
        <p:spPr bwMode="auto">
          <a:xfrm>
            <a:off x="9869488" y="4224338"/>
            <a:ext cx="360362" cy="215900"/>
          </a:xfrm>
          <a:prstGeom prst="rightArrow">
            <a:avLst>
              <a:gd name="adj1" fmla="val 50000"/>
              <a:gd name="adj2" fmla="val 41728"/>
            </a:avLst>
          </a:prstGeom>
          <a:solidFill>
            <a:srgbClr val="CCFF99"/>
          </a:solidFill>
          <a:ln w="9525">
            <a:solidFill>
              <a:schemeClr val="tx1"/>
            </a:solidFill>
            <a:miter lim="800000"/>
            <a:headEnd/>
            <a:tailEnd/>
          </a:ln>
        </p:spPr>
        <p:txBody>
          <a:bodyPr wrap="none" lIns="90187" tIns="45094" rIns="90187" bIns="45094" anchor="ct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endParaRPr lang="zh-CN" altLang="en-US" sz="2000">
              <a:latin typeface="Arial" panose="020B0604020202020204" pitchFamily="34" charset="0"/>
            </a:endParaRPr>
          </a:p>
        </p:txBody>
      </p:sp>
      <p:sp>
        <p:nvSpPr>
          <p:cNvPr id="18" name="矩形 6">
            <a:extLst>
              <a:ext uri="{FF2B5EF4-FFF2-40B4-BE49-F238E27FC236}">
                <a16:creationId xmlns:a16="http://schemas.microsoft.com/office/drawing/2014/main" id="{948A0018-472B-D048-B3D9-FF38917E93D4}"/>
              </a:ext>
            </a:extLst>
          </p:cNvPr>
          <p:cNvSpPr>
            <a:spLocks noChangeArrowheads="1"/>
          </p:cNvSpPr>
          <p:nvPr/>
        </p:nvSpPr>
        <p:spPr bwMode="auto">
          <a:xfrm>
            <a:off x="10199689" y="4141789"/>
            <a:ext cx="504825" cy="43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400" b="1">
                <a:solidFill>
                  <a:srgbClr val="002060"/>
                </a:solidFill>
                <a:latin typeface="Courier New" panose="02070309020205020404" pitchFamily="49" charset="0"/>
                <a:ea typeface="黑体" panose="02010609060101010101" pitchFamily="49" charset="-122"/>
                <a:cs typeface="Courier New" panose="02070309020205020404" pitchFamily="49" charset="0"/>
              </a:rPr>
              <a:t>1</a:t>
            </a:r>
          </a:p>
        </p:txBody>
      </p:sp>
      <p:sp>
        <p:nvSpPr>
          <p:cNvPr id="102480" name="AutoShape 80">
            <a:extLst>
              <a:ext uri="{FF2B5EF4-FFF2-40B4-BE49-F238E27FC236}">
                <a16:creationId xmlns:a16="http://schemas.microsoft.com/office/drawing/2014/main" id="{19A647C3-BFEB-D747-AA02-4C1D445F9FA8}"/>
              </a:ext>
            </a:extLst>
          </p:cNvPr>
          <p:cNvSpPr>
            <a:spLocks noChangeArrowheads="1"/>
          </p:cNvSpPr>
          <p:nvPr/>
        </p:nvSpPr>
        <p:spPr bwMode="auto">
          <a:xfrm>
            <a:off x="6742114" y="2225676"/>
            <a:ext cx="288925" cy="360363"/>
          </a:xfrm>
          <a:prstGeom prst="curvedLeftArrow">
            <a:avLst>
              <a:gd name="adj1" fmla="val 24945"/>
              <a:gd name="adj2" fmla="val 49890"/>
              <a:gd name="adj3" fmla="val 33333"/>
            </a:avLst>
          </a:prstGeom>
          <a:solidFill>
            <a:srgbClr val="CCFF99"/>
          </a:solidFill>
          <a:ln w="9525">
            <a:solidFill>
              <a:schemeClr val="tx1"/>
            </a:solidFill>
            <a:miter lim="800000"/>
            <a:headEnd/>
            <a:tailEnd/>
          </a:ln>
        </p:spPr>
        <p:txBody>
          <a:bodyPr wrap="none" lIns="90187" tIns="45094" rIns="90187" bIns="45094" anchor="ct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endParaRPr lang="zh-CN" altLang="en-US" sz="2000">
              <a:latin typeface="Arial" panose="020B0604020202020204" pitchFamily="34" charset="0"/>
            </a:endParaRPr>
          </a:p>
        </p:txBody>
      </p:sp>
      <p:sp>
        <p:nvSpPr>
          <p:cNvPr id="102481" name="AutoShape 81">
            <a:extLst>
              <a:ext uri="{FF2B5EF4-FFF2-40B4-BE49-F238E27FC236}">
                <a16:creationId xmlns:a16="http://schemas.microsoft.com/office/drawing/2014/main" id="{E5BCA9E0-4C39-DC48-8E5B-3AD785378AD0}"/>
              </a:ext>
            </a:extLst>
          </p:cNvPr>
          <p:cNvSpPr>
            <a:spLocks noChangeArrowheads="1"/>
          </p:cNvSpPr>
          <p:nvPr/>
        </p:nvSpPr>
        <p:spPr bwMode="auto">
          <a:xfrm>
            <a:off x="5518151" y="2801938"/>
            <a:ext cx="288925" cy="360362"/>
          </a:xfrm>
          <a:prstGeom prst="curvedLeftArrow">
            <a:avLst>
              <a:gd name="adj1" fmla="val 24945"/>
              <a:gd name="adj2" fmla="val 49890"/>
              <a:gd name="adj3" fmla="val 33333"/>
            </a:avLst>
          </a:prstGeom>
          <a:solidFill>
            <a:srgbClr val="CCFF99"/>
          </a:solidFill>
          <a:ln w="9525">
            <a:solidFill>
              <a:schemeClr val="tx1"/>
            </a:solidFill>
            <a:miter lim="800000"/>
            <a:headEnd/>
            <a:tailEnd/>
          </a:ln>
        </p:spPr>
        <p:txBody>
          <a:bodyPr wrap="none" lIns="90187" tIns="45094" rIns="90187" bIns="45094" anchor="ct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endParaRPr lang="zh-CN" altLang="en-US" sz="2000">
              <a:latin typeface="Arial" panose="020B0604020202020204" pitchFamily="34" charset="0"/>
            </a:endParaRPr>
          </a:p>
        </p:txBody>
      </p:sp>
      <p:sp>
        <p:nvSpPr>
          <p:cNvPr id="102482" name="AutoShape 82">
            <a:extLst>
              <a:ext uri="{FF2B5EF4-FFF2-40B4-BE49-F238E27FC236}">
                <a16:creationId xmlns:a16="http://schemas.microsoft.com/office/drawing/2014/main" id="{8428641D-6242-5247-B566-E67B5D684BD2}"/>
              </a:ext>
            </a:extLst>
          </p:cNvPr>
          <p:cNvSpPr>
            <a:spLocks noChangeArrowheads="1"/>
          </p:cNvSpPr>
          <p:nvPr/>
        </p:nvSpPr>
        <p:spPr bwMode="auto">
          <a:xfrm>
            <a:off x="4799014" y="3378201"/>
            <a:ext cx="288925" cy="360363"/>
          </a:xfrm>
          <a:prstGeom prst="curvedLeftArrow">
            <a:avLst>
              <a:gd name="adj1" fmla="val 24945"/>
              <a:gd name="adj2" fmla="val 49890"/>
              <a:gd name="adj3" fmla="val 33333"/>
            </a:avLst>
          </a:prstGeom>
          <a:solidFill>
            <a:srgbClr val="CCFF99"/>
          </a:solidFill>
          <a:ln w="9525">
            <a:solidFill>
              <a:schemeClr val="tx1"/>
            </a:solidFill>
            <a:miter lim="800000"/>
            <a:headEnd/>
            <a:tailEnd/>
          </a:ln>
        </p:spPr>
        <p:txBody>
          <a:bodyPr wrap="none" lIns="90187" tIns="45094" rIns="90187" bIns="45094" anchor="ct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endParaRPr lang="zh-CN" altLang="en-US" sz="2000">
              <a:latin typeface="Arial" panose="020B0604020202020204" pitchFamily="34" charset="0"/>
            </a:endParaRPr>
          </a:p>
        </p:txBody>
      </p:sp>
      <p:sp>
        <p:nvSpPr>
          <p:cNvPr id="19" name="矩形 6">
            <a:extLst>
              <a:ext uri="{FF2B5EF4-FFF2-40B4-BE49-F238E27FC236}">
                <a16:creationId xmlns:a16="http://schemas.microsoft.com/office/drawing/2014/main" id="{58DE69FA-E37E-7E4F-BF65-B163909B873F}"/>
              </a:ext>
            </a:extLst>
          </p:cNvPr>
          <p:cNvSpPr>
            <a:spLocks noChangeArrowheads="1"/>
          </p:cNvSpPr>
          <p:nvPr/>
        </p:nvSpPr>
        <p:spPr bwMode="auto">
          <a:xfrm>
            <a:off x="1271338" y="5329239"/>
            <a:ext cx="9793214"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zh-CN" altLang="en-US" sz="2800">
                <a:solidFill>
                  <a:srgbClr val="002060"/>
                </a:solidFill>
                <a:latin typeface="Arial" panose="020B0604020202020204" pitchFamily="34" charset="0"/>
                <a:ea typeface="黑体" panose="02010609060101010101" pitchFamily="49" charset="-122"/>
                <a:cs typeface="Arial" panose="020B0604020202020204" pitchFamily="34" charset="0"/>
              </a:rPr>
              <a:t>最多所需的比较次数是第一个大于数组元素个数的</a:t>
            </a:r>
            <a:r>
              <a:rPr lang="en-US" altLang="zh-CN" sz="2800">
                <a:solidFill>
                  <a:srgbClr val="002060"/>
                </a:solidFill>
                <a:latin typeface="Arial" panose="020B0604020202020204" pitchFamily="34" charset="0"/>
                <a:ea typeface="黑体" panose="02010609060101010101" pitchFamily="49" charset="-122"/>
                <a:cs typeface="Arial" panose="020B0604020202020204" pitchFamily="34" charset="0"/>
              </a:rPr>
              <a:t>2</a:t>
            </a:r>
            <a:r>
              <a:rPr lang="zh-CN" altLang="en-US" sz="2800">
                <a:solidFill>
                  <a:srgbClr val="002060"/>
                </a:solidFill>
                <a:latin typeface="Arial" panose="020B0604020202020204" pitchFamily="34" charset="0"/>
                <a:ea typeface="黑体" panose="02010609060101010101" pitchFamily="49" charset="-122"/>
                <a:cs typeface="Arial" panose="020B0604020202020204" pitchFamily="34" charset="0"/>
              </a:rPr>
              <a:t>的幂次数。</a:t>
            </a:r>
          </a:p>
        </p:txBody>
      </p:sp>
      <p:sp>
        <p:nvSpPr>
          <p:cNvPr id="40" name="Rectangle 2">
            <a:extLst>
              <a:ext uri="{FF2B5EF4-FFF2-40B4-BE49-F238E27FC236}">
                <a16:creationId xmlns:a16="http://schemas.microsoft.com/office/drawing/2014/main" id="{4F6A5D86-BE78-3348-9752-0EDFB113AD07}"/>
              </a:ext>
            </a:extLst>
          </p:cNvPr>
          <p:cNvSpPr txBox="1">
            <a:spLocks noChangeArrowheads="1"/>
          </p:cNvSpPr>
          <p:nvPr/>
        </p:nvSpPr>
        <p:spPr bwMode="auto">
          <a:xfrm>
            <a:off x="535371" y="-5555"/>
            <a:ext cx="8915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eaLnBrk="0" fontAlgn="base" hangingPunct="0">
              <a:spcBef>
                <a:spcPct val="0"/>
              </a:spcBef>
              <a:spcAft>
                <a:spcPct val="0"/>
              </a:spcAft>
              <a:defRPr sz="3600" b="1" kern="1200">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9pPr>
          </a:lstStyle>
          <a:p>
            <a:pPr algn="l" defTabSz="914400"/>
            <a:r>
              <a:rPr lang="en-US" altLang="zh-CN" dirty="0"/>
              <a:t>11.4.2</a:t>
            </a:r>
            <a:r>
              <a:rPr lang="zh-CN" altLang="en-US" dirty="0"/>
              <a:t> 折半查找</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102486"/>
                                        </p:tgtEl>
                                        <p:attrNameLst>
                                          <p:attrName>style.visibility</p:attrName>
                                        </p:attrNameLst>
                                      </p:cBhvr>
                                      <p:to>
                                        <p:strVal val="visible"/>
                                      </p:to>
                                    </p:set>
                                    <p:anim calcmode="lin" valueType="num">
                                      <p:cBhvr>
                                        <p:cTn id="7" dur="500" fill="hold"/>
                                        <p:tgtEl>
                                          <p:spTgt spid="102486"/>
                                        </p:tgtEl>
                                        <p:attrNameLst>
                                          <p:attrName>ppt_w</p:attrName>
                                        </p:attrNameLst>
                                      </p:cBhvr>
                                      <p:tavLst>
                                        <p:tav tm="0">
                                          <p:val>
                                            <p:fltVal val="0"/>
                                          </p:val>
                                        </p:tav>
                                        <p:tav tm="100000">
                                          <p:val>
                                            <p:strVal val="#ppt_w"/>
                                          </p:val>
                                        </p:tav>
                                      </p:tavLst>
                                    </p:anim>
                                    <p:anim calcmode="lin" valueType="num">
                                      <p:cBhvr>
                                        <p:cTn id="8" dur="500" fill="hold"/>
                                        <p:tgtEl>
                                          <p:spTgt spid="102486"/>
                                        </p:tgtEl>
                                        <p:attrNameLst>
                                          <p:attrName>ppt_h</p:attrName>
                                        </p:attrNameLst>
                                      </p:cBhvr>
                                      <p:tavLst>
                                        <p:tav tm="0">
                                          <p:val>
                                            <p:strVal val="#ppt_h"/>
                                          </p:val>
                                        </p:tav>
                                        <p:tav tm="100000">
                                          <p:val>
                                            <p:strVal val="#ppt_h"/>
                                          </p:val>
                                        </p:tav>
                                      </p:tavLst>
                                    </p:anim>
                                  </p:childTnLst>
                                </p:cTn>
                              </p:par>
                              <p:par>
                                <p:cTn id="9" presetID="17" presetClass="entr" presetSubtype="1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
                                          </p:val>
                                        </p:tav>
                                        <p:tav tm="100000">
                                          <p:val>
                                            <p:strVal val="#ppt_w"/>
                                          </p:val>
                                        </p:tav>
                                      </p:tavLst>
                                    </p:anim>
                                    <p:anim calcmode="lin" valueType="num">
                                      <p:cBhvr>
                                        <p:cTn id="12"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02480"/>
                                        </p:tgtEl>
                                        <p:attrNameLst>
                                          <p:attrName>style.visibility</p:attrName>
                                        </p:attrNameLst>
                                      </p:cBhvr>
                                      <p:to>
                                        <p:strVal val="visible"/>
                                      </p:to>
                                    </p:set>
                                    <p:animEffect transition="in" filter="wipe(up)">
                                      <p:cBhvr>
                                        <p:cTn id="17" dur="500"/>
                                        <p:tgtEl>
                                          <p:spTgt spid="102480"/>
                                        </p:tgtEl>
                                      </p:cBhvr>
                                    </p:animEffect>
                                  </p:childTnLst>
                                </p:cTn>
                              </p:par>
                            </p:childTnLst>
                          </p:cTn>
                        </p:par>
                        <p:par>
                          <p:cTn id="18" fill="hold" nodeType="afterGroup">
                            <p:stCondLst>
                              <p:cond delay="500"/>
                            </p:stCondLst>
                            <p:childTnLst>
                              <p:par>
                                <p:cTn id="19" presetID="17" presetClass="entr" presetSubtype="10" fill="hold" nodeType="afterEffect">
                                  <p:stCondLst>
                                    <p:cond delay="0"/>
                                  </p:stCondLst>
                                  <p:childTnLst>
                                    <p:set>
                                      <p:cBhvr>
                                        <p:cTn id="20" dur="1" fill="hold">
                                          <p:stCondLst>
                                            <p:cond delay="0"/>
                                          </p:stCondLst>
                                        </p:cTn>
                                        <p:tgtEl>
                                          <p:spTgt spid="102487"/>
                                        </p:tgtEl>
                                        <p:attrNameLst>
                                          <p:attrName>style.visibility</p:attrName>
                                        </p:attrNameLst>
                                      </p:cBhvr>
                                      <p:to>
                                        <p:strVal val="visible"/>
                                      </p:to>
                                    </p:set>
                                    <p:anim calcmode="lin" valueType="num">
                                      <p:cBhvr>
                                        <p:cTn id="21" dur="500" fill="hold"/>
                                        <p:tgtEl>
                                          <p:spTgt spid="102487"/>
                                        </p:tgtEl>
                                        <p:attrNameLst>
                                          <p:attrName>ppt_w</p:attrName>
                                        </p:attrNameLst>
                                      </p:cBhvr>
                                      <p:tavLst>
                                        <p:tav tm="0">
                                          <p:val>
                                            <p:fltVal val="0"/>
                                          </p:val>
                                        </p:tav>
                                        <p:tav tm="100000">
                                          <p:val>
                                            <p:strVal val="#ppt_w"/>
                                          </p:val>
                                        </p:tav>
                                      </p:tavLst>
                                    </p:anim>
                                    <p:anim calcmode="lin" valueType="num">
                                      <p:cBhvr>
                                        <p:cTn id="22" dur="500" fill="hold"/>
                                        <p:tgtEl>
                                          <p:spTgt spid="102487"/>
                                        </p:tgtEl>
                                        <p:attrNameLst>
                                          <p:attrName>ppt_h</p:attrName>
                                        </p:attrNameLst>
                                      </p:cBhvr>
                                      <p:tavLst>
                                        <p:tav tm="0">
                                          <p:val>
                                            <p:strVal val="#ppt_h"/>
                                          </p:val>
                                        </p:tav>
                                        <p:tav tm="100000">
                                          <p:val>
                                            <p:strVal val="#ppt_h"/>
                                          </p:val>
                                        </p:tav>
                                      </p:tavLst>
                                    </p:anim>
                                  </p:childTnLst>
                                </p:cTn>
                              </p:par>
                              <p:par>
                                <p:cTn id="23" presetID="17" presetClass="entr" presetSubtype="1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500" fill="hold"/>
                                        <p:tgtEl>
                                          <p:spTgt spid="3"/>
                                        </p:tgtEl>
                                        <p:attrNameLst>
                                          <p:attrName>ppt_w</p:attrName>
                                        </p:attrNameLst>
                                      </p:cBhvr>
                                      <p:tavLst>
                                        <p:tav tm="0">
                                          <p:val>
                                            <p:fltVal val="0"/>
                                          </p:val>
                                        </p:tav>
                                        <p:tav tm="100000">
                                          <p:val>
                                            <p:strVal val="#ppt_w"/>
                                          </p:val>
                                        </p:tav>
                                      </p:tavLst>
                                    </p:anim>
                                    <p:anim calcmode="lin" valueType="num">
                                      <p:cBhvr>
                                        <p:cTn id="26" dur="5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02481"/>
                                        </p:tgtEl>
                                        <p:attrNameLst>
                                          <p:attrName>style.visibility</p:attrName>
                                        </p:attrNameLst>
                                      </p:cBhvr>
                                      <p:to>
                                        <p:strVal val="visible"/>
                                      </p:to>
                                    </p:set>
                                    <p:animEffect transition="in" filter="wipe(up)">
                                      <p:cBhvr>
                                        <p:cTn id="31" dur="500"/>
                                        <p:tgtEl>
                                          <p:spTgt spid="102481"/>
                                        </p:tgtEl>
                                      </p:cBhvr>
                                    </p:animEffect>
                                  </p:childTnLst>
                                </p:cTn>
                              </p:par>
                            </p:childTnLst>
                          </p:cTn>
                        </p:par>
                        <p:par>
                          <p:cTn id="32" fill="hold" nodeType="afterGroup">
                            <p:stCondLst>
                              <p:cond delay="500"/>
                            </p:stCondLst>
                            <p:childTnLst>
                              <p:par>
                                <p:cTn id="33" presetID="17" presetClass="entr" presetSubtype="10" fill="hold" nodeType="afterEffect">
                                  <p:stCondLst>
                                    <p:cond delay="0"/>
                                  </p:stCondLst>
                                  <p:childTnLst>
                                    <p:set>
                                      <p:cBhvr>
                                        <p:cTn id="34" dur="1" fill="hold">
                                          <p:stCondLst>
                                            <p:cond delay="0"/>
                                          </p:stCondLst>
                                        </p:cTn>
                                        <p:tgtEl>
                                          <p:spTgt spid="102488"/>
                                        </p:tgtEl>
                                        <p:attrNameLst>
                                          <p:attrName>style.visibility</p:attrName>
                                        </p:attrNameLst>
                                      </p:cBhvr>
                                      <p:to>
                                        <p:strVal val="visible"/>
                                      </p:to>
                                    </p:set>
                                    <p:anim calcmode="lin" valueType="num">
                                      <p:cBhvr>
                                        <p:cTn id="35" dur="500" fill="hold"/>
                                        <p:tgtEl>
                                          <p:spTgt spid="102488"/>
                                        </p:tgtEl>
                                        <p:attrNameLst>
                                          <p:attrName>ppt_w</p:attrName>
                                        </p:attrNameLst>
                                      </p:cBhvr>
                                      <p:tavLst>
                                        <p:tav tm="0">
                                          <p:val>
                                            <p:fltVal val="0"/>
                                          </p:val>
                                        </p:tav>
                                        <p:tav tm="100000">
                                          <p:val>
                                            <p:strVal val="#ppt_w"/>
                                          </p:val>
                                        </p:tav>
                                      </p:tavLst>
                                    </p:anim>
                                    <p:anim calcmode="lin" valueType="num">
                                      <p:cBhvr>
                                        <p:cTn id="36" dur="500" fill="hold"/>
                                        <p:tgtEl>
                                          <p:spTgt spid="102488"/>
                                        </p:tgtEl>
                                        <p:attrNameLst>
                                          <p:attrName>ppt_h</p:attrName>
                                        </p:attrNameLst>
                                      </p:cBhvr>
                                      <p:tavLst>
                                        <p:tav tm="0">
                                          <p:val>
                                            <p:strVal val="#ppt_h"/>
                                          </p:val>
                                        </p:tav>
                                        <p:tav tm="100000">
                                          <p:val>
                                            <p:strVal val="#ppt_h"/>
                                          </p:val>
                                        </p:tav>
                                      </p:tavLst>
                                    </p:anim>
                                  </p:childTnLst>
                                </p:cTn>
                              </p:par>
                              <p:par>
                                <p:cTn id="37" presetID="17" presetClass="entr" presetSubtype="10" fill="hold" grpId="0" nodeType="with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p:cTn id="39" dur="500" fill="hold"/>
                                        <p:tgtEl>
                                          <p:spTgt spid="4"/>
                                        </p:tgtEl>
                                        <p:attrNameLst>
                                          <p:attrName>ppt_w</p:attrName>
                                        </p:attrNameLst>
                                      </p:cBhvr>
                                      <p:tavLst>
                                        <p:tav tm="0">
                                          <p:val>
                                            <p:fltVal val="0"/>
                                          </p:val>
                                        </p:tav>
                                        <p:tav tm="100000">
                                          <p:val>
                                            <p:strVal val="#ppt_w"/>
                                          </p:val>
                                        </p:tav>
                                      </p:tavLst>
                                    </p:anim>
                                    <p:anim calcmode="lin" valueType="num">
                                      <p:cBhvr>
                                        <p:cTn id="40" dur="5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102482"/>
                                        </p:tgtEl>
                                        <p:attrNameLst>
                                          <p:attrName>style.visibility</p:attrName>
                                        </p:attrNameLst>
                                      </p:cBhvr>
                                      <p:to>
                                        <p:strVal val="visible"/>
                                      </p:to>
                                    </p:set>
                                    <p:animEffect transition="in" filter="wipe(up)">
                                      <p:cBhvr>
                                        <p:cTn id="45" dur="500"/>
                                        <p:tgtEl>
                                          <p:spTgt spid="102482"/>
                                        </p:tgtEl>
                                      </p:cBhvr>
                                    </p:animEffect>
                                  </p:childTnLst>
                                </p:cTn>
                              </p:par>
                            </p:childTnLst>
                          </p:cTn>
                        </p:par>
                        <p:par>
                          <p:cTn id="46" fill="hold" nodeType="afterGroup">
                            <p:stCondLst>
                              <p:cond delay="500"/>
                            </p:stCondLst>
                            <p:childTnLst>
                              <p:par>
                                <p:cTn id="47" presetID="17" presetClass="entr" presetSubtype="10" fill="hold" nodeType="afterEffect">
                                  <p:stCondLst>
                                    <p:cond delay="0"/>
                                  </p:stCondLst>
                                  <p:childTnLst>
                                    <p:set>
                                      <p:cBhvr>
                                        <p:cTn id="48" dur="1" fill="hold">
                                          <p:stCondLst>
                                            <p:cond delay="0"/>
                                          </p:stCondLst>
                                        </p:cTn>
                                        <p:tgtEl>
                                          <p:spTgt spid="102452"/>
                                        </p:tgtEl>
                                        <p:attrNameLst>
                                          <p:attrName>style.visibility</p:attrName>
                                        </p:attrNameLst>
                                      </p:cBhvr>
                                      <p:to>
                                        <p:strVal val="visible"/>
                                      </p:to>
                                    </p:set>
                                    <p:anim calcmode="lin" valueType="num">
                                      <p:cBhvr>
                                        <p:cTn id="49" dur="500" fill="hold"/>
                                        <p:tgtEl>
                                          <p:spTgt spid="102452"/>
                                        </p:tgtEl>
                                        <p:attrNameLst>
                                          <p:attrName>ppt_w</p:attrName>
                                        </p:attrNameLst>
                                      </p:cBhvr>
                                      <p:tavLst>
                                        <p:tav tm="0">
                                          <p:val>
                                            <p:fltVal val="0"/>
                                          </p:val>
                                        </p:tav>
                                        <p:tav tm="100000">
                                          <p:val>
                                            <p:strVal val="#ppt_w"/>
                                          </p:val>
                                        </p:tav>
                                      </p:tavLst>
                                    </p:anim>
                                    <p:anim calcmode="lin" valueType="num">
                                      <p:cBhvr>
                                        <p:cTn id="50" dur="500" fill="hold"/>
                                        <p:tgtEl>
                                          <p:spTgt spid="102452"/>
                                        </p:tgtEl>
                                        <p:attrNameLst>
                                          <p:attrName>ppt_h</p:attrName>
                                        </p:attrNameLst>
                                      </p:cBhvr>
                                      <p:tavLst>
                                        <p:tav tm="0">
                                          <p:val>
                                            <p:strVal val="#ppt_h"/>
                                          </p:val>
                                        </p:tav>
                                        <p:tav tm="100000">
                                          <p:val>
                                            <p:strVal val="#ppt_h"/>
                                          </p:val>
                                        </p:tav>
                                      </p:tavLst>
                                    </p:anim>
                                  </p:childTnLst>
                                </p:cTn>
                              </p:par>
                              <p:par>
                                <p:cTn id="51" presetID="17" presetClass="entr" presetSubtype="10" fill="hold" grpId="0" nodeType="withEffect">
                                  <p:stCondLst>
                                    <p:cond delay="0"/>
                                  </p:stCondLst>
                                  <p:childTnLst>
                                    <p:set>
                                      <p:cBhvr>
                                        <p:cTn id="52" dur="1" fill="hold">
                                          <p:stCondLst>
                                            <p:cond delay="0"/>
                                          </p:stCondLst>
                                        </p:cTn>
                                        <p:tgtEl>
                                          <p:spTgt spid="5"/>
                                        </p:tgtEl>
                                        <p:attrNameLst>
                                          <p:attrName>style.visibility</p:attrName>
                                        </p:attrNameLst>
                                      </p:cBhvr>
                                      <p:to>
                                        <p:strVal val="visible"/>
                                      </p:to>
                                    </p:set>
                                    <p:anim calcmode="lin" valueType="num">
                                      <p:cBhvr>
                                        <p:cTn id="53" dur="500" fill="hold"/>
                                        <p:tgtEl>
                                          <p:spTgt spid="5"/>
                                        </p:tgtEl>
                                        <p:attrNameLst>
                                          <p:attrName>ppt_w</p:attrName>
                                        </p:attrNameLst>
                                      </p:cBhvr>
                                      <p:tavLst>
                                        <p:tav tm="0">
                                          <p:val>
                                            <p:fltVal val="0"/>
                                          </p:val>
                                        </p:tav>
                                        <p:tav tm="100000">
                                          <p:val>
                                            <p:strVal val="#ppt_w"/>
                                          </p:val>
                                        </p:tav>
                                      </p:tavLst>
                                    </p:anim>
                                    <p:anim calcmode="lin" valueType="num">
                                      <p:cBhvr>
                                        <p:cTn id="54" dur="5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4" presetClass="entr" presetSubtype="16" fill="hold" grpId="0" nodeType="clickEffect">
                                  <p:stCondLst>
                                    <p:cond delay="0"/>
                                  </p:stCondLst>
                                  <p:childTnLst>
                                    <p:set>
                                      <p:cBhvr>
                                        <p:cTn id="58" dur="1" fill="hold">
                                          <p:stCondLst>
                                            <p:cond delay="0"/>
                                          </p:stCondLst>
                                        </p:cTn>
                                        <p:tgtEl>
                                          <p:spTgt spid="7"/>
                                        </p:tgtEl>
                                        <p:attrNameLst>
                                          <p:attrName>style.visibility</p:attrName>
                                        </p:attrNameLst>
                                      </p:cBhvr>
                                      <p:to>
                                        <p:strVal val="visible"/>
                                      </p:to>
                                    </p:set>
                                    <p:animEffect transition="in" filter="box(in)">
                                      <p:cBhvr>
                                        <p:cTn id="59" dur="500"/>
                                        <p:tgtEl>
                                          <p:spTgt spid="7"/>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4" presetClass="entr" presetSubtype="16" fill="hold" grpId="0" nodeType="clickEffect">
                                  <p:stCondLst>
                                    <p:cond delay="0"/>
                                  </p:stCondLst>
                                  <p:childTnLst>
                                    <p:set>
                                      <p:cBhvr>
                                        <p:cTn id="63" dur="1" fill="hold">
                                          <p:stCondLst>
                                            <p:cond delay="0"/>
                                          </p:stCondLst>
                                        </p:cTn>
                                        <p:tgtEl>
                                          <p:spTgt spid="6"/>
                                        </p:tgtEl>
                                        <p:attrNameLst>
                                          <p:attrName>style.visibility</p:attrName>
                                        </p:attrNameLst>
                                      </p:cBhvr>
                                      <p:to>
                                        <p:strVal val="visible"/>
                                      </p:to>
                                    </p:set>
                                    <p:animEffect transition="in" filter="box(in)">
                                      <p:cBhvr>
                                        <p:cTn id="64" dur="500"/>
                                        <p:tgtEl>
                                          <p:spTgt spid="6"/>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102467"/>
                                        </p:tgtEl>
                                        <p:attrNameLst>
                                          <p:attrName>style.visibility</p:attrName>
                                        </p:attrNameLst>
                                      </p:cBhvr>
                                      <p:to>
                                        <p:strVal val="visible"/>
                                      </p:to>
                                    </p:set>
                                    <p:animEffect transition="in" filter="wipe(left)">
                                      <p:cBhvr>
                                        <p:cTn id="69" dur="500"/>
                                        <p:tgtEl>
                                          <p:spTgt spid="102467"/>
                                        </p:tgtEl>
                                      </p:cBhvr>
                                    </p:animEffect>
                                  </p:childTnLst>
                                </p:cTn>
                              </p:par>
                            </p:childTnLst>
                          </p:cTn>
                        </p:par>
                        <p:par>
                          <p:cTn id="70" fill="hold" nodeType="afterGroup">
                            <p:stCondLst>
                              <p:cond delay="500"/>
                            </p:stCondLst>
                            <p:childTnLst>
                              <p:par>
                                <p:cTn id="71" presetID="4" presetClass="entr" presetSubtype="16" fill="hold" grpId="0" nodeType="afterEffect">
                                  <p:stCondLst>
                                    <p:cond delay="0"/>
                                  </p:stCondLst>
                                  <p:childTnLst>
                                    <p:set>
                                      <p:cBhvr>
                                        <p:cTn id="72" dur="1" fill="hold">
                                          <p:stCondLst>
                                            <p:cond delay="0"/>
                                          </p:stCondLst>
                                        </p:cTn>
                                        <p:tgtEl>
                                          <p:spTgt spid="9"/>
                                        </p:tgtEl>
                                        <p:attrNameLst>
                                          <p:attrName>style.visibility</p:attrName>
                                        </p:attrNameLst>
                                      </p:cBhvr>
                                      <p:to>
                                        <p:strVal val="visible"/>
                                      </p:to>
                                    </p:set>
                                    <p:animEffect transition="in" filter="box(in)">
                                      <p:cBhvr>
                                        <p:cTn id="73" dur="500"/>
                                        <p:tgtEl>
                                          <p:spTgt spid="9"/>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102468"/>
                                        </p:tgtEl>
                                        <p:attrNameLst>
                                          <p:attrName>style.visibility</p:attrName>
                                        </p:attrNameLst>
                                      </p:cBhvr>
                                      <p:to>
                                        <p:strVal val="visible"/>
                                      </p:to>
                                    </p:set>
                                    <p:animEffect transition="in" filter="wipe(left)">
                                      <p:cBhvr>
                                        <p:cTn id="78" dur="500"/>
                                        <p:tgtEl>
                                          <p:spTgt spid="102468"/>
                                        </p:tgtEl>
                                      </p:cBhvr>
                                    </p:animEffect>
                                  </p:childTnLst>
                                </p:cTn>
                              </p:par>
                            </p:childTnLst>
                          </p:cTn>
                        </p:par>
                        <p:par>
                          <p:cTn id="79" fill="hold" nodeType="afterGroup">
                            <p:stCondLst>
                              <p:cond delay="500"/>
                            </p:stCondLst>
                            <p:childTnLst>
                              <p:par>
                                <p:cTn id="80" presetID="4" presetClass="entr" presetSubtype="16" fill="hold" grpId="0" nodeType="afterEffect">
                                  <p:stCondLst>
                                    <p:cond delay="0"/>
                                  </p:stCondLst>
                                  <p:childTnLst>
                                    <p:set>
                                      <p:cBhvr>
                                        <p:cTn id="81" dur="1" fill="hold">
                                          <p:stCondLst>
                                            <p:cond delay="0"/>
                                          </p:stCondLst>
                                        </p:cTn>
                                        <p:tgtEl>
                                          <p:spTgt spid="10"/>
                                        </p:tgtEl>
                                        <p:attrNameLst>
                                          <p:attrName>style.visibility</p:attrName>
                                        </p:attrNameLst>
                                      </p:cBhvr>
                                      <p:to>
                                        <p:strVal val="visible"/>
                                      </p:to>
                                    </p:set>
                                    <p:animEffect transition="in" filter="box(in)">
                                      <p:cBhvr>
                                        <p:cTn id="82" dur="500"/>
                                        <p:tgtEl>
                                          <p:spTgt spid="10"/>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02469"/>
                                        </p:tgtEl>
                                        <p:attrNameLst>
                                          <p:attrName>style.visibility</p:attrName>
                                        </p:attrNameLst>
                                      </p:cBhvr>
                                      <p:to>
                                        <p:strVal val="visible"/>
                                      </p:to>
                                    </p:set>
                                    <p:animEffect transition="in" filter="wipe(left)">
                                      <p:cBhvr>
                                        <p:cTn id="87" dur="500"/>
                                        <p:tgtEl>
                                          <p:spTgt spid="102469"/>
                                        </p:tgtEl>
                                      </p:cBhvr>
                                    </p:animEffect>
                                  </p:childTnLst>
                                </p:cTn>
                              </p:par>
                            </p:childTnLst>
                          </p:cTn>
                        </p:par>
                        <p:par>
                          <p:cTn id="88" fill="hold" nodeType="afterGroup">
                            <p:stCondLst>
                              <p:cond delay="500"/>
                            </p:stCondLst>
                            <p:childTnLst>
                              <p:par>
                                <p:cTn id="89" presetID="4" presetClass="entr" presetSubtype="16" fill="hold" grpId="0" nodeType="afterEffect">
                                  <p:stCondLst>
                                    <p:cond delay="0"/>
                                  </p:stCondLst>
                                  <p:childTnLst>
                                    <p:set>
                                      <p:cBhvr>
                                        <p:cTn id="90" dur="1" fill="hold">
                                          <p:stCondLst>
                                            <p:cond delay="0"/>
                                          </p:stCondLst>
                                        </p:cTn>
                                        <p:tgtEl>
                                          <p:spTgt spid="11"/>
                                        </p:tgtEl>
                                        <p:attrNameLst>
                                          <p:attrName>style.visibility</p:attrName>
                                        </p:attrNameLst>
                                      </p:cBhvr>
                                      <p:to>
                                        <p:strVal val="visible"/>
                                      </p:to>
                                    </p:set>
                                    <p:animEffect transition="in" filter="box(in)">
                                      <p:cBhvr>
                                        <p:cTn id="91" dur="500"/>
                                        <p:tgtEl>
                                          <p:spTgt spid="11"/>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102470"/>
                                        </p:tgtEl>
                                        <p:attrNameLst>
                                          <p:attrName>style.visibility</p:attrName>
                                        </p:attrNameLst>
                                      </p:cBhvr>
                                      <p:to>
                                        <p:strVal val="visible"/>
                                      </p:to>
                                    </p:set>
                                    <p:animEffect transition="in" filter="wipe(left)">
                                      <p:cBhvr>
                                        <p:cTn id="96" dur="500"/>
                                        <p:tgtEl>
                                          <p:spTgt spid="102470"/>
                                        </p:tgtEl>
                                      </p:cBhvr>
                                    </p:animEffect>
                                  </p:childTnLst>
                                </p:cTn>
                              </p:par>
                            </p:childTnLst>
                          </p:cTn>
                        </p:par>
                        <p:par>
                          <p:cTn id="97" fill="hold" nodeType="afterGroup">
                            <p:stCondLst>
                              <p:cond delay="500"/>
                            </p:stCondLst>
                            <p:childTnLst>
                              <p:par>
                                <p:cTn id="98" presetID="4" presetClass="entr" presetSubtype="16" fill="hold" grpId="0" nodeType="afterEffect">
                                  <p:stCondLst>
                                    <p:cond delay="0"/>
                                  </p:stCondLst>
                                  <p:childTnLst>
                                    <p:set>
                                      <p:cBhvr>
                                        <p:cTn id="99" dur="1" fill="hold">
                                          <p:stCondLst>
                                            <p:cond delay="0"/>
                                          </p:stCondLst>
                                        </p:cTn>
                                        <p:tgtEl>
                                          <p:spTgt spid="12"/>
                                        </p:tgtEl>
                                        <p:attrNameLst>
                                          <p:attrName>style.visibility</p:attrName>
                                        </p:attrNameLst>
                                      </p:cBhvr>
                                      <p:to>
                                        <p:strVal val="visible"/>
                                      </p:to>
                                    </p:set>
                                    <p:animEffect transition="in" filter="box(in)">
                                      <p:cBhvr>
                                        <p:cTn id="100" dur="500"/>
                                        <p:tgtEl>
                                          <p:spTgt spid="12"/>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8" fill="hold" grpId="0" nodeType="clickEffect">
                                  <p:stCondLst>
                                    <p:cond delay="0"/>
                                  </p:stCondLst>
                                  <p:childTnLst>
                                    <p:set>
                                      <p:cBhvr>
                                        <p:cTn id="104" dur="1" fill="hold">
                                          <p:stCondLst>
                                            <p:cond delay="0"/>
                                          </p:stCondLst>
                                        </p:cTn>
                                        <p:tgtEl>
                                          <p:spTgt spid="102471"/>
                                        </p:tgtEl>
                                        <p:attrNameLst>
                                          <p:attrName>style.visibility</p:attrName>
                                        </p:attrNameLst>
                                      </p:cBhvr>
                                      <p:to>
                                        <p:strVal val="visible"/>
                                      </p:to>
                                    </p:set>
                                    <p:animEffect transition="in" filter="wipe(left)">
                                      <p:cBhvr>
                                        <p:cTn id="105" dur="500"/>
                                        <p:tgtEl>
                                          <p:spTgt spid="102471"/>
                                        </p:tgtEl>
                                      </p:cBhvr>
                                    </p:animEffect>
                                  </p:childTnLst>
                                </p:cTn>
                              </p:par>
                            </p:childTnLst>
                          </p:cTn>
                        </p:par>
                        <p:par>
                          <p:cTn id="106" fill="hold" nodeType="afterGroup">
                            <p:stCondLst>
                              <p:cond delay="500"/>
                            </p:stCondLst>
                            <p:childTnLst>
                              <p:par>
                                <p:cTn id="107" presetID="4" presetClass="entr" presetSubtype="16" fill="hold" grpId="0" nodeType="afterEffect">
                                  <p:stCondLst>
                                    <p:cond delay="0"/>
                                  </p:stCondLst>
                                  <p:childTnLst>
                                    <p:set>
                                      <p:cBhvr>
                                        <p:cTn id="108" dur="1" fill="hold">
                                          <p:stCondLst>
                                            <p:cond delay="0"/>
                                          </p:stCondLst>
                                        </p:cTn>
                                        <p:tgtEl>
                                          <p:spTgt spid="13"/>
                                        </p:tgtEl>
                                        <p:attrNameLst>
                                          <p:attrName>style.visibility</p:attrName>
                                        </p:attrNameLst>
                                      </p:cBhvr>
                                      <p:to>
                                        <p:strVal val="visible"/>
                                      </p:to>
                                    </p:set>
                                    <p:animEffect transition="in" filter="box(in)">
                                      <p:cBhvr>
                                        <p:cTn id="109" dur="500"/>
                                        <p:tgtEl>
                                          <p:spTgt spid="13"/>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102472"/>
                                        </p:tgtEl>
                                        <p:attrNameLst>
                                          <p:attrName>style.visibility</p:attrName>
                                        </p:attrNameLst>
                                      </p:cBhvr>
                                      <p:to>
                                        <p:strVal val="visible"/>
                                      </p:to>
                                    </p:set>
                                    <p:animEffect transition="in" filter="wipe(left)">
                                      <p:cBhvr>
                                        <p:cTn id="114" dur="500"/>
                                        <p:tgtEl>
                                          <p:spTgt spid="102472"/>
                                        </p:tgtEl>
                                      </p:cBhvr>
                                    </p:animEffect>
                                  </p:childTnLst>
                                </p:cTn>
                              </p:par>
                            </p:childTnLst>
                          </p:cTn>
                        </p:par>
                        <p:par>
                          <p:cTn id="115" fill="hold" nodeType="afterGroup">
                            <p:stCondLst>
                              <p:cond delay="500"/>
                            </p:stCondLst>
                            <p:childTnLst>
                              <p:par>
                                <p:cTn id="116" presetID="4" presetClass="entr" presetSubtype="16" fill="hold" grpId="0" nodeType="afterEffect">
                                  <p:stCondLst>
                                    <p:cond delay="0"/>
                                  </p:stCondLst>
                                  <p:childTnLst>
                                    <p:set>
                                      <p:cBhvr>
                                        <p:cTn id="117" dur="1" fill="hold">
                                          <p:stCondLst>
                                            <p:cond delay="0"/>
                                          </p:stCondLst>
                                        </p:cTn>
                                        <p:tgtEl>
                                          <p:spTgt spid="14"/>
                                        </p:tgtEl>
                                        <p:attrNameLst>
                                          <p:attrName>style.visibility</p:attrName>
                                        </p:attrNameLst>
                                      </p:cBhvr>
                                      <p:to>
                                        <p:strVal val="visible"/>
                                      </p:to>
                                    </p:set>
                                    <p:animEffect transition="in" filter="box(in)">
                                      <p:cBhvr>
                                        <p:cTn id="118" dur="500"/>
                                        <p:tgtEl>
                                          <p:spTgt spid="14"/>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102473"/>
                                        </p:tgtEl>
                                        <p:attrNameLst>
                                          <p:attrName>style.visibility</p:attrName>
                                        </p:attrNameLst>
                                      </p:cBhvr>
                                      <p:to>
                                        <p:strVal val="visible"/>
                                      </p:to>
                                    </p:set>
                                    <p:animEffect transition="in" filter="wipe(left)">
                                      <p:cBhvr>
                                        <p:cTn id="123" dur="500"/>
                                        <p:tgtEl>
                                          <p:spTgt spid="102473"/>
                                        </p:tgtEl>
                                      </p:cBhvr>
                                    </p:animEffect>
                                  </p:childTnLst>
                                </p:cTn>
                              </p:par>
                            </p:childTnLst>
                          </p:cTn>
                        </p:par>
                        <p:par>
                          <p:cTn id="124" fill="hold" nodeType="afterGroup">
                            <p:stCondLst>
                              <p:cond delay="500"/>
                            </p:stCondLst>
                            <p:childTnLst>
                              <p:par>
                                <p:cTn id="125" presetID="4" presetClass="entr" presetSubtype="16" fill="hold" grpId="0" nodeType="afterEffect">
                                  <p:stCondLst>
                                    <p:cond delay="0"/>
                                  </p:stCondLst>
                                  <p:childTnLst>
                                    <p:set>
                                      <p:cBhvr>
                                        <p:cTn id="126" dur="1" fill="hold">
                                          <p:stCondLst>
                                            <p:cond delay="0"/>
                                          </p:stCondLst>
                                        </p:cTn>
                                        <p:tgtEl>
                                          <p:spTgt spid="15"/>
                                        </p:tgtEl>
                                        <p:attrNameLst>
                                          <p:attrName>style.visibility</p:attrName>
                                        </p:attrNameLst>
                                      </p:cBhvr>
                                      <p:to>
                                        <p:strVal val="visible"/>
                                      </p:to>
                                    </p:set>
                                    <p:animEffect transition="in" filter="box(in)">
                                      <p:cBhvr>
                                        <p:cTn id="127" dur="500"/>
                                        <p:tgtEl>
                                          <p:spTgt spid="15"/>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102474"/>
                                        </p:tgtEl>
                                        <p:attrNameLst>
                                          <p:attrName>style.visibility</p:attrName>
                                        </p:attrNameLst>
                                      </p:cBhvr>
                                      <p:to>
                                        <p:strVal val="visible"/>
                                      </p:to>
                                    </p:set>
                                    <p:animEffect transition="in" filter="wipe(left)">
                                      <p:cBhvr>
                                        <p:cTn id="132" dur="500"/>
                                        <p:tgtEl>
                                          <p:spTgt spid="102474"/>
                                        </p:tgtEl>
                                      </p:cBhvr>
                                    </p:animEffect>
                                  </p:childTnLst>
                                </p:cTn>
                              </p:par>
                            </p:childTnLst>
                          </p:cTn>
                        </p:par>
                        <p:par>
                          <p:cTn id="133" fill="hold" nodeType="afterGroup">
                            <p:stCondLst>
                              <p:cond delay="500"/>
                            </p:stCondLst>
                            <p:childTnLst>
                              <p:par>
                                <p:cTn id="134" presetID="4" presetClass="entr" presetSubtype="16" fill="hold" grpId="0" nodeType="afterEffect">
                                  <p:stCondLst>
                                    <p:cond delay="0"/>
                                  </p:stCondLst>
                                  <p:childTnLst>
                                    <p:set>
                                      <p:cBhvr>
                                        <p:cTn id="135" dur="1" fill="hold">
                                          <p:stCondLst>
                                            <p:cond delay="0"/>
                                          </p:stCondLst>
                                        </p:cTn>
                                        <p:tgtEl>
                                          <p:spTgt spid="16"/>
                                        </p:tgtEl>
                                        <p:attrNameLst>
                                          <p:attrName>style.visibility</p:attrName>
                                        </p:attrNameLst>
                                      </p:cBhvr>
                                      <p:to>
                                        <p:strVal val="visible"/>
                                      </p:to>
                                    </p:set>
                                    <p:animEffect transition="in" filter="box(in)">
                                      <p:cBhvr>
                                        <p:cTn id="136" dur="500"/>
                                        <p:tgtEl>
                                          <p:spTgt spid="16"/>
                                        </p:tgtEl>
                                      </p:cBhvr>
                                    </p:animEffec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22" presetClass="entr" presetSubtype="8" fill="hold" grpId="0" nodeType="clickEffect">
                                  <p:stCondLst>
                                    <p:cond delay="0"/>
                                  </p:stCondLst>
                                  <p:childTnLst>
                                    <p:set>
                                      <p:cBhvr>
                                        <p:cTn id="140" dur="1" fill="hold">
                                          <p:stCondLst>
                                            <p:cond delay="0"/>
                                          </p:stCondLst>
                                        </p:cTn>
                                        <p:tgtEl>
                                          <p:spTgt spid="102476"/>
                                        </p:tgtEl>
                                        <p:attrNameLst>
                                          <p:attrName>style.visibility</p:attrName>
                                        </p:attrNameLst>
                                      </p:cBhvr>
                                      <p:to>
                                        <p:strVal val="visible"/>
                                      </p:to>
                                    </p:set>
                                    <p:animEffect transition="in" filter="wipe(left)">
                                      <p:cBhvr>
                                        <p:cTn id="141" dur="500"/>
                                        <p:tgtEl>
                                          <p:spTgt spid="102476"/>
                                        </p:tgtEl>
                                      </p:cBhvr>
                                    </p:animEffect>
                                  </p:childTnLst>
                                </p:cTn>
                              </p:par>
                            </p:childTnLst>
                          </p:cTn>
                        </p:par>
                        <p:par>
                          <p:cTn id="142" fill="hold" nodeType="afterGroup">
                            <p:stCondLst>
                              <p:cond delay="500"/>
                            </p:stCondLst>
                            <p:childTnLst>
                              <p:par>
                                <p:cTn id="143" presetID="4" presetClass="entr" presetSubtype="16" fill="hold" grpId="0" nodeType="afterEffect">
                                  <p:stCondLst>
                                    <p:cond delay="0"/>
                                  </p:stCondLst>
                                  <p:childTnLst>
                                    <p:set>
                                      <p:cBhvr>
                                        <p:cTn id="144" dur="1" fill="hold">
                                          <p:stCondLst>
                                            <p:cond delay="0"/>
                                          </p:stCondLst>
                                        </p:cTn>
                                        <p:tgtEl>
                                          <p:spTgt spid="17"/>
                                        </p:tgtEl>
                                        <p:attrNameLst>
                                          <p:attrName>style.visibility</p:attrName>
                                        </p:attrNameLst>
                                      </p:cBhvr>
                                      <p:to>
                                        <p:strVal val="visible"/>
                                      </p:to>
                                    </p:set>
                                    <p:animEffect transition="in" filter="box(in)">
                                      <p:cBhvr>
                                        <p:cTn id="145" dur="500"/>
                                        <p:tgtEl>
                                          <p:spTgt spid="17"/>
                                        </p:tgtEl>
                                      </p:cBhvr>
                                    </p:animEffec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22" presetClass="entr" presetSubtype="8" fill="hold" grpId="0" nodeType="clickEffect">
                                  <p:stCondLst>
                                    <p:cond delay="0"/>
                                  </p:stCondLst>
                                  <p:childTnLst>
                                    <p:set>
                                      <p:cBhvr>
                                        <p:cTn id="149" dur="1" fill="hold">
                                          <p:stCondLst>
                                            <p:cond delay="0"/>
                                          </p:stCondLst>
                                        </p:cTn>
                                        <p:tgtEl>
                                          <p:spTgt spid="102478"/>
                                        </p:tgtEl>
                                        <p:attrNameLst>
                                          <p:attrName>style.visibility</p:attrName>
                                        </p:attrNameLst>
                                      </p:cBhvr>
                                      <p:to>
                                        <p:strVal val="visible"/>
                                      </p:to>
                                    </p:set>
                                    <p:animEffect transition="in" filter="wipe(left)">
                                      <p:cBhvr>
                                        <p:cTn id="150" dur="500"/>
                                        <p:tgtEl>
                                          <p:spTgt spid="102478"/>
                                        </p:tgtEl>
                                      </p:cBhvr>
                                    </p:animEffect>
                                  </p:childTnLst>
                                </p:cTn>
                              </p:par>
                            </p:childTnLst>
                          </p:cTn>
                        </p:par>
                        <p:par>
                          <p:cTn id="151" fill="hold" nodeType="afterGroup">
                            <p:stCondLst>
                              <p:cond delay="500"/>
                            </p:stCondLst>
                            <p:childTnLst>
                              <p:par>
                                <p:cTn id="152" presetID="4" presetClass="entr" presetSubtype="16" fill="hold" grpId="0" nodeType="afterEffect">
                                  <p:stCondLst>
                                    <p:cond delay="0"/>
                                  </p:stCondLst>
                                  <p:childTnLst>
                                    <p:set>
                                      <p:cBhvr>
                                        <p:cTn id="153" dur="1" fill="hold">
                                          <p:stCondLst>
                                            <p:cond delay="0"/>
                                          </p:stCondLst>
                                        </p:cTn>
                                        <p:tgtEl>
                                          <p:spTgt spid="18"/>
                                        </p:tgtEl>
                                        <p:attrNameLst>
                                          <p:attrName>style.visibility</p:attrName>
                                        </p:attrNameLst>
                                      </p:cBhvr>
                                      <p:to>
                                        <p:strVal val="visible"/>
                                      </p:to>
                                    </p:set>
                                    <p:animEffect transition="in" filter="box(in)">
                                      <p:cBhvr>
                                        <p:cTn id="154" dur="500"/>
                                        <p:tgtEl>
                                          <p:spTgt spid="18"/>
                                        </p:tgtEl>
                                      </p:cBhvr>
                                    </p:animEffect>
                                  </p:childTnLst>
                                </p:cTn>
                              </p:par>
                            </p:childTnLst>
                          </p:cTn>
                        </p:par>
                      </p:childTnLst>
                    </p:cTn>
                  </p:par>
                  <p:par>
                    <p:cTn id="155" fill="hold" nodeType="clickPar">
                      <p:stCondLst>
                        <p:cond delay="indefinite"/>
                      </p:stCondLst>
                      <p:childTnLst>
                        <p:par>
                          <p:cTn id="156" fill="hold" nodeType="withGroup">
                            <p:stCondLst>
                              <p:cond delay="0"/>
                            </p:stCondLst>
                            <p:childTnLst>
                              <p:par>
                                <p:cTn id="157" presetID="4" presetClass="entr" presetSubtype="16" fill="hold" grpId="0" nodeType="clickEffect">
                                  <p:stCondLst>
                                    <p:cond delay="0"/>
                                  </p:stCondLst>
                                  <p:childTnLst>
                                    <p:set>
                                      <p:cBhvr>
                                        <p:cTn id="158" dur="1" fill="hold">
                                          <p:stCondLst>
                                            <p:cond delay="0"/>
                                          </p:stCondLst>
                                        </p:cTn>
                                        <p:tgtEl>
                                          <p:spTgt spid="19"/>
                                        </p:tgtEl>
                                        <p:attrNameLst>
                                          <p:attrName>style.visibility</p:attrName>
                                        </p:attrNameLst>
                                      </p:cBhvr>
                                      <p:to>
                                        <p:strVal val="visible"/>
                                      </p:to>
                                    </p:set>
                                    <p:animEffect transition="in" filter="box(in)">
                                      <p:cBhvr>
                                        <p:cTn id="15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p:bldP spid="4" grpId="0"/>
      <p:bldP spid="5" grpId="0"/>
      <p:bldP spid="6" grpId="0"/>
      <p:bldP spid="9" grpId="0"/>
      <p:bldP spid="10" grpId="0"/>
      <p:bldP spid="11" grpId="0"/>
      <p:bldP spid="12" grpId="0"/>
      <p:bldP spid="13" grpId="0"/>
      <p:bldP spid="14" grpId="0"/>
      <p:bldP spid="15" grpId="0"/>
      <p:bldP spid="102467" grpId="0" animBg="1"/>
      <p:bldP spid="102468" grpId="0" animBg="1"/>
      <p:bldP spid="102469" grpId="0" animBg="1"/>
      <p:bldP spid="102470" grpId="0" animBg="1"/>
      <p:bldP spid="102471" grpId="0" animBg="1"/>
      <p:bldP spid="102472" grpId="0" animBg="1"/>
      <p:bldP spid="102473" grpId="0" animBg="1"/>
      <p:bldP spid="102474" grpId="0" animBg="1"/>
      <p:bldP spid="16" grpId="0"/>
      <p:bldP spid="102476" grpId="0" animBg="1"/>
      <p:bldP spid="17" grpId="0"/>
      <p:bldP spid="102478" grpId="0" animBg="1"/>
      <p:bldP spid="18" grpId="0"/>
      <p:bldP spid="102480" grpId="0" animBg="1"/>
      <p:bldP spid="102481" grpId="0" animBg="1"/>
      <p:bldP spid="102482" grpId="0" animBg="1"/>
      <p:bldP spid="1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B8D9D70-13E2-7EA4-990D-E77F7A18C6DA}"/>
              </a:ext>
            </a:extLst>
          </p:cNvPr>
          <p:cNvSpPr>
            <a:spLocks noGrp="1"/>
          </p:cNvSpPr>
          <p:nvPr>
            <p:ph type="sldNum" sz="quarter" idx="10"/>
          </p:nvPr>
        </p:nvSpPr>
        <p:spPr/>
        <p:txBody>
          <a:bodyPr/>
          <a:lstStyle/>
          <a:p>
            <a:pPr>
              <a:defRPr/>
            </a:pPr>
            <a:fld id="{C8D98E1D-7B5A-9646-9B81-7E432971A0A6}" type="slidenum">
              <a:rPr lang="en-US" altLang="zh-CN" smtClean="0"/>
              <a:pPr>
                <a:defRPr/>
              </a:pPr>
              <a:t>28</a:t>
            </a:fld>
            <a:endParaRPr lang="zh-CN" altLang="en-US" dirty="0"/>
          </a:p>
        </p:txBody>
      </p:sp>
      <p:graphicFrame>
        <p:nvGraphicFramePr>
          <p:cNvPr id="386051" name="Group 3">
            <a:extLst>
              <a:ext uri="{FF2B5EF4-FFF2-40B4-BE49-F238E27FC236}">
                <a16:creationId xmlns:a16="http://schemas.microsoft.com/office/drawing/2014/main" id="{4415B401-124B-A843-8BBE-0C82288D8708}"/>
              </a:ext>
            </a:extLst>
          </p:cNvPr>
          <p:cNvGraphicFramePr>
            <a:graphicFrameLocks noGrp="1"/>
          </p:cNvGraphicFramePr>
          <p:nvPr/>
        </p:nvGraphicFramePr>
        <p:xfrm>
          <a:off x="2916238" y="2574925"/>
          <a:ext cx="4622800" cy="457200"/>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4572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1</a:t>
                      </a: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000">
                        <a:alpha val="50195"/>
                      </a:srgbClr>
                    </a:solid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2</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dirty="0">
                          <a:ln>
                            <a:noFill/>
                          </a:ln>
                          <a:solidFill>
                            <a:srgbClr val="000066"/>
                          </a:solidFill>
                          <a:effectLst/>
                          <a:latin typeface="Courier New" charset="0"/>
                          <a:ea typeface="宋体" charset="0"/>
                        </a:rPr>
                        <a:t>3</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4</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6</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7</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8</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dirty="0">
                          <a:ln>
                            <a:noFill/>
                          </a:ln>
                          <a:solidFill>
                            <a:srgbClr val="000066"/>
                          </a:solidFill>
                          <a:effectLst/>
                          <a:latin typeface="Courier New" charset="0"/>
                          <a:ea typeface="宋体" charset="0"/>
                        </a:rPr>
                        <a:t>9</a:t>
                      </a: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alpha val="50195"/>
                      </a:srgbClr>
                    </a:solidFill>
                  </a:tcPr>
                </a:tc>
                <a:extLst>
                  <a:ext uri="{0D108BD9-81ED-4DB2-BD59-A6C34878D82A}">
                    <a16:rowId xmlns:a16="http://schemas.microsoft.com/office/drawing/2014/main" val="10000"/>
                  </a:ext>
                </a:extLst>
              </a:tr>
            </a:tbl>
          </a:graphicData>
        </a:graphic>
      </p:graphicFrame>
      <p:graphicFrame>
        <p:nvGraphicFramePr>
          <p:cNvPr id="386071" name="Group 23">
            <a:extLst>
              <a:ext uri="{FF2B5EF4-FFF2-40B4-BE49-F238E27FC236}">
                <a16:creationId xmlns:a16="http://schemas.microsoft.com/office/drawing/2014/main" id="{0C6569E3-0417-6045-8B42-3A8E377C8267}"/>
              </a:ext>
            </a:extLst>
          </p:cNvPr>
          <p:cNvGraphicFramePr>
            <a:graphicFrameLocks noGrp="1"/>
          </p:cNvGraphicFramePr>
          <p:nvPr/>
        </p:nvGraphicFramePr>
        <p:xfrm>
          <a:off x="2916238" y="3735388"/>
          <a:ext cx="4622800" cy="533400"/>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5334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1</a:t>
                      </a: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2</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3</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4</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6</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000">
                        <a:alpha val="50195"/>
                      </a:srgbClr>
                    </a:solid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7</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8</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9</a:t>
                      </a: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alpha val="50195"/>
                      </a:srgbClr>
                    </a:solidFill>
                  </a:tcPr>
                </a:tc>
                <a:extLst>
                  <a:ext uri="{0D108BD9-81ED-4DB2-BD59-A6C34878D82A}">
                    <a16:rowId xmlns:a16="http://schemas.microsoft.com/office/drawing/2014/main" val="10000"/>
                  </a:ext>
                </a:extLst>
              </a:tr>
            </a:tbl>
          </a:graphicData>
        </a:graphic>
      </p:graphicFrame>
      <p:graphicFrame>
        <p:nvGraphicFramePr>
          <p:cNvPr id="62550" name="Group 86">
            <a:extLst>
              <a:ext uri="{FF2B5EF4-FFF2-40B4-BE49-F238E27FC236}">
                <a16:creationId xmlns:a16="http://schemas.microsoft.com/office/drawing/2014/main" id="{BEB44A95-A804-3940-AF6C-E2E0AAA58FB7}"/>
              </a:ext>
            </a:extLst>
          </p:cNvPr>
          <p:cNvGraphicFramePr>
            <a:graphicFrameLocks noGrp="1"/>
          </p:cNvGraphicFramePr>
          <p:nvPr/>
        </p:nvGraphicFramePr>
        <p:xfrm>
          <a:off x="2916238" y="5026025"/>
          <a:ext cx="4622800" cy="533400"/>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5334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1</a:t>
                      </a: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2</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3</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4</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6</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7</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8</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9</a:t>
                      </a: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alpha val="50195"/>
                      </a:srgbClr>
                    </a:solidFill>
                  </a:tcPr>
                </a:tc>
                <a:extLst>
                  <a:ext uri="{0D108BD9-81ED-4DB2-BD59-A6C34878D82A}">
                    <a16:rowId xmlns:a16="http://schemas.microsoft.com/office/drawing/2014/main" val="10000"/>
                  </a:ext>
                </a:extLst>
              </a:tr>
            </a:tbl>
          </a:graphicData>
        </a:graphic>
      </p:graphicFrame>
      <p:sp>
        <p:nvSpPr>
          <p:cNvPr id="386111" name="Rectangle 63">
            <a:extLst>
              <a:ext uri="{FF2B5EF4-FFF2-40B4-BE49-F238E27FC236}">
                <a16:creationId xmlns:a16="http://schemas.microsoft.com/office/drawing/2014/main" id="{C771ACAD-8EE4-784D-896C-583082503FC2}"/>
              </a:ext>
            </a:extLst>
          </p:cNvPr>
          <p:cNvSpPr>
            <a:spLocks noChangeArrowheads="1"/>
          </p:cNvSpPr>
          <p:nvPr/>
        </p:nvSpPr>
        <p:spPr bwMode="auto">
          <a:xfrm>
            <a:off x="1992313" y="2511425"/>
            <a:ext cx="577850" cy="533400"/>
          </a:xfrm>
          <a:prstGeom prst="rect">
            <a:avLst/>
          </a:prstGeom>
          <a:solidFill>
            <a:srgbClr val="FFCCFF"/>
          </a:solidFill>
          <a:ln w="9525">
            <a:solidFill>
              <a:schemeClr val="tx1"/>
            </a:solidFill>
            <a:miter lim="800000"/>
            <a:headEnd/>
            <a:tailEnd/>
          </a:ln>
        </p:spPr>
        <p:txBody>
          <a:bodyPr wrap="none" anchor="ct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a:lnSpc>
                <a:spcPct val="90000"/>
              </a:lnSpc>
              <a:spcBef>
                <a:spcPct val="0"/>
              </a:spcBef>
              <a:spcAft>
                <a:spcPts val="588"/>
              </a:spcAft>
              <a:buSzPct val="80000"/>
              <a:buNone/>
            </a:pPr>
            <a:r>
              <a:rPr lang="en-US" altLang="zh-CN" sz="2400" b="1">
                <a:latin typeface="Courier New" panose="02070309020205020404" pitchFamily="49" charset="0"/>
              </a:rPr>
              <a:t>8</a:t>
            </a:r>
          </a:p>
        </p:txBody>
      </p:sp>
      <p:sp>
        <p:nvSpPr>
          <p:cNvPr id="386112" name="Rectangle 64">
            <a:extLst>
              <a:ext uri="{FF2B5EF4-FFF2-40B4-BE49-F238E27FC236}">
                <a16:creationId xmlns:a16="http://schemas.microsoft.com/office/drawing/2014/main" id="{B174F8C8-1229-314A-BD2A-E205D8389CFE}"/>
              </a:ext>
            </a:extLst>
          </p:cNvPr>
          <p:cNvSpPr>
            <a:spLocks noChangeArrowheads="1"/>
          </p:cNvSpPr>
          <p:nvPr/>
        </p:nvSpPr>
        <p:spPr bwMode="auto">
          <a:xfrm>
            <a:off x="1992313" y="3735388"/>
            <a:ext cx="577850" cy="533400"/>
          </a:xfrm>
          <a:prstGeom prst="rect">
            <a:avLst/>
          </a:prstGeom>
          <a:solidFill>
            <a:srgbClr val="FFCCFF"/>
          </a:solidFill>
          <a:ln w="9525">
            <a:solidFill>
              <a:schemeClr val="tx1"/>
            </a:solidFill>
            <a:miter lim="800000"/>
            <a:headEnd/>
            <a:tailEnd/>
          </a:ln>
        </p:spPr>
        <p:txBody>
          <a:bodyPr wrap="none" anchor="ct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a:lnSpc>
                <a:spcPct val="90000"/>
              </a:lnSpc>
              <a:spcBef>
                <a:spcPct val="0"/>
              </a:spcBef>
              <a:spcAft>
                <a:spcPts val="588"/>
              </a:spcAft>
              <a:buSzPct val="80000"/>
              <a:buNone/>
            </a:pPr>
            <a:r>
              <a:rPr lang="en-US" altLang="zh-CN" sz="2400" b="1">
                <a:latin typeface="Courier New" panose="02070309020205020404" pitchFamily="49" charset="0"/>
              </a:rPr>
              <a:t>8</a:t>
            </a:r>
          </a:p>
        </p:txBody>
      </p:sp>
      <p:sp>
        <p:nvSpPr>
          <p:cNvPr id="386113" name="Rectangle 65">
            <a:extLst>
              <a:ext uri="{FF2B5EF4-FFF2-40B4-BE49-F238E27FC236}">
                <a16:creationId xmlns:a16="http://schemas.microsoft.com/office/drawing/2014/main" id="{842A0F4A-2E55-A34F-B2D6-A2DD4FDCAD10}"/>
              </a:ext>
            </a:extLst>
          </p:cNvPr>
          <p:cNvSpPr>
            <a:spLocks noChangeArrowheads="1"/>
          </p:cNvSpPr>
          <p:nvPr/>
        </p:nvSpPr>
        <p:spPr bwMode="auto">
          <a:xfrm>
            <a:off x="1992313" y="5026025"/>
            <a:ext cx="577850" cy="533400"/>
          </a:xfrm>
          <a:prstGeom prst="rect">
            <a:avLst/>
          </a:prstGeom>
          <a:solidFill>
            <a:srgbClr val="FFCCFF"/>
          </a:solidFill>
          <a:ln w="9525">
            <a:solidFill>
              <a:schemeClr val="tx1"/>
            </a:solidFill>
            <a:miter lim="800000"/>
            <a:headEnd/>
            <a:tailEnd/>
          </a:ln>
        </p:spPr>
        <p:txBody>
          <a:bodyPr wrap="none" anchor="ct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a:lnSpc>
                <a:spcPct val="90000"/>
              </a:lnSpc>
              <a:spcBef>
                <a:spcPct val="0"/>
              </a:spcBef>
              <a:spcAft>
                <a:spcPts val="588"/>
              </a:spcAft>
              <a:buSzPct val="80000"/>
              <a:buNone/>
            </a:pPr>
            <a:r>
              <a:rPr lang="en-US" altLang="zh-CN" sz="2400" b="1">
                <a:latin typeface="Courier New" panose="02070309020205020404" pitchFamily="49" charset="0"/>
              </a:rPr>
              <a:t>8</a:t>
            </a:r>
          </a:p>
        </p:txBody>
      </p:sp>
      <p:sp>
        <p:nvSpPr>
          <p:cNvPr id="62530" name="Text Box 68">
            <a:extLst>
              <a:ext uri="{FF2B5EF4-FFF2-40B4-BE49-F238E27FC236}">
                <a16:creationId xmlns:a16="http://schemas.microsoft.com/office/drawing/2014/main" id="{046BBF4A-1230-F744-AF7A-23CC260ACA91}"/>
              </a:ext>
            </a:extLst>
          </p:cNvPr>
          <p:cNvSpPr txBox="1">
            <a:spLocks noChangeArrowheads="1"/>
          </p:cNvSpPr>
          <p:nvPr/>
        </p:nvSpPr>
        <p:spPr bwMode="auto">
          <a:xfrm>
            <a:off x="1917700" y="1714500"/>
            <a:ext cx="12065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400">
                <a:latin typeface="Arial" panose="020B0604020202020204" pitchFamily="34" charset="0"/>
              </a:rPr>
              <a:t>key</a:t>
            </a:r>
          </a:p>
        </p:txBody>
      </p:sp>
      <p:sp>
        <p:nvSpPr>
          <p:cNvPr id="12" name="Line 930">
            <a:extLst>
              <a:ext uri="{FF2B5EF4-FFF2-40B4-BE49-F238E27FC236}">
                <a16:creationId xmlns:a16="http://schemas.microsoft.com/office/drawing/2014/main" id="{F08D11CC-2F53-6C44-BA04-937A1D7B8533}"/>
              </a:ext>
            </a:extLst>
          </p:cNvPr>
          <p:cNvSpPr>
            <a:spLocks noChangeShapeType="1"/>
          </p:cNvSpPr>
          <p:nvPr/>
        </p:nvSpPr>
        <p:spPr bwMode="auto">
          <a:xfrm flipH="1">
            <a:off x="6723063" y="1844675"/>
            <a:ext cx="773112" cy="642938"/>
          </a:xfrm>
          <a:prstGeom prst="line">
            <a:avLst/>
          </a:prstGeom>
          <a:noFill/>
          <a:ln w="25400">
            <a:solidFill>
              <a:srgbClr val="00B050"/>
            </a:solidFill>
            <a:miter lim="800000"/>
            <a:headEnd/>
            <a:tailEnd type="triangle" w="med" len="med"/>
          </a:ln>
          <a:effectLst/>
        </p:spPr>
        <p:txBody>
          <a:bodyPr wrap="none"/>
          <a:lstStyle/>
          <a:p>
            <a:pPr>
              <a:lnSpc>
                <a:spcPct val="90000"/>
              </a:lnSpc>
              <a:spcAft>
                <a:spcPts val="588"/>
              </a:spcAft>
              <a:buClr>
                <a:schemeClr val="tx2"/>
              </a:buClr>
              <a:buSzPct val="80000"/>
              <a:defRPr/>
            </a:pPr>
            <a:endParaRPr lang="zh-CN" altLang="en-US" sz="2400">
              <a:effectLst>
                <a:outerShdw blurRad="38100" dist="38100" dir="2700000" algn="tl">
                  <a:srgbClr val="000000">
                    <a:alpha val="43137"/>
                  </a:srgbClr>
                </a:outerShdw>
              </a:effectLst>
            </a:endParaRPr>
          </a:p>
        </p:txBody>
      </p:sp>
      <p:sp>
        <p:nvSpPr>
          <p:cNvPr id="49221" name="Text Box 931">
            <a:extLst>
              <a:ext uri="{FF2B5EF4-FFF2-40B4-BE49-F238E27FC236}">
                <a16:creationId xmlns:a16="http://schemas.microsoft.com/office/drawing/2014/main" id="{357BC93C-9F69-C647-8E3B-98B6E511448E}"/>
              </a:ext>
            </a:extLst>
          </p:cNvPr>
          <p:cNvSpPr txBox="1">
            <a:spLocks noChangeArrowheads="1"/>
          </p:cNvSpPr>
          <p:nvPr/>
        </p:nvSpPr>
        <p:spPr bwMode="auto">
          <a:xfrm>
            <a:off x="7470775" y="1557338"/>
            <a:ext cx="3017838" cy="523220"/>
          </a:xfrm>
          <a:prstGeom prst="rect">
            <a:avLst/>
          </a:prstGeom>
          <a:solidFill>
            <a:schemeClr val="bg2">
              <a:lumMod val="90000"/>
            </a:schemeClr>
          </a:solidFill>
          <a:ln w="25400">
            <a:solidFill>
              <a:srgbClr val="00B050"/>
            </a:solidFill>
            <a:miter lim="800000"/>
            <a:headEnd/>
            <a:tailEnd/>
          </a:ln>
        </p:spPr>
        <p:txBody>
          <a:bodyPr>
            <a:spAutoFit/>
          </a:bodyPr>
          <a:lstStyle/>
          <a:p>
            <a:pPr algn="ctr">
              <a:spcBef>
                <a:spcPts val="600"/>
              </a:spcBef>
              <a:spcAft>
                <a:spcPts val="600"/>
              </a:spcAft>
              <a:buClr>
                <a:schemeClr val="tx2"/>
              </a:buClr>
              <a:buSzPct val="80000"/>
              <a:defRPr/>
            </a:pPr>
            <a:r>
              <a:rPr lang="zh-CN" altLang="en-US" sz="2800">
                <a:solidFill>
                  <a:srgbClr val="000066"/>
                </a:solidFill>
                <a:latin typeface="黑体" pitchFamily="49" charset="-122"/>
                <a:ea typeface="黑体" pitchFamily="49" charset="-122"/>
              </a:rPr>
              <a:t>事先按升序排序</a:t>
            </a:r>
            <a:endParaRPr lang="en-US" altLang="zh-CN" sz="2800">
              <a:solidFill>
                <a:srgbClr val="000066"/>
              </a:solidFill>
              <a:latin typeface="黑体" pitchFamily="49" charset="-122"/>
              <a:ea typeface="黑体" pitchFamily="49" charset="-122"/>
            </a:endParaRPr>
          </a:p>
        </p:txBody>
      </p:sp>
      <p:sp>
        <p:nvSpPr>
          <p:cNvPr id="13" name="Text Box 68">
            <a:extLst>
              <a:ext uri="{FF2B5EF4-FFF2-40B4-BE49-F238E27FC236}">
                <a16:creationId xmlns:a16="http://schemas.microsoft.com/office/drawing/2014/main" id="{76AD9132-9A61-C349-BADC-3248C8F7CE9D}"/>
              </a:ext>
            </a:extLst>
          </p:cNvPr>
          <p:cNvSpPr txBox="1">
            <a:spLocks noChangeArrowheads="1"/>
          </p:cNvSpPr>
          <p:nvPr/>
        </p:nvSpPr>
        <p:spPr bwMode="auto">
          <a:xfrm>
            <a:off x="7680325" y="2565400"/>
            <a:ext cx="3017838"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400">
                <a:latin typeface="Arial" panose="020B0604020202020204" pitchFamily="34" charset="0"/>
              </a:rPr>
              <a:t>key&gt;4, low=mid+1</a:t>
            </a:r>
          </a:p>
        </p:txBody>
      </p:sp>
      <p:sp>
        <p:nvSpPr>
          <p:cNvPr id="14" name="Text Box 68">
            <a:extLst>
              <a:ext uri="{FF2B5EF4-FFF2-40B4-BE49-F238E27FC236}">
                <a16:creationId xmlns:a16="http://schemas.microsoft.com/office/drawing/2014/main" id="{60E4E07B-232E-FA47-9B75-BAC65B8B77D6}"/>
              </a:ext>
            </a:extLst>
          </p:cNvPr>
          <p:cNvSpPr txBox="1">
            <a:spLocks noChangeArrowheads="1"/>
          </p:cNvSpPr>
          <p:nvPr/>
        </p:nvSpPr>
        <p:spPr bwMode="auto">
          <a:xfrm>
            <a:off x="7686675" y="3740150"/>
            <a:ext cx="3017838"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400">
                <a:latin typeface="Arial" panose="020B0604020202020204" pitchFamily="34" charset="0"/>
              </a:rPr>
              <a:t>key&gt;7, low=mid+1</a:t>
            </a:r>
          </a:p>
        </p:txBody>
      </p:sp>
      <p:sp>
        <p:nvSpPr>
          <p:cNvPr id="15" name="Text Box 68">
            <a:extLst>
              <a:ext uri="{FF2B5EF4-FFF2-40B4-BE49-F238E27FC236}">
                <a16:creationId xmlns:a16="http://schemas.microsoft.com/office/drawing/2014/main" id="{0B23C4F4-0D0C-934E-BBA6-ED9DB08D388E}"/>
              </a:ext>
            </a:extLst>
          </p:cNvPr>
          <p:cNvSpPr txBox="1">
            <a:spLocks noChangeArrowheads="1"/>
          </p:cNvSpPr>
          <p:nvPr/>
        </p:nvSpPr>
        <p:spPr bwMode="auto">
          <a:xfrm>
            <a:off x="7686675" y="5026025"/>
            <a:ext cx="3017838"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400">
                <a:latin typeface="Arial" panose="020B0604020202020204" pitchFamily="34" charset="0"/>
              </a:rPr>
              <a:t>key==8</a:t>
            </a:r>
          </a:p>
        </p:txBody>
      </p:sp>
      <p:sp>
        <p:nvSpPr>
          <p:cNvPr id="16" name="Text Box 68">
            <a:extLst>
              <a:ext uri="{FF2B5EF4-FFF2-40B4-BE49-F238E27FC236}">
                <a16:creationId xmlns:a16="http://schemas.microsoft.com/office/drawing/2014/main" id="{50B8EA38-AF0F-8F4E-BF46-37FA2FE625E0}"/>
              </a:ext>
            </a:extLst>
          </p:cNvPr>
          <p:cNvSpPr txBox="1">
            <a:spLocks noChangeArrowheads="1"/>
          </p:cNvSpPr>
          <p:nvPr/>
        </p:nvSpPr>
        <p:spPr bwMode="auto">
          <a:xfrm>
            <a:off x="2816225" y="2159001"/>
            <a:ext cx="1047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000">
                <a:latin typeface="Arial" panose="020B0604020202020204" pitchFamily="34" charset="0"/>
              </a:rPr>
              <a:t>low=0</a:t>
            </a:r>
          </a:p>
        </p:txBody>
      </p:sp>
      <p:sp>
        <p:nvSpPr>
          <p:cNvPr id="17" name="Text Box 68">
            <a:extLst>
              <a:ext uri="{FF2B5EF4-FFF2-40B4-BE49-F238E27FC236}">
                <a16:creationId xmlns:a16="http://schemas.microsoft.com/office/drawing/2014/main" id="{7EEA013A-9A53-C240-9D34-F55606BAAD5F}"/>
              </a:ext>
            </a:extLst>
          </p:cNvPr>
          <p:cNvSpPr txBox="1">
            <a:spLocks noChangeArrowheads="1"/>
          </p:cNvSpPr>
          <p:nvPr/>
        </p:nvSpPr>
        <p:spPr bwMode="auto">
          <a:xfrm>
            <a:off x="5221289" y="3343276"/>
            <a:ext cx="7635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000">
                <a:latin typeface="Arial" panose="020B0604020202020204" pitchFamily="34" charset="0"/>
              </a:rPr>
              <a:t>low</a:t>
            </a:r>
          </a:p>
        </p:txBody>
      </p:sp>
      <p:sp>
        <p:nvSpPr>
          <p:cNvPr id="18" name="Text Box 68">
            <a:extLst>
              <a:ext uri="{FF2B5EF4-FFF2-40B4-BE49-F238E27FC236}">
                <a16:creationId xmlns:a16="http://schemas.microsoft.com/office/drawing/2014/main" id="{AE2B06A7-A911-CD4B-B43E-0EC457B24649}"/>
              </a:ext>
            </a:extLst>
          </p:cNvPr>
          <p:cNvSpPr txBox="1">
            <a:spLocks noChangeArrowheads="1"/>
          </p:cNvSpPr>
          <p:nvPr/>
        </p:nvSpPr>
        <p:spPr bwMode="auto">
          <a:xfrm>
            <a:off x="6365875" y="4587876"/>
            <a:ext cx="763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000">
                <a:latin typeface="Arial" panose="020B0604020202020204" pitchFamily="34" charset="0"/>
              </a:rPr>
              <a:t>low</a:t>
            </a:r>
          </a:p>
        </p:txBody>
      </p:sp>
      <p:sp>
        <p:nvSpPr>
          <p:cNvPr id="19" name="Text Box 68">
            <a:extLst>
              <a:ext uri="{FF2B5EF4-FFF2-40B4-BE49-F238E27FC236}">
                <a16:creationId xmlns:a16="http://schemas.microsoft.com/office/drawing/2014/main" id="{1E00C3E3-27E2-1349-A693-6907D840E3A4}"/>
              </a:ext>
            </a:extLst>
          </p:cNvPr>
          <p:cNvSpPr txBox="1">
            <a:spLocks noChangeArrowheads="1"/>
          </p:cNvSpPr>
          <p:nvPr/>
        </p:nvSpPr>
        <p:spPr bwMode="auto">
          <a:xfrm>
            <a:off x="6888163" y="2171701"/>
            <a:ext cx="13335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000">
                <a:latin typeface="Arial" panose="020B0604020202020204" pitchFamily="34" charset="0"/>
              </a:rPr>
              <a:t>high=n-1</a:t>
            </a:r>
          </a:p>
        </p:txBody>
      </p:sp>
      <p:sp>
        <p:nvSpPr>
          <p:cNvPr id="20" name="Text Box 68">
            <a:extLst>
              <a:ext uri="{FF2B5EF4-FFF2-40B4-BE49-F238E27FC236}">
                <a16:creationId xmlns:a16="http://schemas.microsoft.com/office/drawing/2014/main" id="{F7588662-1610-E249-9536-8521926D615B}"/>
              </a:ext>
            </a:extLst>
          </p:cNvPr>
          <p:cNvSpPr txBox="1">
            <a:spLocks noChangeArrowheads="1"/>
          </p:cNvSpPr>
          <p:nvPr/>
        </p:nvSpPr>
        <p:spPr bwMode="auto">
          <a:xfrm>
            <a:off x="6927850" y="3317876"/>
            <a:ext cx="763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000">
                <a:latin typeface="Arial" panose="020B0604020202020204" pitchFamily="34" charset="0"/>
              </a:rPr>
              <a:t>high</a:t>
            </a:r>
          </a:p>
        </p:txBody>
      </p:sp>
      <p:sp>
        <p:nvSpPr>
          <p:cNvPr id="21" name="Text Box 68">
            <a:extLst>
              <a:ext uri="{FF2B5EF4-FFF2-40B4-BE49-F238E27FC236}">
                <a16:creationId xmlns:a16="http://schemas.microsoft.com/office/drawing/2014/main" id="{8B7E7F00-2ECF-2148-87B0-B90B19C70260}"/>
              </a:ext>
            </a:extLst>
          </p:cNvPr>
          <p:cNvSpPr txBox="1">
            <a:spLocks noChangeArrowheads="1"/>
          </p:cNvSpPr>
          <p:nvPr/>
        </p:nvSpPr>
        <p:spPr bwMode="auto">
          <a:xfrm>
            <a:off x="6927850" y="4587876"/>
            <a:ext cx="763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000">
                <a:latin typeface="Arial" panose="020B0604020202020204" pitchFamily="34" charset="0"/>
              </a:rPr>
              <a:t>high</a:t>
            </a:r>
          </a:p>
        </p:txBody>
      </p:sp>
      <p:sp>
        <p:nvSpPr>
          <p:cNvPr id="22" name="Text Box 68">
            <a:extLst>
              <a:ext uri="{FF2B5EF4-FFF2-40B4-BE49-F238E27FC236}">
                <a16:creationId xmlns:a16="http://schemas.microsoft.com/office/drawing/2014/main" id="{BD7A4193-6E75-7D43-A072-651E06C1E34B}"/>
              </a:ext>
            </a:extLst>
          </p:cNvPr>
          <p:cNvSpPr txBox="1">
            <a:spLocks noChangeArrowheads="1"/>
          </p:cNvSpPr>
          <p:nvPr/>
        </p:nvSpPr>
        <p:spPr bwMode="auto">
          <a:xfrm>
            <a:off x="4591050" y="2187576"/>
            <a:ext cx="2152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000">
                <a:latin typeface="Arial" panose="020B0604020202020204" pitchFamily="34" charset="0"/>
              </a:rPr>
              <a:t>mid=(low+high)/2</a:t>
            </a:r>
          </a:p>
        </p:txBody>
      </p:sp>
      <p:sp>
        <p:nvSpPr>
          <p:cNvPr id="23" name="Text Box 68">
            <a:extLst>
              <a:ext uri="{FF2B5EF4-FFF2-40B4-BE49-F238E27FC236}">
                <a16:creationId xmlns:a16="http://schemas.microsoft.com/office/drawing/2014/main" id="{D741EEF6-8B1D-744C-8385-C8FE80973372}"/>
              </a:ext>
            </a:extLst>
          </p:cNvPr>
          <p:cNvSpPr txBox="1">
            <a:spLocks noChangeArrowheads="1"/>
          </p:cNvSpPr>
          <p:nvPr/>
        </p:nvSpPr>
        <p:spPr bwMode="auto">
          <a:xfrm>
            <a:off x="5791200" y="3344863"/>
            <a:ext cx="7635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000">
                <a:latin typeface="Arial" panose="020B0604020202020204" pitchFamily="34" charset="0"/>
              </a:rPr>
              <a:t>mid</a:t>
            </a:r>
          </a:p>
        </p:txBody>
      </p:sp>
      <p:sp>
        <p:nvSpPr>
          <p:cNvPr id="24" name="Text Box 68">
            <a:extLst>
              <a:ext uri="{FF2B5EF4-FFF2-40B4-BE49-F238E27FC236}">
                <a16:creationId xmlns:a16="http://schemas.microsoft.com/office/drawing/2014/main" id="{28AAD938-DB80-B64E-8BF3-D4E8322A6C73}"/>
              </a:ext>
            </a:extLst>
          </p:cNvPr>
          <p:cNvSpPr txBox="1">
            <a:spLocks noChangeArrowheads="1"/>
          </p:cNvSpPr>
          <p:nvPr/>
        </p:nvSpPr>
        <p:spPr bwMode="auto">
          <a:xfrm>
            <a:off x="6381750" y="4333876"/>
            <a:ext cx="763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000">
                <a:latin typeface="Arial" panose="020B0604020202020204" pitchFamily="34" charset="0"/>
              </a:rPr>
              <a:t>mid</a:t>
            </a:r>
          </a:p>
        </p:txBody>
      </p:sp>
      <p:sp>
        <p:nvSpPr>
          <p:cNvPr id="27" name="AutoShape 539">
            <a:extLst>
              <a:ext uri="{FF2B5EF4-FFF2-40B4-BE49-F238E27FC236}">
                <a16:creationId xmlns:a16="http://schemas.microsoft.com/office/drawing/2014/main" id="{0262058F-B3AA-A048-8DF9-8D6CBCDF92EB}"/>
              </a:ext>
            </a:extLst>
          </p:cNvPr>
          <p:cNvSpPr>
            <a:spLocks noChangeArrowheads="1"/>
          </p:cNvSpPr>
          <p:nvPr/>
        </p:nvSpPr>
        <p:spPr bwMode="auto">
          <a:xfrm>
            <a:off x="8616951" y="5229226"/>
            <a:ext cx="2290763" cy="1127125"/>
          </a:xfrm>
          <a:prstGeom prst="irregularSeal1">
            <a:avLst/>
          </a:prstGeom>
          <a:solidFill>
            <a:schemeClr val="bg2">
              <a:lumMod val="90000"/>
            </a:schemeClr>
          </a:solidFill>
          <a:ln w="9525" cap="sq">
            <a:solidFill>
              <a:srgbClr val="00B050"/>
            </a:solidFill>
            <a:miter lim="800000"/>
            <a:headEnd/>
            <a:tailEnd/>
          </a:ln>
        </p:spPr>
        <p:txBody>
          <a:bodyPr wrap="none" anchor="ctr"/>
          <a:lstStyle/>
          <a:p>
            <a:pPr algn="ctr">
              <a:lnSpc>
                <a:spcPct val="90000"/>
              </a:lnSpc>
              <a:spcAft>
                <a:spcPts val="588"/>
              </a:spcAft>
              <a:buClr>
                <a:schemeClr val="tx2"/>
              </a:buClr>
              <a:buSzPct val="80000"/>
              <a:defRPr/>
            </a:pPr>
            <a:r>
              <a:rPr kumimoji="1" lang="zh-CN" altLang="en-US" sz="2800" dirty="0">
                <a:latin typeface="黑体" pitchFamily="49" charset="-122"/>
                <a:ea typeface="黑体" pitchFamily="49" charset="-122"/>
              </a:rPr>
              <a:t>找到了！</a:t>
            </a:r>
          </a:p>
        </p:txBody>
      </p:sp>
      <p:sp>
        <p:nvSpPr>
          <p:cNvPr id="28" name="Rectangle 2">
            <a:extLst>
              <a:ext uri="{FF2B5EF4-FFF2-40B4-BE49-F238E27FC236}">
                <a16:creationId xmlns:a16="http://schemas.microsoft.com/office/drawing/2014/main" id="{4F6A5D86-BE78-3348-9752-0EDFB113AD07}"/>
              </a:ext>
            </a:extLst>
          </p:cNvPr>
          <p:cNvSpPr txBox="1">
            <a:spLocks noChangeArrowheads="1"/>
          </p:cNvSpPr>
          <p:nvPr/>
        </p:nvSpPr>
        <p:spPr bwMode="auto">
          <a:xfrm>
            <a:off x="263352" y="-35392"/>
            <a:ext cx="8915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eaLnBrk="0" fontAlgn="base" hangingPunct="0">
              <a:spcBef>
                <a:spcPct val="0"/>
              </a:spcBef>
              <a:spcAft>
                <a:spcPct val="0"/>
              </a:spcAft>
              <a:defRPr sz="3600" b="1" kern="1200">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9pPr>
          </a:lstStyle>
          <a:p>
            <a:pPr algn="l" defTabSz="914400"/>
            <a:r>
              <a:rPr lang="en-US" altLang="zh-CN" dirty="0"/>
              <a:t>11.4.3</a:t>
            </a:r>
            <a:r>
              <a:rPr lang="zh-CN" altLang="en-US" dirty="0"/>
              <a:t> 折半查找原理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2530"/>
                                        </p:tgtEl>
                                        <p:attrNameLst>
                                          <p:attrName>style.visibility</p:attrName>
                                        </p:attrNameLst>
                                      </p:cBhvr>
                                      <p:to>
                                        <p:strVal val="visible"/>
                                      </p:to>
                                    </p:set>
                                    <p:animEffect transition="in" filter="box(in)">
                                      <p:cBhvr>
                                        <p:cTn id="7" dur="500"/>
                                        <p:tgtEl>
                                          <p:spTgt spid="62530"/>
                                        </p:tgtEl>
                                      </p:cBhvr>
                                    </p:animEffect>
                                  </p:childTnLst>
                                </p:cTn>
                              </p:par>
                              <p:par>
                                <p:cTn id="8" presetID="4" presetClass="entr" presetSubtype="16" fill="hold" nodeType="withEffect">
                                  <p:stCondLst>
                                    <p:cond delay="0"/>
                                  </p:stCondLst>
                                  <p:childTnLst>
                                    <p:set>
                                      <p:cBhvr>
                                        <p:cTn id="9" dur="1" fill="hold">
                                          <p:stCondLst>
                                            <p:cond delay="0"/>
                                          </p:stCondLst>
                                        </p:cTn>
                                        <p:tgtEl>
                                          <p:spTgt spid="386051"/>
                                        </p:tgtEl>
                                        <p:attrNameLst>
                                          <p:attrName>style.visibility</p:attrName>
                                        </p:attrNameLst>
                                      </p:cBhvr>
                                      <p:to>
                                        <p:strVal val="visible"/>
                                      </p:to>
                                    </p:set>
                                    <p:animEffect transition="in" filter="box(in)">
                                      <p:cBhvr>
                                        <p:cTn id="10" dur="500"/>
                                        <p:tgtEl>
                                          <p:spTgt spid="386051"/>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386111"/>
                                        </p:tgtEl>
                                        <p:attrNameLst>
                                          <p:attrName>style.visibility</p:attrName>
                                        </p:attrNameLst>
                                      </p:cBhvr>
                                      <p:to>
                                        <p:strVal val="visible"/>
                                      </p:to>
                                    </p:set>
                                    <p:animEffect transition="in" filter="box(in)">
                                      <p:cBhvr>
                                        <p:cTn id="13" dur="500"/>
                                        <p:tgtEl>
                                          <p:spTgt spid="386111"/>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box(in)">
                                      <p:cBhvr>
                                        <p:cTn id="16" dur="500"/>
                                        <p:tgtEl>
                                          <p:spTgt spid="16"/>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box(in)">
                                      <p:cBhvr>
                                        <p:cTn id="19" dur="500"/>
                                        <p:tgtEl>
                                          <p:spTgt spid="19"/>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4"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down)">
                                      <p:cBhvr>
                                        <p:cTn id="24" dur="500"/>
                                        <p:tgtEl>
                                          <p:spTgt spid="12"/>
                                        </p:tgtEl>
                                      </p:cBhvr>
                                    </p:animEffect>
                                  </p:childTnLst>
                                </p:cTn>
                              </p:par>
                            </p:childTnLst>
                          </p:cTn>
                        </p:par>
                        <p:par>
                          <p:cTn id="25" fill="hold" nodeType="afterGroup">
                            <p:stCondLst>
                              <p:cond delay="500"/>
                            </p:stCondLst>
                            <p:childTnLst>
                              <p:par>
                                <p:cTn id="26" presetID="22" presetClass="entr" presetSubtype="4" fill="hold" grpId="0" nodeType="afterEffect">
                                  <p:stCondLst>
                                    <p:cond delay="0"/>
                                  </p:stCondLst>
                                  <p:childTnLst>
                                    <p:set>
                                      <p:cBhvr>
                                        <p:cTn id="27" dur="1" fill="hold">
                                          <p:stCondLst>
                                            <p:cond delay="0"/>
                                          </p:stCondLst>
                                        </p:cTn>
                                        <p:tgtEl>
                                          <p:spTgt spid="49221"/>
                                        </p:tgtEl>
                                        <p:attrNameLst>
                                          <p:attrName>style.visibility</p:attrName>
                                        </p:attrNameLst>
                                      </p:cBhvr>
                                      <p:to>
                                        <p:strVal val="visible"/>
                                      </p:to>
                                    </p:set>
                                    <p:animEffect transition="in" filter="wipe(down)">
                                      <p:cBhvr>
                                        <p:cTn id="28" dur="500"/>
                                        <p:tgtEl>
                                          <p:spTgt spid="4922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49221"/>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12"/>
                                        </p:tgtEl>
                                        <p:attrNameLst>
                                          <p:attrName>style.visibility</p:attrName>
                                        </p:attrNameLst>
                                      </p:cBhvr>
                                      <p:to>
                                        <p:strVal val="hidden"/>
                                      </p:to>
                                    </p:set>
                                  </p:childTnLst>
                                </p:cTn>
                              </p:par>
                              <p:par>
                                <p:cTn id="35" presetID="23" presetClass="entr" presetSubtype="16"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 calcmode="lin" valueType="num">
                                      <p:cBhvr>
                                        <p:cTn id="37" dur="500" fill="hold"/>
                                        <p:tgtEl>
                                          <p:spTgt spid="22"/>
                                        </p:tgtEl>
                                        <p:attrNameLst>
                                          <p:attrName>ppt_w</p:attrName>
                                        </p:attrNameLst>
                                      </p:cBhvr>
                                      <p:tavLst>
                                        <p:tav tm="0">
                                          <p:val>
                                            <p:fltVal val="0"/>
                                          </p:val>
                                        </p:tav>
                                        <p:tav tm="100000">
                                          <p:val>
                                            <p:strVal val="#ppt_w"/>
                                          </p:val>
                                        </p:tav>
                                      </p:tavLst>
                                    </p:anim>
                                    <p:anim calcmode="lin" valueType="num">
                                      <p:cBhvr>
                                        <p:cTn id="38" dur="500" fill="hold"/>
                                        <p:tgtEl>
                                          <p:spTgt spid="22"/>
                                        </p:tgtEl>
                                        <p:attrNameLst>
                                          <p:attrName>ppt_h</p:attrName>
                                        </p:attrNameLst>
                                      </p:cBhvr>
                                      <p:tavLst>
                                        <p:tav tm="0">
                                          <p:val>
                                            <p:fltVal val="0"/>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3" presetClass="entr" presetSubtype="16"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p:cTn id="43" dur="500" fill="hold"/>
                                        <p:tgtEl>
                                          <p:spTgt spid="13"/>
                                        </p:tgtEl>
                                        <p:attrNameLst>
                                          <p:attrName>ppt_w</p:attrName>
                                        </p:attrNameLst>
                                      </p:cBhvr>
                                      <p:tavLst>
                                        <p:tav tm="0">
                                          <p:val>
                                            <p:fltVal val="0"/>
                                          </p:val>
                                        </p:tav>
                                        <p:tav tm="100000">
                                          <p:val>
                                            <p:strVal val="#ppt_w"/>
                                          </p:val>
                                        </p:tav>
                                      </p:tavLst>
                                    </p:anim>
                                    <p:anim calcmode="lin" valueType="num">
                                      <p:cBhvr>
                                        <p:cTn id="44" dur="5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4" presetClass="entr" presetSubtype="16" fill="hold" nodeType="clickEffect">
                                  <p:stCondLst>
                                    <p:cond delay="0"/>
                                  </p:stCondLst>
                                  <p:childTnLst>
                                    <p:set>
                                      <p:cBhvr>
                                        <p:cTn id="48" dur="1" fill="hold">
                                          <p:stCondLst>
                                            <p:cond delay="0"/>
                                          </p:stCondLst>
                                        </p:cTn>
                                        <p:tgtEl>
                                          <p:spTgt spid="386071"/>
                                        </p:tgtEl>
                                        <p:attrNameLst>
                                          <p:attrName>style.visibility</p:attrName>
                                        </p:attrNameLst>
                                      </p:cBhvr>
                                      <p:to>
                                        <p:strVal val="visible"/>
                                      </p:to>
                                    </p:set>
                                    <p:animEffect transition="in" filter="box(in)">
                                      <p:cBhvr>
                                        <p:cTn id="49" dur="500"/>
                                        <p:tgtEl>
                                          <p:spTgt spid="386071"/>
                                        </p:tgtEl>
                                      </p:cBhvr>
                                    </p:animEffect>
                                  </p:childTnLst>
                                </p:cTn>
                              </p:par>
                              <p:par>
                                <p:cTn id="50" presetID="4" presetClass="entr" presetSubtype="16" fill="hold" grpId="0" nodeType="withEffect">
                                  <p:stCondLst>
                                    <p:cond delay="0"/>
                                  </p:stCondLst>
                                  <p:childTnLst>
                                    <p:set>
                                      <p:cBhvr>
                                        <p:cTn id="51" dur="1" fill="hold">
                                          <p:stCondLst>
                                            <p:cond delay="0"/>
                                          </p:stCondLst>
                                        </p:cTn>
                                        <p:tgtEl>
                                          <p:spTgt spid="386112"/>
                                        </p:tgtEl>
                                        <p:attrNameLst>
                                          <p:attrName>style.visibility</p:attrName>
                                        </p:attrNameLst>
                                      </p:cBhvr>
                                      <p:to>
                                        <p:strVal val="visible"/>
                                      </p:to>
                                    </p:set>
                                    <p:animEffect transition="in" filter="box(in)">
                                      <p:cBhvr>
                                        <p:cTn id="52" dur="500"/>
                                        <p:tgtEl>
                                          <p:spTgt spid="386112"/>
                                        </p:tgtEl>
                                      </p:cBhvr>
                                    </p:animEffect>
                                  </p:childTnLst>
                                </p:cTn>
                              </p:par>
                              <p:par>
                                <p:cTn id="53" presetID="4" presetClass="entr" presetSubtype="16"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box(in)">
                                      <p:cBhvr>
                                        <p:cTn id="55" dur="500"/>
                                        <p:tgtEl>
                                          <p:spTgt spid="17"/>
                                        </p:tgtEl>
                                      </p:cBhvr>
                                    </p:animEffect>
                                  </p:childTnLst>
                                </p:cTn>
                              </p:par>
                              <p:par>
                                <p:cTn id="56" presetID="4" presetClass="entr" presetSubtype="16"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box(in)">
                                      <p:cBhvr>
                                        <p:cTn id="58" dur="500"/>
                                        <p:tgtEl>
                                          <p:spTgt spid="20"/>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3"/>
                                        </p:tgtEl>
                                        <p:attrNameLst>
                                          <p:attrName>style.visibility</p:attrName>
                                        </p:attrNameLst>
                                      </p:cBhvr>
                                      <p:to>
                                        <p:strVal val="visible"/>
                                      </p:to>
                                    </p:set>
                                    <p:anim calcmode="lin" valueType="num">
                                      <p:cBhvr>
                                        <p:cTn id="63" dur="500" fill="hold"/>
                                        <p:tgtEl>
                                          <p:spTgt spid="23"/>
                                        </p:tgtEl>
                                        <p:attrNameLst>
                                          <p:attrName>ppt_w</p:attrName>
                                        </p:attrNameLst>
                                      </p:cBhvr>
                                      <p:tavLst>
                                        <p:tav tm="0">
                                          <p:val>
                                            <p:fltVal val="0"/>
                                          </p:val>
                                        </p:tav>
                                        <p:tav tm="100000">
                                          <p:val>
                                            <p:strVal val="#ppt_w"/>
                                          </p:val>
                                        </p:tav>
                                      </p:tavLst>
                                    </p:anim>
                                    <p:anim calcmode="lin" valueType="num">
                                      <p:cBhvr>
                                        <p:cTn id="64" dur="500" fill="hold"/>
                                        <p:tgtEl>
                                          <p:spTgt spid="23"/>
                                        </p:tgtEl>
                                        <p:attrNameLst>
                                          <p:attrName>ppt_h</p:attrName>
                                        </p:attrNameLst>
                                      </p:cBhvr>
                                      <p:tavLst>
                                        <p:tav tm="0">
                                          <p:val>
                                            <p:fltVal val="0"/>
                                          </p:val>
                                        </p:tav>
                                        <p:tav tm="100000">
                                          <p:val>
                                            <p:strVal val="#ppt_h"/>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23" presetClass="entr" presetSubtype="16" fill="hold" grpId="0" nodeType="clickEffect">
                                  <p:stCondLst>
                                    <p:cond delay="0"/>
                                  </p:stCondLst>
                                  <p:childTnLst>
                                    <p:set>
                                      <p:cBhvr>
                                        <p:cTn id="68" dur="1" fill="hold">
                                          <p:stCondLst>
                                            <p:cond delay="0"/>
                                          </p:stCondLst>
                                        </p:cTn>
                                        <p:tgtEl>
                                          <p:spTgt spid="14"/>
                                        </p:tgtEl>
                                        <p:attrNameLst>
                                          <p:attrName>style.visibility</p:attrName>
                                        </p:attrNameLst>
                                      </p:cBhvr>
                                      <p:to>
                                        <p:strVal val="visible"/>
                                      </p:to>
                                    </p:set>
                                    <p:anim calcmode="lin" valueType="num">
                                      <p:cBhvr>
                                        <p:cTn id="69" dur="500" fill="hold"/>
                                        <p:tgtEl>
                                          <p:spTgt spid="14"/>
                                        </p:tgtEl>
                                        <p:attrNameLst>
                                          <p:attrName>ppt_w</p:attrName>
                                        </p:attrNameLst>
                                      </p:cBhvr>
                                      <p:tavLst>
                                        <p:tav tm="0">
                                          <p:val>
                                            <p:fltVal val="0"/>
                                          </p:val>
                                        </p:tav>
                                        <p:tav tm="100000">
                                          <p:val>
                                            <p:strVal val="#ppt_w"/>
                                          </p:val>
                                        </p:tav>
                                      </p:tavLst>
                                    </p:anim>
                                    <p:anim calcmode="lin" valueType="num">
                                      <p:cBhvr>
                                        <p:cTn id="70"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71" fill="hold" nodeType="clickPar">
                      <p:stCondLst>
                        <p:cond delay="indefinite"/>
                      </p:stCondLst>
                      <p:childTnLst>
                        <p:par>
                          <p:cTn id="72" fill="hold" nodeType="withGroup">
                            <p:stCondLst>
                              <p:cond delay="0"/>
                            </p:stCondLst>
                            <p:childTnLst>
                              <p:par>
                                <p:cTn id="73" presetID="4" presetClass="entr" presetSubtype="16" fill="hold" nodeType="clickEffect">
                                  <p:stCondLst>
                                    <p:cond delay="0"/>
                                  </p:stCondLst>
                                  <p:childTnLst>
                                    <p:set>
                                      <p:cBhvr>
                                        <p:cTn id="74" dur="1" fill="hold">
                                          <p:stCondLst>
                                            <p:cond delay="0"/>
                                          </p:stCondLst>
                                        </p:cTn>
                                        <p:tgtEl>
                                          <p:spTgt spid="62550"/>
                                        </p:tgtEl>
                                        <p:attrNameLst>
                                          <p:attrName>style.visibility</p:attrName>
                                        </p:attrNameLst>
                                      </p:cBhvr>
                                      <p:to>
                                        <p:strVal val="visible"/>
                                      </p:to>
                                    </p:set>
                                    <p:animEffect transition="in" filter="box(in)">
                                      <p:cBhvr>
                                        <p:cTn id="75" dur="500"/>
                                        <p:tgtEl>
                                          <p:spTgt spid="62550"/>
                                        </p:tgtEl>
                                      </p:cBhvr>
                                    </p:animEffect>
                                  </p:childTnLst>
                                </p:cTn>
                              </p:par>
                              <p:par>
                                <p:cTn id="76" presetID="4" presetClass="entr" presetSubtype="16" fill="hold" grpId="0" nodeType="withEffect">
                                  <p:stCondLst>
                                    <p:cond delay="0"/>
                                  </p:stCondLst>
                                  <p:childTnLst>
                                    <p:set>
                                      <p:cBhvr>
                                        <p:cTn id="77" dur="1" fill="hold">
                                          <p:stCondLst>
                                            <p:cond delay="0"/>
                                          </p:stCondLst>
                                        </p:cTn>
                                        <p:tgtEl>
                                          <p:spTgt spid="386113"/>
                                        </p:tgtEl>
                                        <p:attrNameLst>
                                          <p:attrName>style.visibility</p:attrName>
                                        </p:attrNameLst>
                                      </p:cBhvr>
                                      <p:to>
                                        <p:strVal val="visible"/>
                                      </p:to>
                                    </p:set>
                                    <p:animEffect transition="in" filter="box(in)">
                                      <p:cBhvr>
                                        <p:cTn id="78" dur="500"/>
                                        <p:tgtEl>
                                          <p:spTgt spid="386113"/>
                                        </p:tgtEl>
                                      </p:cBhvr>
                                    </p:animEffect>
                                  </p:childTnLst>
                                </p:cTn>
                              </p:par>
                              <p:par>
                                <p:cTn id="79" presetID="4" presetClass="entr" presetSubtype="16" fill="hold" grpId="0" nodeType="withEffect">
                                  <p:stCondLst>
                                    <p:cond delay="0"/>
                                  </p:stCondLst>
                                  <p:childTnLst>
                                    <p:set>
                                      <p:cBhvr>
                                        <p:cTn id="80" dur="1" fill="hold">
                                          <p:stCondLst>
                                            <p:cond delay="0"/>
                                          </p:stCondLst>
                                        </p:cTn>
                                        <p:tgtEl>
                                          <p:spTgt spid="18"/>
                                        </p:tgtEl>
                                        <p:attrNameLst>
                                          <p:attrName>style.visibility</p:attrName>
                                        </p:attrNameLst>
                                      </p:cBhvr>
                                      <p:to>
                                        <p:strVal val="visible"/>
                                      </p:to>
                                    </p:set>
                                    <p:animEffect transition="in" filter="box(in)">
                                      <p:cBhvr>
                                        <p:cTn id="81" dur="500"/>
                                        <p:tgtEl>
                                          <p:spTgt spid="18"/>
                                        </p:tgtEl>
                                      </p:cBhvr>
                                    </p:animEffect>
                                  </p:childTnLst>
                                </p:cTn>
                              </p:par>
                              <p:par>
                                <p:cTn id="82" presetID="4" presetClass="entr" presetSubtype="16" fill="hold" grpId="0" nodeType="withEffect">
                                  <p:stCondLst>
                                    <p:cond delay="0"/>
                                  </p:stCondLst>
                                  <p:childTnLst>
                                    <p:set>
                                      <p:cBhvr>
                                        <p:cTn id="83" dur="1" fill="hold">
                                          <p:stCondLst>
                                            <p:cond delay="0"/>
                                          </p:stCondLst>
                                        </p:cTn>
                                        <p:tgtEl>
                                          <p:spTgt spid="21"/>
                                        </p:tgtEl>
                                        <p:attrNameLst>
                                          <p:attrName>style.visibility</p:attrName>
                                        </p:attrNameLst>
                                      </p:cBhvr>
                                      <p:to>
                                        <p:strVal val="visible"/>
                                      </p:to>
                                    </p:set>
                                    <p:animEffect transition="in" filter="box(in)">
                                      <p:cBhvr>
                                        <p:cTn id="84" dur="500"/>
                                        <p:tgtEl>
                                          <p:spTgt spid="21"/>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3" presetClass="entr" presetSubtype="16" fill="hold" grpId="0" nodeType="clickEffect">
                                  <p:stCondLst>
                                    <p:cond delay="0"/>
                                  </p:stCondLst>
                                  <p:childTnLst>
                                    <p:set>
                                      <p:cBhvr>
                                        <p:cTn id="88" dur="1" fill="hold">
                                          <p:stCondLst>
                                            <p:cond delay="0"/>
                                          </p:stCondLst>
                                        </p:cTn>
                                        <p:tgtEl>
                                          <p:spTgt spid="24"/>
                                        </p:tgtEl>
                                        <p:attrNameLst>
                                          <p:attrName>style.visibility</p:attrName>
                                        </p:attrNameLst>
                                      </p:cBhvr>
                                      <p:to>
                                        <p:strVal val="visible"/>
                                      </p:to>
                                    </p:set>
                                    <p:anim calcmode="lin" valueType="num">
                                      <p:cBhvr>
                                        <p:cTn id="89" dur="500" fill="hold"/>
                                        <p:tgtEl>
                                          <p:spTgt spid="24"/>
                                        </p:tgtEl>
                                        <p:attrNameLst>
                                          <p:attrName>ppt_w</p:attrName>
                                        </p:attrNameLst>
                                      </p:cBhvr>
                                      <p:tavLst>
                                        <p:tav tm="0">
                                          <p:val>
                                            <p:fltVal val="0"/>
                                          </p:val>
                                        </p:tav>
                                        <p:tav tm="100000">
                                          <p:val>
                                            <p:strVal val="#ppt_w"/>
                                          </p:val>
                                        </p:tav>
                                      </p:tavLst>
                                    </p:anim>
                                    <p:anim calcmode="lin" valueType="num">
                                      <p:cBhvr>
                                        <p:cTn id="90" dur="500" fill="hold"/>
                                        <p:tgtEl>
                                          <p:spTgt spid="24"/>
                                        </p:tgtEl>
                                        <p:attrNameLst>
                                          <p:attrName>ppt_h</p:attrName>
                                        </p:attrNameLst>
                                      </p:cBhvr>
                                      <p:tavLst>
                                        <p:tav tm="0">
                                          <p:val>
                                            <p:fltVal val="0"/>
                                          </p:val>
                                        </p:tav>
                                        <p:tav tm="100000">
                                          <p:val>
                                            <p:strVal val="#ppt_h"/>
                                          </p:val>
                                        </p:tav>
                                      </p:tavLst>
                                    </p:anim>
                                  </p:childTnLst>
                                </p:cTn>
                              </p:par>
                            </p:childTnLst>
                          </p:cTn>
                        </p:par>
                      </p:childTnLst>
                    </p:cTn>
                  </p:par>
                  <p:par>
                    <p:cTn id="91" fill="hold" nodeType="clickPar">
                      <p:stCondLst>
                        <p:cond delay="indefinite"/>
                      </p:stCondLst>
                      <p:childTnLst>
                        <p:par>
                          <p:cTn id="92" fill="hold" nodeType="withGroup">
                            <p:stCondLst>
                              <p:cond delay="0"/>
                            </p:stCondLst>
                            <p:childTnLst>
                              <p:par>
                                <p:cTn id="93" presetID="23" presetClass="entr" presetSubtype="16" fill="hold" grpId="0" nodeType="clickEffect">
                                  <p:stCondLst>
                                    <p:cond delay="0"/>
                                  </p:stCondLst>
                                  <p:childTnLst>
                                    <p:set>
                                      <p:cBhvr>
                                        <p:cTn id="94" dur="1" fill="hold">
                                          <p:stCondLst>
                                            <p:cond delay="0"/>
                                          </p:stCondLst>
                                        </p:cTn>
                                        <p:tgtEl>
                                          <p:spTgt spid="15"/>
                                        </p:tgtEl>
                                        <p:attrNameLst>
                                          <p:attrName>style.visibility</p:attrName>
                                        </p:attrNameLst>
                                      </p:cBhvr>
                                      <p:to>
                                        <p:strVal val="visible"/>
                                      </p:to>
                                    </p:set>
                                    <p:anim calcmode="lin" valueType="num">
                                      <p:cBhvr>
                                        <p:cTn id="95" dur="500" fill="hold"/>
                                        <p:tgtEl>
                                          <p:spTgt spid="15"/>
                                        </p:tgtEl>
                                        <p:attrNameLst>
                                          <p:attrName>ppt_w</p:attrName>
                                        </p:attrNameLst>
                                      </p:cBhvr>
                                      <p:tavLst>
                                        <p:tav tm="0">
                                          <p:val>
                                            <p:fltVal val="0"/>
                                          </p:val>
                                        </p:tav>
                                        <p:tav tm="100000">
                                          <p:val>
                                            <p:strVal val="#ppt_w"/>
                                          </p:val>
                                        </p:tav>
                                      </p:tavLst>
                                    </p:anim>
                                    <p:anim calcmode="lin" valueType="num">
                                      <p:cBhvr>
                                        <p:cTn id="96"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97" fill="hold" nodeType="clickPar">
                      <p:stCondLst>
                        <p:cond delay="indefinite"/>
                      </p:stCondLst>
                      <p:childTnLst>
                        <p:par>
                          <p:cTn id="98" fill="hold" nodeType="withGroup">
                            <p:stCondLst>
                              <p:cond delay="0"/>
                            </p:stCondLst>
                            <p:childTnLst>
                              <p:par>
                                <p:cTn id="99" presetID="4" presetClass="entr" presetSubtype="32" fill="hold" grpId="0" nodeType="clickEffect">
                                  <p:stCondLst>
                                    <p:cond delay="0"/>
                                  </p:stCondLst>
                                  <p:childTnLst>
                                    <p:set>
                                      <p:cBhvr>
                                        <p:cTn id="100" dur="1" fill="hold">
                                          <p:stCondLst>
                                            <p:cond delay="0"/>
                                          </p:stCondLst>
                                        </p:cTn>
                                        <p:tgtEl>
                                          <p:spTgt spid="27"/>
                                        </p:tgtEl>
                                        <p:attrNameLst>
                                          <p:attrName>style.visibility</p:attrName>
                                        </p:attrNameLst>
                                      </p:cBhvr>
                                      <p:to>
                                        <p:strVal val="visible"/>
                                      </p:to>
                                    </p:set>
                                    <p:animEffect transition="in" filter="box(out)">
                                      <p:cBhvr>
                                        <p:cTn id="101"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111" grpId="0" animBg="1"/>
      <p:bldP spid="386112" grpId="0" animBg="1"/>
      <p:bldP spid="386113" grpId="0" animBg="1"/>
      <p:bldP spid="62530" grpId="0"/>
      <p:bldP spid="49221" grpId="0" animBg="1"/>
      <p:bldP spid="49221" grpId="1" animBg="1"/>
      <p:bldP spid="13" grpId="0"/>
      <p:bldP spid="14" grpId="0"/>
      <p:bldP spid="15" grpId="0"/>
      <p:bldP spid="16" grpId="0"/>
      <p:bldP spid="17" grpId="0"/>
      <p:bldP spid="18" grpId="0"/>
      <p:bldP spid="19" grpId="0"/>
      <p:bldP spid="20" grpId="0"/>
      <p:bldP spid="21" grpId="0"/>
      <p:bldP spid="22" grpId="0"/>
      <p:bldP spid="23" grpId="0"/>
      <p:bldP spid="24" grpId="0"/>
      <p:bldP spid="2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E873B96-AADF-63EA-2A96-01BAE02D2A39}"/>
              </a:ext>
            </a:extLst>
          </p:cNvPr>
          <p:cNvSpPr>
            <a:spLocks noGrp="1"/>
          </p:cNvSpPr>
          <p:nvPr>
            <p:ph type="sldNum" sz="quarter" idx="10"/>
          </p:nvPr>
        </p:nvSpPr>
        <p:spPr/>
        <p:txBody>
          <a:bodyPr/>
          <a:lstStyle/>
          <a:p>
            <a:pPr>
              <a:defRPr/>
            </a:pPr>
            <a:fld id="{C8D98E1D-7B5A-9646-9B81-7E432971A0A6}" type="slidenum">
              <a:rPr lang="en-US" altLang="zh-CN" smtClean="0"/>
              <a:pPr>
                <a:defRPr/>
              </a:pPr>
              <a:t>29</a:t>
            </a:fld>
            <a:endParaRPr lang="zh-CN" altLang="en-US" dirty="0"/>
          </a:p>
        </p:txBody>
      </p:sp>
      <p:graphicFrame>
        <p:nvGraphicFramePr>
          <p:cNvPr id="386051" name="Group 3">
            <a:extLst>
              <a:ext uri="{FF2B5EF4-FFF2-40B4-BE49-F238E27FC236}">
                <a16:creationId xmlns:a16="http://schemas.microsoft.com/office/drawing/2014/main" id="{6B91857B-1C7C-C54C-A64F-F3F3047476A0}"/>
              </a:ext>
            </a:extLst>
          </p:cNvPr>
          <p:cNvGraphicFramePr>
            <a:graphicFrameLocks noGrp="1"/>
          </p:cNvGraphicFramePr>
          <p:nvPr/>
        </p:nvGraphicFramePr>
        <p:xfrm>
          <a:off x="2551113" y="2076450"/>
          <a:ext cx="4622800" cy="457200"/>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4572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dirty="0">
                          <a:ln>
                            <a:noFill/>
                          </a:ln>
                          <a:solidFill>
                            <a:srgbClr val="000066"/>
                          </a:solidFill>
                          <a:effectLst/>
                          <a:latin typeface="Courier New" charset="0"/>
                          <a:ea typeface="宋体" charset="0"/>
                        </a:rPr>
                        <a:t>1</a:t>
                      </a: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000">
                        <a:alpha val="50195"/>
                      </a:srgbClr>
                    </a:solid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2</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3</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4</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6</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7</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10</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12</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alpha val="50195"/>
                      </a:srgbClr>
                    </a:solidFill>
                  </a:tcPr>
                </a:tc>
                <a:extLst>
                  <a:ext uri="{0D108BD9-81ED-4DB2-BD59-A6C34878D82A}">
                    <a16:rowId xmlns:a16="http://schemas.microsoft.com/office/drawing/2014/main" val="10000"/>
                  </a:ext>
                </a:extLst>
              </a:tr>
            </a:tbl>
          </a:graphicData>
        </a:graphic>
      </p:graphicFrame>
      <p:graphicFrame>
        <p:nvGraphicFramePr>
          <p:cNvPr id="386071" name="Group 23">
            <a:extLst>
              <a:ext uri="{FF2B5EF4-FFF2-40B4-BE49-F238E27FC236}">
                <a16:creationId xmlns:a16="http://schemas.microsoft.com/office/drawing/2014/main" id="{B4A0011D-69EC-A649-AD70-BCC31FF009AE}"/>
              </a:ext>
            </a:extLst>
          </p:cNvPr>
          <p:cNvGraphicFramePr>
            <a:graphicFrameLocks noGrp="1"/>
          </p:cNvGraphicFramePr>
          <p:nvPr/>
        </p:nvGraphicFramePr>
        <p:xfrm>
          <a:off x="2551113" y="2924175"/>
          <a:ext cx="4622800" cy="533400"/>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5334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dirty="0">
                          <a:ln>
                            <a:noFill/>
                          </a:ln>
                          <a:solidFill>
                            <a:srgbClr val="000066"/>
                          </a:solidFill>
                          <a:effectLst/>
                          <a:latin typeface="Courier New" charset="0"/>
                          <a:ea typeface="宋体" charset="0"/>
                        </a:rPr>
                        <a:t>1</a:t>
                      </a: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2</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3</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4</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6</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000">
                        <a:alpha val="50195"/>
                      </a:srgbClr>
                    </a:solid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7</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10</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12</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alpha val="50195"/>
                      </a:srgbClr>
                    </a:solidFill>
                  </a:tcPr>
                </a:tc>
                <a:extLst>
                  <a:ext uri="{0D108BD9-81ED-4DB2-BD59-A6C34878D82A}">
                    <a16:rowId xmlns:a16="http://schemas.microsoft.com/office/drawing/2014/main" val="10000"/>
                  </a:ext>
                </a:extLst>
              </a:tr>
            </a:tbl>
          </a:graphicData>
        </a:graphic>
      </p:graphicFrame>
      <p:graphicFrame>
        <p:nvGraphicFramePr>
          <p:cNvPr id="386091" name="Group 43">
            <a:extLst>
              <a:ext uri="{FF2B5EF4-FFF2-40B4-BE49-F238E27FC236}">
                <a16:creationId xmlns:a16="http://schemas.microsoft.com/office/drawing/2014/main" id="{16271A79-58CF-8342-AC37-D34A60CD39DF}"/>
              </a:ext>
            </a:extLst>
          </p:cNvPr>
          <p:cNvGraphicFramePr>
            <a:graphicFrameLocks noGrp="1"/>
          </p:cNvGraphicFramePr>
          <p:nvPr/>
        </p:nvGraphicFramePr>
        <p:xfrm>
          <a:off x="2551113" y="4076700"/>
          <a:ext cx="4622800" cy="533400"/>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5334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dirty="0">
                          <a:ln>
                            <a:noFill/>
                          </a:ln>
                          <a:solidFill>
                            <a:srgbClr val="000066"/>
                          </a:solidFill>
                          <a:effectLst/>
                          <a:latin typeface="Courier New" charset="0"/>
                          <a:ea typeface="宋体" charset="0"/>
                        </a:rPr>
                        <a:t>1</a:t>
                      </a: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2</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3</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4</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6</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7</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10</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D85B"/>
                    </a:solid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12</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alpha val="50195"/>
                      </a:srgbClr>
                    </a:solidFill>
                  </a:tcPr>
                </a:tc>
                <a:extLst>
                  <a:ext uri="{0D108BD9-81ED-4DB2-BD59-A6C34878D82A}">
                    <a16:rowId xmlns:a16="http://schemas.microsoft.com/office/drawing/2014/main" val="10000"/>
                  </a:ext>
                </a:extLst>
              </a:tr>
            </a:tbl>
          </a:graphicData>
        </a:graphic>
      </p:graphicFrame>
      <p:sp>
        <p:nvSpPr>
          <p:cNvPr id="386111" name="Rectangle 63">
            <a:extLst>
              <a:ext uri="{FF2B5EF4-FFF2-40B4-BE49-F238E27FC236}">
                <a16:creationId xmlns:a16="http://schemas.microsoft.com/office/drawing/2014/main" id="{E8EB7CEA-8280-CC41-90F3-3C059982085C}"/>
              </a:ext>
            </a:extLst>
          </p:cNvPr>
          <p:cNvSpPr>
            <a:spLocks noChangeArrowheads="1"/>
          </p:cNvSpPr>
          <p:nvPr/>
        </p:nvSpPr>
        <p:spPr bwMode="auto">
          <a:xfrm>
            <a:off x="1774825" y="2041525"/>
            <a:ext cx="577850" cy="533400"/>
          </a:xfrm>
          <a:prstGeom prst="rect">
            <a:avLst/>
          </a:prstGeom>
          <a:solidFill>
            <a:srgbClr val="FFCCFF"/>
          </a:solidFill>
          <a:ln w="9525">
            <a:solidFill>
              <a:schemeClr val="tx1"/>
            </a:solidFill>
            <a:miter lim="800000"/>
            <a:headEnd/>
            <a:tailEnd/>
          </a:ln>
        </p:spPr>
        <p:txBody>
          <a:bodyPr wrap="none" anchor="ct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a:lnSpc>
                <a:spcPct val="90000"/>
              </a:lnSpc>
              <a:spcBef>
                <a:spcPct val="0"/>
              </a:spcBef>
              <a:spcAft>
                <a:spcPts val="588"/>
              </a:spcAft>
              <a:buSzPct val="80000"/>
              <a:buNone/>
            </a:pPr>
            <a:r>
              <a:rPr lang="en-US" altLang="zh-CN" sz="2400" b="1">
                <a:latin typeface="Courier New" panose="02070309020205020404" pitchFamily="49" charset="0"/>
              </a:rPr>
              <a:t>9</a:t>
            </a:r>
          </a:p>
        </p:txBody>
      </p:sp>
      <p:sp>
        <p:nvSpPr>
          <p:cNvPr id="386112" name="Rectangle 64">
            <a:extLst>
              <a:ext uri="{FF2B5EF4-FFF2-40B4-BE49-F238E27FC236}">
                <a16:creationId xmlns:a16="http://schemas.microsoft.com/office/drawing/2014/main" id="{9B1DA67C-5AA9-A340-A8ED-C6E70F6B2AA2}"/>
              </a:ext>
            </a:extLst>
          </p:cNvPr>
          <p:cNvSpPr>
            <a:spLocks noChangeArrowheads="1"/>
          </p:cNvSpPr>
          <p:nvPr/>
        </p:nvSpPr>
        <p:spPr bwMode="auto">
          <a:xfrm>
            <a:off x="1754188" y="2924175"/>
            <a:ext cx="577850" cy="533400"/>
          </a:xfrm>
          <a:prstGeom prst="rect">
            <a:avLst/>
          </a:prstGeom>
          <a:solidFill>
            <a:srgbClr val="FFCCFF"/>
          </a:solidFill>
          <a:ln w="9525">
            <a:solidFill>
              <a:schemeClr val="tx1"/>
            </a:solidFill>
            <a:miter lim="800000"/>
            <a:headEnd/>
            <a:tailEnd/>
          </a:ln>
        </p:spPr>
        <p:txBody>
          <a:bodyPr wrap="none" anchor="ct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a:lnSpc>
                <a:spcPct val="90000"/>
              </a:lnSpc>
              <a:spcBef>
                <a:spcPct val="0"/>
              </a:spcBef>
              <a:spcAft>
                <a:spcPts val="588"/>
              </a:spcAft>
              <a:buSzPct val="80000"/>
              <a:buNone/>
            </a:pPr>
            <a:r>
              <a:rPr lang="en-US" altLang="zh-CN" sz="2400" b="1">
                <a:latin typeface="Courier New" panose="02070309020205020404" pitchFamily="49" charset="0"/>
              </a:rPr>
              <a:t>9</a:t>
            </a:r>
          </a:p>
        </p:txBody>
      </p:sp>
      <p:sp>
        <p:nvSpPr>
          <p:cNvPr id="386113" name="Rectangle 65">
            <a:extLst>
              <a:ext uri="{FF2B5EF4-FFF2-40B4-BE49-F238E27FC236}">
                <a16:creationId xmlns:a16="http://schemas.microsoft.com/office/drawing/2014/main" id="{85580720-70A4-F742-876C-C1AFEA62E315}"/>
              </a:ext>
            </a:extLst>
          </p:cNvPr>
          <p:cNvSpPr>
            <a:spLocks noChangeArrowheads="1"/>
          </p:cNvSpPr>
          <p:nvPr/>
        </p:nvSpPr>
        <p:spPr bwMode="auto">
          <a:xfrm>
            <a:off x="1754188" y="4076700"/>
            <a:ext cx="577850" cy="533400"/>
          </a:xfrm>
          <a:prstGeom prst="rect">
            <a:avLst/>
          </a:prstGeom>
          <a:solidFill>
            <a:srgbClr val="FFCCFF"/>
          </a:solidFill>
          <a:ln w="9525">
            <a:solidFill>
              <a:schemeClr val="tx1"/>
            </a:solidFill>
            <a:miter lim="800000"/>
            <a:headEnd/>
            <a:tailEnd/>
          </a:ln>
        </p:spPr>
        <p:txBody>
          <a:bodyPr wrap="none" anchor="ct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a:lnSpc>
                <a:spcPct val="90000"/>
              </a:lnSpc>
              <a:spcBef>
                <a:spcPct val="0"/>
              </a:spcBef>
              <a:spcAft>
                <a:spcPts val="588"/>
              </a:spcAft>
              <a:buSzPct val="80000"/>
              <a:buNone/>
            </a:pPr>
            <a:r>
              <a:rPr lang="en-US" altLang="zh-CN" sz="2400" b="1">
                <a:latin typeface="Courier New" panose="02070309020205020404" pitchFamily="49" charset="0"/>
              </a:rPr>
              <a:t>9</a:t>
            </a:r>
          </a:p>
        </p:txBody>
      </p:sp>
      <p:sp>
        <p:nvSpPr>
          <p:cNvPr id="92225" name="Text Box 68">
            <a:extLst>
              <a:ext uri="{FF2B5EF4-FFF2-40B4-BE49-F238E27FC236}">
                <a16:creationId xmlns:a16="http://schemas.microsoft.com/office/drawing/2014/main" id="{3D9B2BBD-0AA1-C445-A06B-5F4AB6574E2A}"/>
              </a:ext>
            </a:extLst>
          </p:cNvPr>
          <p:cNvSpPr txBox="1">
            <a:spLocks noChangeArrowheads="1"/>
          </p:cNvSpPr>
          <p:nvPr/>
        </p:nvSpPr>
        <p:spPr bwMode="auto">
          <a:xfrm>
            <a:off x="1720850" y="1412875"/>
            <a:ext cx="1206500"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400">
                <a:latin typeface="Arial" panose="020B0604020202020204" pitchFamily="34" charset="0"/>
              </a:rPr>
              <a:t>key</a:t>
            </a:r>
          </a:p>
        </p:txBody>
      </p:sp>
      <p:sp>
        <p:nvSpPr>
          <p:cNvPr id="13" name="Text Box 68">
            <a:extLst>
              <a:ext uri="{FF2B5EF4-FFF2-40B4-BE49-F238E27FC236}">
                <a16:creationId xmlns:a16="http://schemas.microsoft.com/office/drawing/2014/main" id="{71B4A708-3FC0-144A-B9B4-0F68DADC89C9}"/>
              </a:ext>
            </a:extLst>
          </p:cNvPr>
          <p:cNvSpPr txBox="1">
            <a:spLocks noChangeArrowheads="1"/>
          </p:cNvSpPr>
          <p:nvPr/>
        </p:nvSpPr>
        <p:spPr bwMode="auto">
          <a:xfrm>
            <a:off x="7321550" y="2100264"/>
            <a:ext cx="3017838"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400">
                <a:latin typeface="Arial" panose="020B0604020202020204" pitchFamily="34" charset="0"/>
              </a:rPr>
              <a:t>key&gt;4, low=mid+1</a:t>
            </a:r>
          </a:p>
        </p:txBody>
      </p:sp>
      <p:sp>
        <p:nvSpPr>
          <p:cNvPr id="14" name="Text Box 68">
            <a:extLst>
              <a:ext uri="{FF2B5EF4-FFF2-40B4-BE49-F238E27FC236}">
                <a16:creationId xmlns:a16="http://schemas.microsoft.com/office/drawing/2014/main" id="{E94FB56E-AFE7-9B45-8F7D-9184E30A3438}"/>
              </a:ext>
            </a:extLst>
          </p:cNvPr>
          <p:cNvSpPr txBox="1">
            <a:spLocks noChangeArrowheads="1"/>
          </p:cNvSpPr>
          <p:nvPr/>
        </p:nvSpPr>
        <p:spPr bwMode="auto">
          <a:xfrm>
            <a:off x="7321550" y="3003550"/>
            <a:ext cx="3017838"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400">
                <a:latin typeface="Arial" panose="020B0604020202020204" pitchFamily="34" charset="0"/>
              </a:rPr>
              <a:t>key&gt;7, low=mid+1</a:t>
            </a:r>
          </a:p>
        </p:txBody>
      </p:sp>
      <p:sp>
        <p:nvSpPr>
          <p:cNvPr id="15" name="Text Box 68">
            <a:extLst>
              <a:ext uri="{FF2B5EF4-FFF2-40B4-BE49-F238E27FC236}">
                <a16:creationId xmlns:a16="http://schemas.microsoft.com/office/drawing/2014/main" id="{EC709070-165C-3249-B1C9-3BB6AECE82CB}"/>
              </a:ext>
            </a:extLst>
          </p:cNvPr>
          <p:cNvSpPr txBox="1">
            <a:spLocks noChangeArrowheads="1"/>
          </p:cNvSpPr>
          <p:nvPr/>
        </p:nvSpPr>
        <p:spPr bwMode="auto">
          <a:xfrm>
            <a:off x="7321550" y="4076700"/>
            <a:ext cx="3017838"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400">
                <a:latin typeface="Arial" panose="020B0604020202020204" pitchFamily="34" charset="0"/>
              </a:rPr>
              <a:t>key&lt;10, high=mid-1</a:t>
            </a:r>
          </a:p>
        </p:txBody>
      </p:sp>
      <p:sp>
        <p:nvSpPr>
          <p:cNvPr id="16" name="Text Box 68">
            <a:extLst>
              <a:ext uri="{FF2B5EF4-FFF2-40B4-BE49-F238E27FC236}">
                <a16:creationId xmlns:a16="http://schemas.microsoft.com/office/drawing/2014/main" id="{7CF06035-F74E-5A4A-AF60-0E1032AE77A2}"/>
              </a:ext>
            </a:extLst>
          </p:cNvPr>
          <p:cNvSpPr txBox="1">
            <a:spLocks noChangeArrowheads="1"/>
          </p:cNvSpPr>
          <p:nvPr/>
        </p:nvSpPr>
        <p:spPr bwMode="auto">
          <a:xfrm>
            <a:off x="2522539" y="1700213"/>
            <a:ext cx="7651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000">
                <a:latin typeface="Arial" panose="020B0604020202020204" pitchFamily="34" charset="0"/>
              </a:rPr>
              <a:t>low</a:t>
            </a:r>
          </a:p>
        </p:txBody>
      </p:sp>
      <p:sp>
        <p:nvSpPr>
          <p:cNvPr id="17" name="Text Box 68">
            <a:extLst>
              <a:ext uri="{FF2B5EF4-FFF2-40B4-BE49-F238E27FC236}">
                <a16:creationId xmlns:a16="http://schemas.microsoft.com/office/drawing/2014/main" id="{3FCB4187-9E39-9249-BE34-56E6E60527F1}"/>
              </a:ext>
            </a:extLst>
          </p:cNvPr>
          <p:cNvSpPr txBox="1">
            <a:spLocks noChangeArrowheads="1"/>
          </p:cNvSpPr>
          <p:nvPr/>
        </p:nvSpPr>
        <p:spPr bwMode="auto">
          <a:xfrm>
            <a:off x="4856164" y="2590801"/>
            <a:ext cx="7635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000">
                <a:latin typeface="Arial" panose="020B0604020202020204" pitchFamily="34" charset="0"/>
              </a:rPr>
              <a:t>low</a:t>
            </a:r>
          </a:p>
        </p:txBody>
      </p:sp>
      <p:sp>
        <p:nvSpPr>
          <p:cNvPr id="18" name="Text Box 68">
            <a:extLst>
              <a:ext uri="{FF2B5EF4-FFF2-40B4-BE49-F238E27FC236}">
                <a16:creationId xmlns:a16="http://schemas.microsoft.com/office/drawing/2014/main" id="{8BFE535C-703E-C64D-8945-187EC43C5034}"/>
              </a:ext>
            </a:extLst>
          </p:cNvPr>
          <p:cNvSpPr txBox="1">
            <a:spLocks noChangeArrowheads="1"/>
          </p:cNvSpPr>
          <p:nvPr/>
        </p:nvSpPr>
        <p:spPr bwMode="auto">
          <a:xfrm>
            <a:off x="6000750" y="3756026"/>
            <a:ext cx="763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000">
                <a:latin typeface="Arial" panose="020B0604020202020204" pitchFamily="34" charset="0"/>
              </a:rPr>
              <a:t>low</a:t>
            </a:r>
          </a:p>
        </p:txBody>
      </p:sp>
      <p:sp>
        <p:nvSpPr>
          <p:cNvPr id="19" name="Text Box 68">
            <a:extLst>
              <a:ext uri="{FF2B5EF4-FFF2-40B4-BE49-F238E27FC236}">
                <a16:creationId xmlns:a16="http://schemas.microsoft.com/office/drawing/2014/main" id="{43C00120-F80E-9A42-BD38-5864AE51C70E}"/>
              </a:ext>
            </a:extLst>
          </p:cNvPr>
          <p:cNvSpPr txBox="1">
            <a:spLocks noChangeArrowheads="1"/>
          </p:cNvSpPr>
          <p:nvPr/>
        </p:nvSpPr>
        <p:spPr bwMode="auto">
          <a:xfrm>
            <a:off x="6557964" y="1712913"/>
            <a:ext cx="7635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000">
                <a:latin typeface="Arial" panose="020B0604020202020204" pitchFamily="34" charset="0"/>
              </a:rPr>
              <a:t>high</a:t>
            </a:r>
          </a:p>
        </p:txBody>
      </p:sp>
      <p:sp>
        <p:nvSpPr>
          <p:cNvPr id="20" name="Text Box 68">
            <a:extLst>
              <a:ext uri="{FF2B5EF4-FFF2-40B4-BE49-F238E27FC236}">
                <a16:creationId xmlns:a16="http://schemas.microsoft.com/office/drawing/2014/main" id="{251834FE-CC00-654A-813E-3326FA0500E5}"/>
              </a:ext>
            </a:extLst>
          </p:cNvPr>
          <p:cNvSpPr txBox="1">
            <a:spLocks noChangeArrowheads="1"/>
          </p:cNvSpPr>
          <p:nvPr/>
        </p:nvSpPr>
        <p:spPr bwMode="auto">
          <a:xfrm>
            <a:off x="6562725" y="2565401"/>
            <a:ext cx="763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000">
                <a:latin typeface="Arial" panose="020B0604020202020204" pitchFamily="34" charset="0"/>
              </a:rPr>
              <a:t>high</a:t>
            </a:r>
          </a:p>
        </p:txBody>
      </p:sp>
      <p:sp>
        <p:nvSpPr>
          <p:cNvPr id="21" name="Text Box 68">
            <a:extLst>
              <a:ext uri="{FF2B5EF4-FFF2-40B4-BE49-F238E27FC236}">
                <a16:creationId xmlns:a16="http://schemas.microsoft.com/office/drawing/2014/main" id="{CD8FB8AC-AF62-BA40-8AB8-E9205A0223C4}"/>
              </a:ext>
            </a:extLst>
          </p:cNvPr>
          <p:cNvSpPr txBox="1">
            <a:spLocks noChangeArrowheads="1"/>
          </p:cNvSpPr>
          <p:nvPr/>
        </p:nvSpPr>
        <p:spPr bwMode="auto">
          <a:xfrm>
            <a:off x="6562725" y="3756026"/>
            <a:ext cx="763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000">
                <a:latin typeface="Arial" panose="020B0604020202020204" pitchFamily="34" charset="0"/>
              </a:rPr>
              <a:t>high</a:t>
            </a:r>
          </a:p>
        </p:txBody>
      </p:sp>
      <p:sp>
        <p:nvSpPr>
          <p:cNvPr id="22" name="Text Box 68">
            <a:extLst>
              <a:ext uri="{FF2B5EF4-FFF2-40B4-BE49-F238E27FC236}">
                <a16:creationId xmlns:a16="http://schemas.microsoft.com/office/drawing/2014/main" id="{415B4546-879E-2147-8F7C-6417F76A8B9D}"/>
              </a:ext>
            </a:extLst>
          </p:cNvPr>
          <p:cNvSpPr txBox="1">
            <a:spLocks noChangeArrowheads="1"/>
          </p:cNvSpPr>
          <p:nvPr/>
        </p:nvSpPr>
        <p:spPr bwMode="auto">
          <a:xfrm>
            <a:off x="4225925" y="1728788"/>
            <a:ext cx="7635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000">
                <a:latin typeface="Arial" panose="020B0604020202020204" pitchFamily="34" charset="0"/>
              </a:rPr>
              <a:t>mid</a:t>
            </a:r>
          </a:p>
        </p:txBody>
      </p:sp>
      <p:sp>
        <p:nvSpPr>
          <p:cNvPr id="23" name="Text Box 68">
            <a:extLst>
              <a:ext uri="{FF2B5EF4-FFF2-40B4-BE49-F238E27FC236}">
                <a16:creationId xmlns:a16="http://schemas.microsoft.com/office/drawing/2014/main" id="{DB403D6F-5595-2447-8215-7A76850CD5C5}"/>
              </a:ext>
            </a:extLst>
          </p:cNvPr>
          <p:cNvSpPr txBox="1">
            <a:spLocks noChangeArrowheads="1"/>
          </p:cNvSpPr>
          <p:nvPr/>
        </p:nvSpPr>
        <p:spPr bwMode="auto">
          <a:xfrm>
            <a:off x="5426075" y="2592388"/>
            <a:ext cx="7635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000">
                <a:latin typeface="Arial" panose="020B0604020202020204" pitchFamily="34" charset="0"/>
              </a:rPr>
              <a:t>mid</a:t>
            </a:r>
          </a:p>
        </p:txBody>
      </p:sp>
      <p:sp>
        <p:nvSpPr>
          <p:cNvPr id="24" name="Text Box 68">
            <a:extLst>
              <a:ext uri="{FF2B5EF4-FFF2-40B4-BE49-F238E27FC236}">
                <a16:creationId xmlns:a16="http://schemas.microsoft.com/office/drawing/2014/main" id="{B8D534C3-5317-5947-B6E4-4D4DCCC46117}"/>
              </a:ext>
            </a:extLst>
          </p:cNvPr>
          <p:cNvSpPr txBox="1">
            <a:spLocks noChangeArrowheads="1"/>
          </p:cNvSpPr>
          <p:nvPr/>
        </p:nvSpPr>
        <p:spPr bwMode="auto">
          <a:xfrm>
            <a:off x="6016625" y="3502026"/>
            <a:ext cx="763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000">
                <a:latin typeface="Arial" panose="020B0604020202020204" pitchFamily="34" charset="0"/>
              </a:rPr>
              <a:t>mid</a:t>
            </a:r>
          </a:p>
        </p:txBody>
      </p:sp>
      <p:graphicFrame>
        <p:nvGraphicFramePr>
          <p:cNvPr id="25" name="Group 43">
            <a:extLst>
              <a:ext uri="{FF2B5EF4-FFF2-40B4-BE49-F238E27FC236}">
                <a16:creationId xmlns:a16="http://schemas.microsoft.com/office/drawing/2014/main" id="{F024D1BB-4893-8740-8289-57C3D830E2BD}"/>
              </a:ext>
            </a:extLst>
          </p:cNvPr>
          <p:cNvGraphicFramePr>
            <a:graphicFrameLocks noGrp="1"/>
          </p:cNvGraphicFramePr>
          <p:nvPr/>
        </p:nvGraphicFramePr>
        <p:xfrm>
          <a:off x="2571750" y="5008563"/>
          <a:ext cx="4622800" cy="533400"/>
        </p:xfrm>
        <a:graphic>
          <a:graphicData uri="http://schemas.openxmlformats.org/drawingml/2006/table">
            <a:tbl>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5334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dirty="0">
                          <a:ln>
                            <a:noFill/>
                          </a:ln>
                          <a:solidFill>
                            <a:srgbClr val="000066"/>
                          </a:solidFill>
                          <a:effectLst/>
                          <a:latin typeface="Courier New" charset="0"/>
                          <a:ea typeface="宋体" charset="0"/>
                        </a:rPr>
                        <a:t>1</a:t>
                      </a:r>
                    </a:p>
                  </a:txBody>
                  <a:tcPr marL="99060" marR="9906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2</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3</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4</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6</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7</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AFDC7E"/>
                    </a:solid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10</a:t>
                      </a:r>
                    </a:p>
                  </a:txBody>
                  <a:tcPr marL="99060" marR="990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E05D"/>
                    </a:solidFill>
                  </a:tcPr>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000066"/>
                          </a:solidFill>
                          <a:effectLst/>
                          <a:latin typeface="Courier New" charset="0"/>
                          <a:ea typeface="宋体" charset="0"/>
                        </a:rPr>
                        <a:t>12</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6" name="Rectangle 65">
            <a:extLst>
              <a:ext uri="{FF2B5EF4-FFF2-40B4-BE49-F238E27FC236}">
                <a16:creationId xmlns:a16="http://schemas.microsoft.com/office/drawing/2014/main" id="{FA42BC57-4E5C-DF4F-8116-1517A6CDD22C}"/>
              </a:ext>
            </a:extLst>
          </p:cNvPr>
          <p:cNvSpPr>
            <a:spLocks noChangeArrowheads="1"/>
          </p:cNvSpPr>
          <p:nvPr/>
        </p:nvSpPr>
        <p:spPr bwMode="auto">
          <a:xfrm>
            <a:off x="1774825" y="5008563"/>
            <a:ext cx="577850" cy="533400"/>
          </a:xfrm>
          <a:prstGeom prst="rect">
            <a:avLst/>
          </a:prstGeom>
          <a:solidFill>
            <a:srgbClr val="FFCCFF"/>
          </a:solidFill>
          <a:ln w="9525">
            <a:solidFill>
              <a:schemeClr val="tx1"/>
            </a:solidFill>
            <a:miter lim="800000"/>
            <a:headEnd/>
            <a:tailEnd/>
          </a:ln>
        </p:spPr>
        <p:txBody>
          <a:bodyPr wrap="none" anchor="ct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a:lnSpc>
                <a:spcPct val="90000"/>
              </a:lnSpc>
              <a:spcBef>
                <a:spcPct val="0"/>
              </a:spcBef>
              <a:spcAft>
                <a:spcPts val="588"/>
              </a:spcAft>
              <a:buSzPct val="80000"/>
              <a:buNone/>
            </a:pPr>
            <a:r>
              <a:rPr lang="en-US" altLang="zh-CN" sz="2400" b="1">
                <a:latin typeface="Courier New" panose="02070309020205020404" pitchFamily="49" charset="0"/>
              </a:rPr>
              <a:t>9</a:t>
            </a:r>
          </a:p>
        </p:txBody>
      </p:sp>
      <p:sp>
        <p:nvSpPr>
          <p:cNvPr id="27" name="Text Box 68">
            <a:extLst>
              <a:ext uri="{FF2B5EF4-FFF2-40B4-BE49-F238E27FC236}">
                <a16:creationId xmlns:a16="http://schemas.microsoft.com/office/drawing/2014/main" id="{E756216E-B057-394E-B636-5BC244B2A9BE}"/>
              </a:ext>
            </a:extLst>
          </p:cNvPr>
          <p:cNvSpPr txBox="1">
            <a:spLocks noChangeArrowheads="1"/>
          </p:cNvSpPr>
          <p:nvPr/>
        </p:nvSpPr>
        <p:spPr bwMode="auto">
          <a:xfrm>
            <a:off x="7319964" y="5084764"/>
            <a:ext cx="3074987"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400">
                <a:solidFill>
                  <a:srgbClr val="C00000"/>
                </a:solidFill>
                <a:latin typeface="Arial" panose="020B0604020202020204" pitchFamily="34" charset="0"/>
              </a:rPr>
              <a:t>low&lt;high</a:t>
            </a:r>
            <a:r>
              <a:rPr lang="zh-CN" altLang="en-US" sz="2400">
                <a:solidFill>
                  <a:srgbClr val="C00000"/>
                </a:solidFill>
                <a:latin typeface="Arial" panose="020B0604020202020204" pitchFamily="34" charset="0"/>
                <a:ea typeface="黑体" panose="02010609060101010101" pitchFamily="49" charset="-122"/>
              </a:rPr>
              <a:t>为假</a:t>
            </a:r>
          </a:p>
        </p:txBody>
      </p:sp>
      <p:sp>
        <p:nvSpPr>
          <p:cNvPr id="28" name="Text Box 68">
            <a:extLst>
              <a:ext uri="{FF2B5EF4-FFF2-40B4-BE49-F238E27FC236}">
                <a16:creationId xmlns:a16="http://schemas.microsoft.com/office/drawing/2014/main" id="{5A55046A-A531-474E-AF99-E5E6BC94828D}"/>
              </a:ext>
            </a:extLst>
          </p:cNvPr>
          <p:cNvSpPr txBox="1">
            <a:spLocks noChangeArrowheads="1"/>
          </p:cNvSpPr>
          <p:nvPr/>
        </p:nvSpPr>
        <p:spPr bwMode="auto">
          <a:xfrm>
            <a:off x="6040439" y="4652963"/>
            <a:ext cx="7635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000">
                <a:latin typeface="Arial" panose="020B0604020202020204" pitchFamily="34" charset="0"/>
              </a:rPr>
              <a:t>low</a:t>
            </a:r>
          </a:p>
        </p:txBody>
      </p:sp>
      <p:sp>
        <p:nvSpPr>
          <p:cNvPr id="29" name="Text Box 68">
            <a:extLst>
              <a:ext uri="{FF2B5EF4-FFF2-40B4-BE49-F238E27FC236}">
                <a16:creationId xmlns:a16="http://schemas.microsoft.com/office/drawing/2014/main" id="{B0DC71BD-8EA3-F645-8AA1-AA31D920F345}"/>
              </a:ext>
            </a:extLst>
          </p:cNvPr>
          <p:cNvSpPr txBox="1">
            <a:spLocks noChangeArrowheads="1"/>
          </p:cNvSpPr>
          <p:nvPr/>
        </p:nvSpPr>
        <p:spPr bwMode="auto">
          <a:xfrm>
            <a:off x="5421314" y="4662488"/>
            <a:ext cx="7635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ts val="588"/>
              </a:spcBef>
              <a:spcAft>
                <a:spcPts val="588"/>
              </a:spcAft>
              <a:buSzPct val="80000"/>
              <a:buNone/>
            </a:pPr>
            <a:r>
              <a:rPr lang="en-US" altLang="zh-CN" sz="2000">
                <a:solidFill>
                  <a:srgbClr val="FF0000"/>
                </a:solidFill>
                <a:latin typeface="Arial" panose="020B0604020202020204" pitchFamily="34" charset="0"/>
              </a:rPr>
              <a:t>high</a:t>
            </a:r>
          </a:p>
        </p:txBody>
      </p:sp>
      <p:sp>
        <p:nvSpPr>
          <p:cNvPr id="31" name="AutoShape 791">
            <a:extLst>
              <a:ext uri="{FF2B5EF4-FFF2-40B4-BE49-F238E27FC236}">
                <a16:creationId xmlns:a16="http://schemas.microsoft.com/office/drawing/2014/main" id="{C74BB6DF-C077-A442-B766-99211AA4BB77}"/>
              </a:ext>
            </a:extLst>
          </p:cNvPr>
          <p:cNvSpPr>
            <a:spLocks noChangeArrowheads="1"/>
          </p:cNvSpPr>
          <p:nvPr/>
        </p:nvSpPr>
        <p:spPr bwMode="auto">
          <a:xfrm>
            <a:off x="3143250" y="5445125"/>
            <a:ext cx="2420938" cy="1214438"/>
          </a:xfrm>
          <a:prstGeom prst="irregularSeal1">
            <a:avLst/>
          </a:prstGeom>
          <a:solidFill>
            <a:schemeClr val="bg2">
              <a:lumMod val="90000"/>
            </a:schemeClr>
          </a:solidFill>
          <a:ln w="9525" cap="sq">
            <a:solidFill>
              <a:srgbClr val="00B050"/>
            </a:solidFill>
            <a:miter lim="800000"/>
            <a:headEnd/>
            <a:tailEnd/>
          </a:ln>
        </p:spPr>
        <p:txBody>
          <a:bodyPr wrap="none" anchor="ctr"/>
          <a:lstStyle/>
          <a:p>
            <a:pPr algn="ctr">
              <a:lnSpc>
                <a:spcPct val="90000"/>
              </a:lnSpc>
              <a:spcAft>
                <a:spcPts val="588"/>
              </a:spcAft>
              <a:buClr>
                <a:schemeClr val="tx2"/>
              </a:buClr>
              <a:buSzPct val="80000"/>
              <a:defRPr/>
            </a:pPr>
            <a:r>
              <a:rPr kumimoji="1" lang="zh-CN" altLang="en-US" sz="2800">
                <a:latin typeface="黑体" pitchFamily="49" charset="-122"/>
                <a:ea typeface="黑体" pitchFamily="49" charset="-122"/>
              </a:rPr>
              <a:t>没找到！</a:t>
            </a:r>
          </a:p>
        </p:txBody>
      </p:sp>
      <p:sp>
        <p:nvSpPr>
          <p:cNvPr id="32" name="Rectangle 2">
            <a:extLst>
              <a:ext uri="{FF2B5EF4-FFF2-40B4-BE49-F238E27FC236}">
                <a16:creationId xmlns:a16="http://schemas.microsoft.com/office/drawing/2014/main" id="{4F6A5D86-BE78-3348-9752-0EDFB113AD07}"/>
              </a:ext>
            </a:extLst>
          </p:cNvPr>
          <p:cNvSpPr txBox="1">
            <a:spLocks noChangeArrowheads="1"/>
          </p:cNvSpPr>
          <p:nvPr/>
        </p:nvSpPr>
        <p:spPr bwMode="auto">
          <a:xfrm>
            <a:off x="150019" y="-15875"/>
            <a:ext cx="8915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eaLnBrk="0" fontAlgn="base" hangingPunct="0">
              <a:spcBef>
                <a:spcPct val="0"/>
              </a:spcBef>
              <a:spcAft>
                <a:spcPct val="0"/>
              </a:spcAft>
              <a:defRPr sz="3600" b="1" kern="1200">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9pPr>
          </a:lstStyle>
          <a:p>
            <a:pPr algn="l" defTabSz="914400"/>
            <a:r>
              <a:rPr lang="en-US" altLang="zh-CN" dirty="0"/>
              <a:t>11.4.3</a:t>
            </a:r>
            <a:r>
              <a:rPr lang="zh-CN" altLang="en-US" dirty="0"/>
              <a:t> 折半查找原理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86051"/>
                                        </p:tgtEl>
                                        <p:attrNameLst>
                                          <p:attrName>style.visibility</p:attrName>
                                        </p:attrNameLst>
                                      </p:cBhvr>
                                      <p:to>
                                        <p:strVal val="visible"/>
                                      </p:to>
                                    </p:set>
                                    <p:animEffect transition="in" filter="box(in)">
                                      <p:cBhvr>
                                        <p:cTn id="7" dur="500"/>
                                        <p:tgtEl>
                                          <p:spTgt spid="386051"/>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386111"/>
                                        </p:tgtEl>
                                        <p:attrNameLst>
                                          <p:attrName>style.visibility</p:attrName>
                                        </p:attrNameLst>
                                      </p:cBhvr>
                                      <p:to>
                                        <p:strVal val="visible"/>
                                      </p:to>
                                    </p:set>
                                    <p:animEffect transition="in" filter="box(in)">
                                      <p:cBhvr>
                                        <p:cTn id="10" dur="500"/>
                                        <p:tgtEl>
                                          <p:spTgt spid="386111"/>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box(in)">
                                      <p:cBhvr>
                                        <p:cTn id="13" dur="500"/>
                                        <p:tgtEl>
                                          <p:spTgt spid="16"/>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box(in)">
                                      <p:cBhvr>
                                        <p:cTn id="16" dur="500"/>
                                        <p:tgtEl>
                                          <p:spTgt spid="1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3" presetClass="entr" presetSubtype="16"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p:cTn id="21" dur="500" fill="hold"/>
                                        <p:tgtEl>
                                          <p:spTgt spid="22"/>
                                        </p:tgtEl>
                                        <p:attrNameLst>
                                          <p:attrName>ppt_w</p:attrName>
                                        </p:attrNameLst>
                                      </p:cBhvr>
                                      <p:tavLst>
                                        <p:tav tm="0">
                                          <p:val>
                                            <p:fltVal val="0"/>
                                          </p:val>
                                        </p:tav>
                                        <p:tav tm="100000">
                                          <p:val>
                                            <p:strVal val="#ppt_w"/>
                                          </p:val>
                                        </p:tav>
                                      </p:tavLst>
                                    </p:anim>
                                    <p:anim calcmode="lin" valueType="num">
                                      <p:cBhvr>
                                        <p:cTn id="22" dur="500" fill="hold"/>
                                        <p:tgtEl>
                                          <p:spTgt spid="22"/>
                                        </p:tgtEl>
                                        <p:attrNameLst>
                                          <p:attrName>ppt_h</p:attrName>
                                        </p:attrNameLst>
                                      </p:cBhvr>
                                      <p:tavLst>
                                        <p:tav tm="0">
                                          <p:val>
                                            <p:fltVal val="0"/>
                                          </p:val>
                                        </p:tav>
                                        <p:tav tm="100000">
                                          <p:val>
                                            <p:strVal val="#ppt_h"/>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3" presetClass="entr" presetSubtype="16"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p:cTn id="27" dur="500" fill="hold"/>
                                        <p:tgtEl>
                                          <p:spTgt spid="13"/>
                                        </p:tgtEl>
                                        <p:attrNameLst>
                                          <p:attrName>ppt_w</p:attrName>
                                        </p:attrNameLst>
                                      </p:cBhvr>
                                      <p:tavLst>
                                        <p:tav tm="0">
                                          <p:val>
                                            <p:fltVal val="0"/>
                                          </p:val>
                                        </p:tav>
                                        <p:tav tm="100000">
                                          <p:val>
                                            <p:strVal val="#ppt_w"/>
                                          </p:val>
                                        </p:tav>
                                      </p:tavLst>
                                    </p:anim>
                                    <p:anim calcmode="lin" valueType="num">
                                      <p:cBhvr>
                                        <p:cTn id="28" dur="5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16" fill="hold" nodeType="clickEffect">
                                  <p:stCondLst>
                                    <p:cond delay="0"/>
                                  </p:stCondLst>
                                  <p:childTnLst>
                                    <p:set>
                                      <p:cBhvr>
                                        <p:cTn id="32" dur="1" fill="hold">
                                          <p:stCondLst>
                                            <p:cond delay="0"/>
                                          </p:stCondLst>
                                        </p:cTn>
                                        <p:tgtEl>
                                          <p:spTgt spid="386071"/>
                                        </p:tgtEl>
                                        <p:attrNameLst>
                                          <p:attrName>style.visibility</p:attrName>
                                        </p:attrNameLst>
                                      </p:cBhvr>
                                      <p:to>
                                        <p:strVal val="visible"/>
                                      </p:to>
                                    </p:set>
                                    <p:animEffect transition="in" filter="box(in)">
                                      <p:cBhvr>
                                        <p:cTn id="33" dur="500"/>
                                        <p:tgtEl>
                                          <p:spTgt spid="386071"/>
                                        </p:tgtEl>
                                      </p:cBhvr>
                                    </p:animEffect>
                                  </p:childTnLst>
                                </p:cTn>
                              </p:par>
                              <p:par>
                                <p:cTn id="34" presetID="4" presetClass="entr" presetSubtype="16" fill="hold" grpId="0" nodeType="withEffect">
                                  <p:stCondLst>
                                    <p:cond delay="0"/>
                                  </p:stCondLst>
                                  <p:childTnLst>
                                    <p:set>
                                      <p:cBhvr>
                                        <p:cTn id="35" dur="1" fill="hold">
                                          <p:stCondLst>
                                            <p:cond delay="0"/>
                                          </p:stCondLst>
                                        </p:cTn>
                                        <p:tgtEl>
                                          <p:spTgt spid="386112"/>
                                        </p:tgtEl>
                                        <p:attrNameLst>
                                          <p:attrName>style.visibility</p:attrName>
                                        </p:attrNameLst>
                                      </p:cBhvr>
                                      <p:to>
                                        <p:strVal val="visible"/>
                                      </p:to>
                                    </p:set>
                                    <p:animEffect transition="in" filter="box(in)">
                                      <p:cBhvr>
                                        <p:cTn id="36" dur="500"/>
                                        <p:tgtEl>
                                          <p:spTgt spid="386112"/>
                                        </p:tgtEl>
                                      </p:cBhvr>
                                    </p:animEffect>
                                  </p:childTnLst>
                                </p:cTn>
                              </p:par>
                              <p:par>
                                <p:cTn id="37" presetID="4" presetClass="entr" presetSubtype="16"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box(in)">
                                      <p:cBhvr>
                                        <p:cTn id="39" dur="500"/>
                                        <p:tgtEl>
                                          <p:spTgt spid="17"/>
                                        </p:tgtEl>
                                      </p:cBhvr>
                                    </p:animEffect>
                                  </p:childTnLst>
                                </p:cTn>
                              </p:par>
                              <p:par>
                                <p:cTn id="40" presetID="4" presetClass="entr" presetSubtype="16"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box(in)">
                                      <p:cBhvr>
                                        <p:cTn id="42" dur="500"/>
                                        <p:tgtEl>
                                          <p:spTgt spid="2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3" presetClass="entr" presetSubtype="16"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 calcmode="lin" valueType="num">
                                      <p:cBhvr>
                                        <p:cTn id="47" dur="500" fill="hold"/>
                                        <p:tgtEl>
                                          <p:spTgt spid="23"/>
                                        </p:tgtEl>
                                        <p:attrNameLst>
                                          <p:attrName>ppt_w</p:attrName>
                                        </p:attrNameLst>
                                      </p:cBhvr>
                                      <p:tavLst>
                                        <p:tav tm="0">
                                          <p:val>
                                            <p:fltVal val="0"/>
                                          </p:val>
                                        </p:tav>
                                        <p:tav tm="100000">
                                          <p:val>
                                            <p:strVal val="#ppt_w"/>
                                          </p:val>
                                        </p:tav>
                                      </p:tavLst>
                                    </p:anim>
                                    <p:anim calcmode="lin" valueType="num">
                                      <p:cBhvr>
                                        <p:cTn id="48" dur="500" fill="hold"/>
                                        <p:tgtEl>
                                          <p:spTgt spid="23"/>
                                        </p:tgtEl>
                                        <p:attrNameLst>
                                          <p:attrName>ppt_h</p:attrName>
                                        </p:attrNameLst>
                                      </p:cBhvr>
                                      <p:tavLst>
                                        <p:tav tm="0">
                                          <p:val>
                                            <p:fltVal val="0"/>
                                          </p:val>
                                        </p:tav>
                                        <p:tav tm="100000">
                                          <p:val>
                                            <p:strVal val="#ppt_h"/>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3" presetClass="entr" presetSubtype="16"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anim calcmode="lin" valueType="num">
                                      <p:cBhvr>
                                        <p:cTn id="53" dur="500" fill="hold"/>
                                        <p:tgtEl>
                                          <p:spTgt spid="14"/>
                                        </p:tgtEl>
                                        <p:attrNameLst>
                                          <p:attrName>ppt_w</p:attrName>
                                        </p:attrNameLst>
                                      </p:cBhvr>
                                      <p:tavLst>
                                        <p:tav tm="0">
                                          <p:val>
                                            <p:fltVal val="0"/>
                                          </p:val>
                                        </p:tav>
                                        <p:tav tm="100000">
                                          <p:val>
                                            <p:strVal val="#ppt_w"/>
                                          </p:val>
                                        </p:tav>
                                      </p:tavLst>
                                    </p:anim>
                                    <p:anim calcmode="lin" valueType="num">
                                      <p:cBhvr>
                                        <p:cTn id="54"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4" presetClass="entr" presetSubtype="16" fill="hold" nodeType="clickEffect">
                                  <p:stCondLst>
                                    <p:cond delay="0"/>
                                  </p:stCondLst>
                                  <p:childTnLst>
                                    <p:set>
                                      <p:cBhvr>
                                        <p:cTn id="58" dur="1" fill="hold">
                                          <p:stCondLst>
                                            <p:cond delay="0"/>
                                          </p:stCondLst>
                                        </p:cTn>
                                        <p:tgtEl>
                                          <p:spTgt spid="386091"/>
                                        </p:tgtEl>
                                        <p:attrNameLst>
                                          <p:attrName>style.visibility</p:attrName>
                                        </p:attrNameLst>
                                      </p:cBhvr>
                                      <p:to>
                                        <p:strVal val="visible"/>
                                      </p:to>
                                    </p:set>
                                    <p:animEffect transition="in" filter="box(in)">
                                      <p:cBhvr>
                                        <p:cTn id="59" dur="500"/>
                                        <p:tgtEl>
                                          <p:spTgt spid="386091"/>
                                        </p:tgtEl>
                                      </p:cBhvr>
                                    </p:animEffect>
                                  </p:childTnLst>
                                </p:cTn>
                              </p:par>
                              <p:par>
                                <p:cTn id="60" presetID="4" presetClass="entr" presetSubtype="16" fill="hold" grpId="0" nodeType="withEffect">
                                  <p:stCondLst>
                                    <p:cond delay="0"/>
                                  </p:stCondLst>
                                  <p:childTnLst>
                                    <p:set>
                                      <p:cBhvr>
                                        <p:cTn id="61" dur="1" fill="hold">
                                          <p:stCondLst>
                                            <p:cond delay="0"/>
                                          </p:stCondLst>
                                        </p:cTn>
                                        <p:tgtEl>
                                          <p:spTgt spid="386113"/>
                                        </p:tgtEl>
                                        <p:attrNameLst>
                                          <p:attrName>style.visibility</p:attrName>
                                        </p:attrNameLst>
                                      </p:cBhvr>
                                      <p:to>
                                        <p:strVal val="visible"/>
                                      </p:to>
                                    </p:set>
                                    <p:animEffect transition="in" filter="box(in)">
                                      <p:cBhvr>
                                        <p:cTn id="62" dur="500"/>
                                        <p:tgtEl>
                                          <p:spTgt spid="386113"/>
                                        </p:tgtEl>
                                      </p:cBhvr>
                                    </p:animEffect>
                                  </p:childTnLst>
                                </p:cTn>
                              </p:par>
                              <p:par>
                                <p:cTn id="63" presetID="4" presetClass="entr" presetSubtype="16" fill="hold" grpId="0" nodeType="with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box(in)">
                                      <p:cBhvr>
                                        <p:cTn id="65" dur="500"/>
                                        <p:tgtEl>
                                          <p:spTgt spid="18"/>
                                        </p:tgtEl>
                                      </p:cBhvr>
                                    </p:animEffect>
                                  </p:childTnLst>
                                </p:cTn>
                              </p:par>
                              <p:par>
                                <p:cTn id="66" presetID="4" presetClass="entr" presetSubtype="16" fill="hold" grpId="0" nodeType="with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box(in)">
                                      <p:cBhvr>
                                        <p:cTn id="68" dur="500"/>
                                        <p:tgtEl>
                                          <p:spTgt spid="21"/>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3" presetClass="entr" presetSubtype="16" fill="hold" grpId="0" nodeType="clickEffect">
                                  <p:stCondLst>
                                    <p:cond delay="0"/>
                                  </p:stCondLst>
                                  <p:childTnLst>
                                    <p:set>
                                      <p:cBhvr>
                                        <p:cTn id="72" dur="1" fill="hold">
                                          <p:stCondLst>
                                            <p:cond delay="0"/>
                                          </p:stCondLst>
                                        </p:cTn>
                                        <p:tgtEl>
                                          <p:spTgt spid="24"/>
                                        </p:tgtEl>
                                        <p:attrNameLst>
                                          <p:attrName>style.visibility</p:attrName>
                                        </p:attrNameLst>
                                      </p:cBhvr>
                                      <p:to>
                                        <p:strVal val="visible"/>
                                      </p:to>
                                    </p:set>
                                    <p:anim calcmode="lin" valueType="num">
                                      <p:cBhvr>
                                        <p:cTn id="73" dur="500" fill="hold"/>
                                        <p:tgtEl>
                                          <p:spTgt spid="24"/>
                                        </p:tgtEl>
                                        <p:attrNameLst>
                                          <p:attrName>ppt_w</p:attrName>
                                        </p:attrNameLst>
                                      </p:cBhvr>
                                      <p:tavLst>
                                        <p:tav tm="0">
                                          <p:val>
                                            <p:fltVal val="0"/>
                                          </p:val>
                                        </p:tav>
                                        <p:tav tm="100000">
                                          <p:val>
                                            <p:strVal val="#ppt_w"/>
                                          </p:val>
                                        </p:tav>
                                      </p:tavLst>
                                    </p:anim>
                                    <p:anim calcmode="lin" valueType="num">
                                      <p:cBhvr>
                                        <p:cTn id="74" dur="500" fill="hold"/>
                                        <p:tgtEl>
                                          <p:spTgt spid="24"/>
                                        </p:tgtEl>
                                        <p:attrNameLst>
                                          <p:attrName>ppt_h</p:attrName>
                                        </p:attrNameLst>
                                      </p:cBhvr>
                                      <p:tavLst>
                                        <p:tav tm="0">
                                          <p:val>
                                            <p:fltVal val="0"/>
                                          </p:val>
                                        </p:tav>
                                        <p:tav tm="100000">
                                          <p:val>
                                            <p:strVal val="#ppt_h"/>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3" presetClass="entr" presetSubtype="16" fill="hold" grpId="0" nodeType="clickEffect">
                                  <p:stCondLst>
                                    <p:cond delay="0"/>
                                  </p:stCondLst>
                                  <p:childTnLst>
                                    <p:set>
                                      <p:cBhvr>
                                        <p:cTn id="78" dur="1" fill="hold">
                                          <p:stCondLst>
                                            <p:cond delay="0"/>
                                          </p:stCondLst>
                                        </p:cTn>
                                        <p:tgtEl>
                                          <p:spTgt spid="15"/>
                                        </p:tgtEl>
                                        <p:attrNameLst>
                                          <p:attrName>style.visibility</p:attrName>
                                        </p:attrNameLst>
                                      </p:cBhvr>
                                      <p:to>
                                        <p:strVal val="visible"/>
                                      </p:to>
                                    </p:set>
                                    <p:anim calcmode="lin" valueType="num">
                                      <p:cBhvr>
                                        <p:cTn id="79" dur="500" fill="hold"/>
                                        <p:tgtEl>
                                          <p:spTgt spid="15"/>
                                        </p:tgtEl>
                                        <p:attrNameLst>
                                          <p:attrName>ppt_w</p:attrName>
                                        </p:attrNameLst>
                                      </p:cBhvr>
                                      <p:tavLst>
                                        <p:tav tm="0">
                                          <p:val>
                                            <p:fltVal val="0"/>
                                          </p:val>
                                        </p:tav>
                                        <p:tav tm="100000">
                                          <p:val>
                                            <p:strVal val="#ppt_w"/>
                                          </p:val>
                                        </p:tav>
                                      </p:tavLst>
                                    </p:anim>
                                    <p:anim calcmode="lin" valueType="num">
                                      <p:cBhvr>
                                        <p:cTn id="80"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4" presetClass="entr" presetSubtype="16" fill="hold" nodeType="clickEffect">
                                  <p:stCondLst>
                                    <p:cond delay="0"/>
                                  </p:stCondLst>
                                  <p:childTnLst>
                                    <p:set>
                                      <p:cBhvr>
                                        <p:cTn id="84" dur="1" fill="hold">
                                          <p:stCondLst>
                                            <p:cond delay="0"/>
                                          </p:stCondLst>
                                        </p:cTn>
                                        <p:tgtEl>
                                          <p:spTgt spid="25"/>
                                        </p:tgtEl>
                                        <p:attrNameLst>
                                          <p:attrName>style.visibility</p:attrName>
                                        </p:attrNameLst>
                                      </p:cBhvr>
                                      <p:to>
                                        <p:strVal val="visible"/>
                                      </p:to>
                                    </p:set>
                                    <p:animEffect transition="in" filter="box(in)">
                                      <p:cBhvr>
                                        <p:cTn id="85" dur="500"/>
                                        <p:tgtEl>
                                          <p:spTgt spid="25"/>
                                        </p:tgtEl>
                                      </p:cBhvr>
                                    </p:animEffect>
                                  </p:childTnLst>
                                </p:cTn>
                              </p:par>
                              <p:par>
                                <p:cTn id="86" presetID="4" presetClass="entr" presetSubtype="16" fill="hold" grpId="0" nodeType="withEffect">
                                  <p:stCondLst>
                                    <p:cond delay="0"/>
                                  </p:stCondLst>
                                  <p:childTnLst>
                                    <p:set>
                                      <p:cBhvr>
                                        <p:cTn id="87" dur="1" fill="hold">
                                          <p:stCondLst>
                                            <p:cond delay="0"/>
                                          </p:stCondLst>
                                        </p:cTn>
                                        <p:tgtEl>
                                          <p:spTgt spid="26"/>
                                        </p:tgtEl>
                                        <p:attrNameLst>
                                          <p:attrName>style.visibility</p:attrName>
                                        </p:attrNameLst>
                                      </p:cBhvr>
                                      <p:to>
                                        <p:strVal val="visible"/>
                                      </p:to>
                                    </p:set>
                                    <p:animEffect transition="in" filter="box(in)">
                                      <p:cBhvr>
                                        <p:cTn id="88" dur="500"/>
                                        <p:tgtEl>
                                          <p:spTgt spid="26"/>
                                        </p:tgtEl>
                                      </p:cBhvr>
                                    </p:animEffect>
                                  </p:childTnLst>
                                </p:cTn>
                              </p:par>
                              <p:par>
                                <p:cTn id="89" presetID="4" presetClass="entr" presetSubtype="16" fill="hold" grpId="0" nodeType="withEffect">
                                  <p:stCondLst>
                                    <p:cond delay="0"/>
                                  </p:stCondLst>
                                  <p:childTnLst>
                                    <p:set>
                                      <p:cBhvr>
                                        <p:cTn id="90" dur="1" fill="hold">
                                          <p:stCondLst>
                                            <p:cond delay="0"/>
                                          </p:stCondLst>
                                        </p:cTn>
                                        <p:tgtEl>
                                          <p:spTgt spid="28"/>
                                        </p:tgtEl>
                                        <p:attrNameLst>
                                          <p:attrName>style.visibility</p:attrName>
                                        </p:attrNameLst>
                                      </p:cBhvr>
                                      <p:to>
                                        <p:strVal val="visible"/>
                                      </p:to>
                                    </p:set>
                                    <p:animEffect transition="in" filter="box(in)">
                                      <p:cBhvr>
                                        <p:cTn id="91" dur="500"/>
                                        <p:tgtEl>
                                          <p:spTgt spid="28"/>
                                        </p:tgtEl>
                                      </p:cBhvr>
                                    </p:animEffect>
                                  </p:childTnLst>
                                </p:cTn>
                              </p:par>
                              <p:par>
                                <p:cTn id="92" presetID="4" presetClass="entr" presetSubtype="16" fill="hold" grpId="0" nodeType="withEffect">
                                  <p:stCondLst>
                                    <p:cond delay="0"/>
                                  </p:stCondLst>
                                  <p:childTnLst>
                                    <p:set>
                                      <p:cBhvr>
                                        <p:cTn id="93" dur="1" fill="hold">
                                          <p:stCondLst>
                                            <p:cond delay="0"/>
                                          </p:stCondLst>
                                        </p:cTn>
                                        <p:tgtEl>
                                          <p:spTgt spid="29"/>
                                        </p:tgtEl>
                                        <p:attrNameLst>
                                          <p:attrName>style.visibility</p:attrName>
                                        </p:attrNameLst>
                                      </p:cBhvr>
                                      <p:to>
                                        <p:strVal val="visible"/>
                                      </p:to>
                                    </p:set>
                                    <p:animEffect transition="in" filter="box(in)">
                                      <p:cBhvr>
                                        <p:cTn id="94" dur="500"/>
                                        <p:tgtEl>
                                          <p:spTgt spid="29"/>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3" presetClass="entr" presetSubtype="16" fill="hold" grpId="0" nodeType="clickEffect">
                                  <p:stCondLst>
                                    <p:cond delay="0"/>
                                  </p:stCondLst>
                                  <p:childTnLst>
                                    <p:set>
                                      <p:cBhvr>
                                        <p:cTn id="98" dur="1" fill="hold">
                                          <p:stCondLst>
                                            <p:cond delay="0"/>
                                          </p:stCondLst>
                                        </p:cTn>
                                        <p:tgtEl>
                                          <p:spTgt spid="27"/>
                                        </p:tgtEl>
                                        <p:attrNameLst>
                                          <p:attrName>style.visibility</p:attrName>
                                        </p:attrNameLst>
                                      </p:cBhvr>
                                      <p:to>
                                        <p:strVal val="visible"/>
                                      </p:to>
                                    </p:set>
                                    <p:anim calcmode="lin" valueType="num">
                                      <p:cBhvr>
                                        <p:cTn id="99" dur="500" fill="hold"/>
                                        <p:tgtEl>
                                          <p:spTgt spid="27"/>
                                        </p:tgtEl>
                                        <p:attrNameLst>
                                          <p:attrName>ppt_w</p:attrName>
                                        </p:attrNameLst>
                                      </p:cBhvr>
                                      <p:tavLst>
                                        <p:tav tm="0">
                                          <p:val>
                                            <p:fltVal val="0"/>
                                          </p:val>
                                        </p:tav>
                                        <p:tav tm="100000">
                                          <p:val>
                                            <p:strVal val="#ppt_w"/>
                                          </p:val>
                                        </p:tav>
                                      </p:tavLst>
                                    </p:anim>
                                    <p:anim calcmode="lin" valueType="num">
                                      <p:cBhvr>
                                        <p:cTn id="100" dur="500" fill="hold"/>
                                        <p:tgtEl>
                                          <p:spTgt spid="27"/>
                                        </p:tgtEl>
                                        <p:attrNameLst>
                                          <p:attrName>ppt_h</p:attrName>
                                        </p:attrNameLst>
                                      </p:cBhvr>
                                      <p:tavLst>
                                        <p:tav tm="0">
                                          <p:val>
                                            <p:fltVal val="0"/>
                                          </p:val>
                                        </p:tav>
                                        <p:tav tm="100000">
                                          <p:val>
                                            <p:strVal val="#ppt_h"/>
                                          </p:val>
                                        </p:tav>
                                      </p:tavLst>
                                    </p:anim>
                                  </p:childTnLst>
                                </p:cTn>
                              </p:par>
                              <p:par>
                                <p:cTn id="101" presetID="50" presetClass="entr" presetSubtype="0" decel="100000" fill="hold" grpId="0" nodeType="withEffect">
                                  <p:stCondLst>
                                    <p:cond delay="0"/>
                                  </p:stCondLst>
                                  <p:childTnLst>
                                    <p:set>
                                      <p:cBhvr>
                                        <p:cTn id="102" dur="1" fill="hold">
                                          <p:stCondLst>
                                            <p:cond delay="0"/>
                                          </p:stCondLst>
                                        </p:cTn>
                                        <p:tgtEl>
                                          <p:spTgt spid="31"/>
                                        </p:tgtEl>
                                        <p:attrNameLst>
                                          <p:attrName>style.visibility</p:attrName>
                                        </p:attrNameLst>
                                      </p:cBhvr>
                                      <p:to>
                                        <p:strVal val="visible"/>
                                      </p:to>
                                    </p:set>
                                    <p:anim calcmode="lin" valueType="num">
                                      <p:cBhvr>
                                        <p:cTn id="103" dur="1000" fill="hold"/>
                                        <p:tgtEl>
                                          <p:spTgt spid="31"/>
                                        </p:tgtEl>
                                        <p:attrNameLst>
                                          <p:attrName>ppt_w</p:attrName>
                                        </p:attrNameLst>
                                      </p:cBhvr>
                                      <p:tavLst>
                                        <p:tav tm="0">
                                          <p:val>
                                            <p:strVal val="#ppt_w+.3"/>
                                          </p:val>
                                        </p:tav>
                                        <p:tav tm="100000">
                                          <p:val>
                                            <p:strVal val="#ppt_w"/>
                                          </p:val>
                                        </p:tav>
                                      </p:tavLst>
                                    </p:anim>
                                    <p:anim calcmode="lin" valueType="num">
                                      <p:cBhvr>
                                        <p:cTn id="104" dur="1000" fill="hold"/>
                                        <p:tgtEl>
                                          <p:spTgt spid="31"/>
                                        </p:tgtEl>
                                        <p:attrNameLst>
                                          <p:attrName>ppt_h</p:attrName>
                                        </p:attrNameLst>
                                      </p:cBhvr>
                                      <p:tavLst>
                                        <p:tav tm="0">
                                          <p:val>
                                            <p:strVal val="#ppt_h"/>
                                          </p:val>
                                        </p:tav>
                                        <p:tav tm="100000">
                                          <p:val>
                                            <p:strVal val="#ppt_h"/>
                                          </p:val>
                                        </p:tav>
                                      </p:tavLst>
                                    </p:anim>
                                    <p:animEffect transition="in" filter="fade">
                                      <p:cBhvr>
                                        <p:cTn id="105" dur="1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111" grpId="0" animBg="1" autoUpdateAnimBg="0"/>
      <p:bldP spid="386112" grpId="0" animBg="1" autoUpdateAnimBg="0"/>
      <p:bldP spid="386113" grpId="0" animBg="1" autoUpdateAnimBg="0"/>
      <p:bldP spid="13" grpId="0" autoUpdateAnimBg="0"/>
      <p:bldP spid="14" grpId="0" autoUpdateAnimBg="0"/>
      <p:bldP spid="15" grpId="0" autoUpdateAnimBg="0"/>
      <p:bldP spid="16" grpId="0" autoUpdateAnimBg="0"/>
      <p:bldP spid="17" grpId="0" autoUpdateAnimBg="0"/>
      <p:bldP spid="18" grpId="0" autoUpdateAnimBg="0"/>
      <p:bldP spid="19" grpId="0" autoUpdateAnimBg="0"/>
      <p:bldP spid="20" grpId="0" autoUpdateAnimBg="0"/>
      <p:bldP spid="21" grpId="0" autoUpdateAnimBg="0"/>
      <p:bldP spid="22" grpId="0" autoUpdateAnimBg="0"/>
      <p:bldP spid="23" grpId="0" autoUpdateAnimBg="0"/>
      <p:bldP spid="24" grpId="0" autoUpdateAnimBg="0"/>
      <p:bldP spid="26" grpId="0" animBg="1" autoUpdateAnimBg="0"/>
      <p:bldP spid="27" grpId="0" autoUpdateAnimBg="0"/>
      <p:bldP spid="28" grpId="0" autoUpdateAnimBg="0"/>
      <p:bldP spid="29" grpId="0" autoUpdateAnimBg="0"/>
      <p:bldP spid="31"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185" name="Rectangle 3">
            <a:extLst>
              <a:ext uri="{FF2B5EF4-FFF2-40B4-BE49-F238E27FC236}">
                <a16:creationId xmlns:a16="http://schemas.microsoft.com/office/drawing/2014/main" id="{3C6B104B-47D4-974A-950E-3D06BFD4D8C4}"/>
              </a:ext>
            </a:extLst>
          </p:cNvPr>
          <p:cNvSpPr>
            <a:spLocks noGrp="1" noChangeArrowheads="1"/>
          </p:cNvSpPr>
          <p:nvPr>
            <p:ph idx="1"/>
          </p:nvPr>
        </p:nvSpPr>
        <p:spPr>
          <a:xfrm>
            <a:off x="479376" y="1423194"/>
            <a:ext cx="9505950" cy="6027738"/>
          </a:xfrm>
          <a:solidFill>
            <a:schemeClr val="bg1"/>
          </a:solidFill>
          <a:ln w="38100">
            <a:solidFill>
              <a:srgbClr val="000080"/>
            </a:solidFill>
            <a:miter lim="800000"/>
            <a:headEnd/>
            <a:tailEnd/>
          </a:ln>
        </p:spPr>
        <p:txBody>
          <a:bodyPr>
            <a:normAutofit lnSpcReduction="10000"/>
          </a:bodyPr>
          <a:lstStyle/>
          <a:p>
            <a:pPr eaLnBrk="1">
              <a:lnSpc>
                <a:spcPct val="85000"/>
              </a:lnSpc>
              <a:spcBef>
                <a:spcPct val="0"/>
              </a:spcBef>
              <a:spcAft>
                <a:spcPct val="0"/>
              </a:spcAft>
              <a:buFont typeface="Monotype Sorts" pitchFamily="2" charset="2"/>
              <a:buNone/>
            </a:pPr>
            <a:r>
              <a:rPr lang="fr-FR" altLang="zh-CN" sz="2000" b="1" dirty="0">
                <a:solidFill>
                  <a:srgbClr val="C00000"/>
                </a:solidFill>
                <a:latin typeface="Courier New" panose="02070309020205020404" pitchFamily="49" charset="0"/>
                <a:ea typeface="宋体" panose="02010600030101010101" pitchFamily="2" charset="-122"/>
              </a:rPr>
              <a:t>int</a:t>
            </a:r>
            <a:r>
              <a:rPr lang="fr-FR" altLang="zh-CN" sz="2000" b="1" dirty="0">
                <a:latin typeface="Courier New" panose="02070309020205020404" pitchFamily="49" charset="0"/>
                <a:ea typeface="宋体" panose="02010600030101010101" pitchFamily="2" charset="-122"/>
              </a:rPr>
              <a:t>  BinSearch(</a:t>
            </a:r>
            <a:r>
              <a:rPr lang="fr-FR" altLang="zh-CN" sz="2000" b="1" dirty="0">
                <a:solidFill>
                  <a:srgbClr val="C00000"/>
                </a:solidFill>
                <a:latin typeface="Courier New" panose="02070309020205020404" pitchFamily="49" charset="0"/>
                <a:ea typeface="宋体" panose="02010600030101010101" pitchFamily="2" charset="-122"/>
              </a:rPr>
              <a:t>long</a:t>
            </a:r>
            <a:r>
              <a:rPr lang="fr-FR" altLang="zh-CN" sz="2000" b="1" dirty="0">
                <a:latin typeface="Courier New" panose="02070309020205020404" pitchFamily="49" charset="0"/>
                <a:ea typeface="宋体" panose="02010600030101010101" pitchFamily="2" charset="-122"/>
              </a:rPr>
              <a:t> </a:t>
            </a:r>
            <a:r>
              <a:rPr lang="en-US" altLang="zh-CN" sz="2000" b="1" dirty="0">
                <a:latin typeface="Courier New" panose="02070309020205020404" pitchFamily="49" charset="0"/>
                <a:ea typeface="宋体" panose="02010600030101010101" pitchFamily="2" charset="-122"/>
              </a:rPr>
              <a:t>num</a:t>
            </a:r>
            <a:r>
              <a:rPr lang="fr-FR" altLang="zh-CN" sz="2000" b="1" dirty="0">
                <a:latin typeface="Courier New" panose="02070309020205020404" pitchFamily="49" charset="0"/>
                <a:ea typeface="宋体" panose="02010600030101010101" pitchFamily="2" charset="-122"/>
              </a:rPr>
              <a:t>[], </a:t>
            </a:r>
            <a:r>
              <a:rPr lang="fr-FR" altLang="zh-CN" sz="2000" b="1" dirty="0">
                <a:solidFill>
                  <a:srgbClr val="C00000"/>
                </a:solidFill>
                <a:latin typeface="Courier New" panose="02070309020205020404" pitchFamily="49" charset="0"/>
                <a:ea typeface="宋体" panose="02010600030101010101" pitchFamily="2" charset="-122"/>
              </a:rPr>
              <a:t>long</a:t>
            </a:r>
            <a:r>
              <a:rPr lang="fr-FR" altLang="zh-CN" sz="2000" b="1" dirty="0">
                <a:latin typeface="Courier New" panose="02070309020205020404" pitchFamily="49" charset="0"/>
                <a:ea typeface="宋体" panose="02010600030101010101" pitchFamily="2" charset="-122"/>
              </a:rPr>
              <a:t> x, </a:t>
            </a:r>
            <a:r>
              <a:rPr lang="fr-FR" altLang="zh-CN" sz="2000" b="1" dirty="0">
                <a:solidFill>
                  <a:srgbClr val="C00000"/>
                </a:solidFill>
                <a:latin typeface="Courier New" panose="02070309020205020404" pitchFamily="49" charset="0"/>
                <a:ea typeface="宋体" panose="02010600030101010101" pitchFamily="2" charset="-122"/>
              </a:rPr>
              <a:t>int</a:t>
            </a:r>
            <a:r>
              <a:rPr lang="fr-FR" altLang="zh-CN" sz="2000" b="1" dirty="0">
                <a:latin typeface="Courier New" panose="02070309020205020404" pitchFamily="49" charset="0"/>
                <a:ea typeface="宋体" panose="02010600030101010101" pitchFamily="2" charset="-122"/>
              </a:rPr>
              <a:t> n) </a:t>
            </a:r>
          </a:p>
          <a:p>
            <a:pPr eaLnBrk="1">
              <a:lnSpc>
                <a:spcPct val="85000"/>
              </a:lnSpc>
              <a:spcBef>
                <a:spcPct val="0"/>
              </a:spcBef>
              <a:spcAft>
                <a:spcPct val="0"/>
              </a:spcAft>
              <a:buFont typeface="Monotype Sorts" pitchFamily="2" charset="2"/>
              <a:buNone/>
            </a:pPr>
            <a:r>
              <a:rPr lang="fr-FR" altLang="zh-CN" sz="2000" b="1" dirty="0">
                <a:latin typeface="Courier New" panose="02070309020205020404" pitchFamily="49" charset="0"/>
                <a:ea typeface="宋体" panose="02010600030101010101" pitchFamily="2" charset="-122"/>
              </a:rPr>
              <a:t>{</a:t>
            </a:r>
          </a:p>
          <a:p>
            <a:pPr eaLnBrk="1">
              <a:lnSpc>
                <a:spcPct val="85000"/>
              </a:lnSpc>
              <a:spcBef>
                <a:spcPct val="0"/>
              </a:spcBef>
              <a:spcAft>
                <a:spcPct val="0"/>
              </a:spcAft>
              <a:buFont typeface="Monotype Sorts" pitchFamily="2" charset="2"/>
              <a:buNone/>
            </a:pPr>
            <a:r>
              <a:rPr lang="fr-FR" altLang="zh-CN" sz="2000" b="1" dirty="0">
                <a:latin typeface="Courier New" panose="02070309020205020404" pitchFamily="49" charset="0"/>
                <a:ea typeface="宋体" panose="02010600030101010101" pitchFamily="2" charset="-122"/>
              </a:rPr>
              <a:t>	</a:t>
            </a:r>
            <a:r>
              <a:rPr lang="fr-FR" altLang="zh-CN" sz="2000" b="1" dirty="0">
                <a:solidFill>
                  <a:srgbClr val="C00000"/>
                </a:solidFill>
                <a:latin typeface="Courier New" panose="02070309020205020404" pitchFamily="49" charset="0"/>
                <a:ea typeface="宋体" panose="02010600030101010101" pitchFamily="2" charset="-122"/>
              </a:rPr>
              <a:t>int</a:t>
            </a:r>
            <a:r>
              <a:rPr lang="fr-FR" altLang="zh-CN" sz="2000" b="1" dirty="0">
                <a:latin typeface="Courier New" panose="02070309020205020404" pitchFamily="49" charset="0"/>
                <a:ea typeface="宋体" panose="02010600030101010101" pitchFamily="2" charset="-122"/>
              </a:rPr>
              <a:t>  low, high, mid;</a:t>
            </a:r>
          </a:p>
          <a:p>
            <a:pPr eaLnBrk="1">
              <a:lnSpc>
                <a:spcPct val="85000"/>
              </a:lnSpc>
              <a:spcBef>
                <a:spcPct val="0"/>
              </a:spcBef>
              <a:spcAft>
                <a:spcPct val="0"/>
              </a:spcAft>
              <a:buFont typeface="Monotype Sorts" pitchFamily="2" charset="2"/>
              <a:buNone/>
            </a:pPr>
            <a:r>
              <a:rPr lang="fr-FR" altLang="zh-CN" sz="2000" b="1" dirty="0">
                <a:latin typeface="Courier New" panose="02070309020205020404" pitchFamily="49" charset="0"/>
                <a:ea typeface="宋体" panose="02010600030101010101" pitchFamily="2" charset="-122"/>
              </a:rPr>
              <a:t>	low = 0;  </a:t>
            </a:r>
          </a:p>
          <a:p>
            <a:pPr eaLnBrk="1">
              <a:lnSpc>
                <a:spcPct val="85000"/>
              </a:lnSpc>
              <a:spcBef>
                <a:spcPct val="0"/>
              </a:spcBef>
              <a:spcAft>
                <a:spcPct val="0"/>
              </a:spcAft>
              <a:buFont typeface="Monotype Sorts" pitchFamily="2" charset="2"/>
              <a:buNone/>
            </a:pPr>
            <a:r>
              <a:rPr lang="fr-FR" altLang="zh-CN" sz="2000" b="1" dirty="0">
                <a:latin typeface="Courier New" panose="02070309020205020404" pitchFamily="49" charset="0"/>
                <a:ea typeface="宋体" panose="02010600030101010101" pitchFamily="2" charset="-122"/>
              </a:rPr>
              <a:t>	high = n - 1;              </a:t>
            </a:r>
          </a:p>
          <a:p>
            <a:pPr eaLnBrk="1">
              <a:lnSpc>
                <a:spcPct val="85000"/>
              </a:lnSpc>
              <a:spcBef>
                <a:spcPct val="0"/>
              </a:spcBef>
              <a:spcAft>
                <a:spcPct val="0"/>
              </a:spcAft>
              <a:buFont typeface="Monotype Sorts" pitchFamily="2" charset="2"/>
              <a:buNone/>
            </a:pPr>
            <a:r>
              <a:rPr lang="fr-FR" altLang="zh-CN" sz="2000" b="1" dirty="0">
                <a:latin typeface="Courier New" panose="02070309020205020404" pitchFamily="49" charset="0"/>
                <a:ea typeface="宋体" panose="02010600030101010101" pitchFamily="2" charset="-122"/>
              </a:rPr>
              <a:t>	</a:t>
            </a:r>
            <a:r>
              <a:rPr lang="fr-FR" altLang="zh-CN" sz="2000" b="1" dirty="0">
                <a:solidFill>
                  <a:srgbClr val="C00000"/>
                </a:solidFill>
                <a:latin typeface="Courier New" panose="02070309020205020404" pitchFamily="49" charset="0"/>
                <a:ea typeface="宋体" panose="02010600030101010101" pitchFamily="2" charset="-122"/>
              </a:rPr>
              <a:t>while</a:t>
            </a:r>
            <a:r>
              <a:rPr lang="fr-FR" altLang="zh-CN" sz="2000" b="1" dirty="0">
                <a:latin typeface="Courier New" panose="02070309020205020404" pitchFamily="49" charset="0"/>
                <a:ea typeface="宋体" panose="02010600030101010101" pitchFamily="2" charset="-122"/>
              </a:rPr>
              <a:t> (low &lt;= high)</a:t>
            </a:r>
          </a:p>
          <a:p>
            <a:pPr eaLnBrk="1">
              <a:lnSpc>
                <a:spcPct val="85000"/>
              </a:lnSpc>
              <a:spcBef>
                <a:spcPct val="0"/>
              </a:spcBef>
              <a:spcAft>
                <a:spcPct val="0"/>
              </a:spcAft>
              <a:buFont typeface="Monotype Sorts" pitchFamily="2" charset="2"/>
              <a:buNone/>
            </a:pPr>
            <a:r>
              <a:rPr lang="fr-FR" altLang="zh-CN" sz="2000" b="1" dirty="0">
                <a:latin typeface="Courier New" panose="02070309020205020404" pitchFamily="49" charset="0"/>
                <a:ea typeface="宋体" panose="02010600030101010101" pitchFamily="2" charset="-122"/>
              </a:rPr>
              <a:t>	{</a:t>
            </a:r>
          </a:p>
          <a:p>
            <a:pPr eaLnBrk="1">
              <a:lnSpc>
                <a:spcPct val="85000"/>
              </a:lnSpc>
              <a:spcBef>
                <a:spcPct val="0"/>
              </a:spcBef>
              <a:spcAft>
                <a:spcPct val="0"/>
              </a:spcAft>
              <a:buFont typeface="Monotype Sorts" pitchFamily="2" charset="2"/>
              <a:buNone/>
            </a:pPr>
            <a:r>
              <a:rPr lang="fr-FR" altLang="zh-CN" sz="2000" b="1" dirty="0">
                <a:latin typeface="Courier New" panose="02070309020205020404" pitchFamily="49" charset="0"/>
                <a:ea typeface="宋体" panose="02010600030101010101" pitchFamily="2" charset="-122"/>
              </a:rPr>
              <a:t>   	mid = (high + low) / 2; </a:t>
            </a:r>
          </a:p>
          <a:p>
            <a:pPr eaLnBrk="1">
              <a:lnSpc>
                <a:spcPct val="85000"/>
              </a:lnSpc>
              <a:spcBef>
                <a:spcPct val="0"/>
              </a:spcBef>
              <a:spcAft>
                <a:spcPct val="0"/>
              </a:spcAft>
              <a:buFont typeface="Monotype Sorts" pitchFamily="2" charset="2"/>
              <a:buNone/>
            </a:pPr>
            <a:r>
              <a:rPr lang="fr-FR" altLang="zh-CN" sz="2000" b="1" dirty="0">
                <a:latin typeface="Courier New" panose="02070309020205020404" pitchFamily="49" charset="0"/>
                <a:ea typeface="宋体" panose="02010600030101010101" pitchFamily="2" charset="-122"/>
              </a:rPr>
              <a:t>		</a:t>
            </a:r>
            <a:r>
              <a:rPr lang="fr-FR" altLang="zh-CN" sz="2000" b="1" dirty="0">
                <a:solidFill>
                  <a:srgbClr val="C00000"/>
                </a:solidFill>
                <a:latin typeface="Courier New" panose="02070309020205020404" pitchFamily="49" charset="0"/>
                <a:ea typeface="宋体" panose="02010600030101010101" pitchFamily="2" charset="-122"/>
              </a:rPr>
              <a:t>if</a:t>
            </a:r>
            <a:r>
              <a:rPr lang="fr-FR" altLang="zh-CN" sz="2000" b="1" dirty="0">
                <a:latin typeface="Courier New" panose="02070309020205020404" pitchFamily="49" charset="0"/>
                <a:ea typeface="宋体" panose="02010600030101010101" pitchFamily="2" charset="-122"/>
              </a:rPr>
              <a:t> (x &gt; num[mid])   </a:t>
            </a:r>
          </a:p>
          <a:p>
            <a:pPr eaLnBrk="1">
              <a:lnSpc>
                <a:spcPct val="85000"/>
              </a:lnSpc>
              <a:spcBef>
                <a:spcPct val="0"/>
              </a:spcBef>
              <a:spcAft>
                <a:spcPct val="0"/>
              </a:spcAft>
              <a:buFont typeface="Monotype Sorts" pitchFamily="2" charset="2"/>
              <a:buNone/>
            </a:pPr>
            <a:r>
              <a:rPr lang="fr-FR" altLang="zh-CN" sz="2000" b="1" dirty="0">
                <a:latin typeface="Courier New" panose="02070309020205020404" pitchFamily="49" charset="0"/>
                <a:ea typeface="宋体" panose="02010600030101010101" pitchFamily="2" charset="-122"/>
              </a:rPr>
              <a:t>   	{</a:t>
            </a:r>
          </a:p>
          <a:p>
            <a:pPr eaLnBrk="1">
              <a:lnSpc>
                <a:spcPct val="85000"/>
              </a:lnSpc>
              <a:spcBef>
                <a:spcPct val="0"/>
              </a:spcBef>
              <a:spcAft>
                <a:spcPct val="0"/>
              </a:spcAft>
              <a:buFont typeface="Monotype Sorts" pitchFamily="2" charset="2"/>
              <a:buNone/>
            </a:pPr>
            <a:r>
              <a:rPr lang="fr-FR" altLang="zh-CN" sz="2000" b="1" dirty="0">
                <a:latin typeface="Courier New" panose="02070309020205020404" pitchFamily="49" charset="0"/>
                <a:ea typeface="宋体" panose="02010600030101010101" pitchFamily="2" charset="-122"/>
              </a:rPr>
              <a:t>			low = mid + 1; </a:t>
            </a:r>
          </a:p>
          <a:p>
            <a:pPr eaLnBrk="1">
              <a:lnSpc>
                <a:spcPct val="85000"/>
              </a:lnSpc>
              <a:spcBef>
                <a:spcPct val="0"/>
              </a:spcBef>
              <a:spcAft>
                <a:spcPct val="0"/>
              </a:spcAft>
              <a:buFont typeface="Monotype Sorts" pitchFamily="2" charset="2"/>
              <a:buNone/>
            </a:pPr>
            <a:r>
              <a:rPr lang="fr-FR" altLang="zh-CN" sz="2000" b="1" dirty="0">
                <a:latin typeface="Courier New" panose="02070309020205020404" pitchFamily="49" charset="0"/>
                <a:ea typeface="宋体" panose="02010600030101010101" pitchFamily="2" charset="-122"/>
              </a:rPr>
              <a:t>   	}</a:t>
            </a:r>
          </a:p>
          <a:p>
            <a:pPr eaLnBrk="1">
              <a:lnSpc>
                <a:spcPct val="85000"/>
              </a:lnSpc>
              <a:spcBef>
                <a:spcPct val="0"/>
              </a:spcBef>
              <a:spcAft>
                <a:spcPct val="0"/>
              </a:spcAft>
              <a:buFont typeface="Monotype Sorts" pitchFamily="2" charset="2"/>
              <a:buNone/>
            </a:pPr>
            <a:r>
              <a:rPr lang="fr-FR" altLang="zh-CN" sz="2000" b="1" dirty="0">
                <a:latin typeface="Courier New" panose="02070309020205020404" pitchFamily="49" charset="0"/>
                <a:ea typeface="宋体" panose="02010600030101010101" pitchFamily="2" charset="-122"/>
              </a:rPr>
              <a:t>		</a:t>
            </a:r>
            <a:r>
              <a:rPr lang="fr-FR" altLang="zh-CN" sz="2000" b="1" dirty="0">
                <a:solidFill>
                  <a:srgbClr val="C00000"/>
                </a:solidFill>
                <a:latin typeface="Courier New" panose="02070309020205020404" pitchFamily="49" charset="0"/>
                <a:ea typeface="宋体" panose="02010600030101010101" pitchFamily="2" charset="-122"/>
              </a:rPr>
              <a:t>else  if </a:t>
            </a:r>
            <a:r>
              <a:rPr lang="fr-FR" altLang="zh-CN" sz="2000" b="1" dirty="0">
                <a:latin typeface="Courier New" panose="02070309020205020404" pitchFamily="49" charset="0"/>
                <a:ea typeface="宋体" panose="02010600030101010101" pitchFamily="2" charset="-122"/>
              </a:rPr>
              <a:t>(x &lt; num[mid])  </a:t>
            </a:r>
          </a:p>
          <a:p>
            <a:pPr eaLnBrk="1">
              <a:lnSpc>
                <a:spcPct val="85000"/>
              </a:lnSpc>
              <a:spcBef>
                <a:spcPct val="0"/>
              </a:spcBef>
              <a:spcAft>
                <a:spcPct val="0"/>
              </a:spcAft>
              <a:buFont typeface="Monotype Sorts" pitchFamily="2" charset="2"/>
              <a:buNone/>
            </a:pPr>
            <a:r>
              <a:rPr lang="fr-FR" altLang="zh-CN" sz="2000" b="1" dirty="0">
                <a:latin typeface="Courier New" panose="02070309020205020404" pitchFamily="49" charset="0"/>
                <a:ea typeface="宋体" panose="02010600030101010101" pitchFamily="2" charset="-122"/>
              </a:rPr>
              <a:t>		{</a:t>
            </a:r>
          </a:p>
          <a:p>
            <a:pPr eaLnBrk="1">
              <a:lnSpc>
                <a:spcPct val="85000"/>
              </a:lnSpc>
              <a:spcBef>
                <a:spcPct val="0"/>
              </a:spcBef>
              <a:spcAft>
                <a:spcPct val="0"/>
              </a:spcAft>
              <a:buFont typeface="Monotype Sorts" pitchFamily="2" charset="2"/>
              <a:buNone/>
            </a:pPr>
            <a:r>
              <a:rPr lang="fr-FR" altLang="zh-CN" sz="2000" b="1" dirty="0">
                <a:latin typeface="Courier New" panose="02070309020205020404" pitchFamily="49" charset="0"/>
                <a:ea typeface="宋体" panose="02010600030101010101" pitchFamily="2" charset="-122"/>
              </a:rPr>
              <a:t>			high = mid - 1; </a:t>
            </a:r>
          </a:p>
          <a:p>
            <a:pPr eaLnBrk="1">
              <a:lnSpc>
                <a:spcPct val="85000"/>
              </a:lnSpc>
              <a:spcBef>
                <a:spcPct val="0"/>
              </a:spcBef>
              <a:spcAft>
                <a:spcPct val="0"/>
              </a:spcAft>
              <a:buFont typeface="Monotype Sorts" pitchFamily="2" charset="2"/>
              <a:buNone/>
            </a:pPr>
            <a:r>
              <a:rPr lang="fr-FR" altLang="zh-CN" sz="2000" b="1" dirty="0">
                <a:latin typeface="Courier New" panose="02070309020205020404" pitchFamily="49" charset="0"/>
                <a:ea typeface="宋体" panose="02010600030101010101" pitchFamily="2" charset="-122"/>
              </a:rPr>
              <a:t>   	}</a:t>
            </a:r>
          </a:p>
          <a:p>
            <a:pPr eaLnBrk="1">
              <a:lnSpc>
                <a:spcPct val="85000"/>
              </a:lnSpc>
              <a:spcBef>
                <a:spcPct val="0"/>
              </a:spcBef>
              <a:spcAft>
                <a:spcPct val="0"/>
              </a:spcAft>
              <a:buFont typeface="Monotype Sorts" pitchFamily="2" charset="2"/>
              <a:buNone/>
            </a:pPr>
            <a:r>
              <a:rPr lang="fr-FR" altLang="zh-CN" sz="2000" b="1" dirty="0">
                <a:latin typeface="Courier New" panose="02070309020205020404" pitchFamily="49" charset="0"/>
                <a:ea typeface="宋体" panose="02010600030101010101" pitchFamily="2" charset="-122"/>
              </a:rPr>
              <a:t>		</a:t>
            </a:r>
            <a:r>
              <a:rPr lang="fr-FR" altLang="zh-CN" sz="2000" b="1" dirty="0">
                <a:solidFill>
                  <a:srgbClr val="C00000"/>
                </a:solidFill>
                <a:latin typeface="Courier New" panose="02070309020205020404" pitchFamily="49" charset="0"/>
                <a:ea typeface="宋体" panose="02010600030101010101" pitchFamily="2" charset="-122"/>
              </a:rPr>
              <a:t>else  </a:t>
            </a:r>
          </a:p>
          <a:p>
            <a:pPr eaLnBrk="1">
              <a:lnSpc>
                <a:spcPct val="85000"/>
              </a:lnSpc>
              <a:spcBef>
                <a:spcPct val="0"/>
              </a:spcBef>
              <a:spcAft>
                <a:spcPct val="0"/>
              </a:spcAft>
              <a:buFont typeface="Monotype Sorts" pitchFamily="2" charset="2"/>
              <a:buNone/>
            </a:pPr>
            <a:r>
              <a:rPr lang="fr-FR" altLang="zh-CN" sz="2000" b="1" dirty="0">
                <a:latin typeface="Courier New" panose="02070309020205020404" pitchFamily="49" charset="0"/>
                <a:ea typeface="宋体" panose="02010600030101010101" pitchFamily="2" charset="-122"/>
              </a:rPr>
              <a:t>		{</a:t>
            </a:r>
          </a:p>
          <a:p>
            <a:pPr eaLnBrk="1">
              <a:lnSpc>
                <a:spcPct val="85000"/>
              </a:lnSpc>
              <a:spcBef>
                <a:spcPct val="0"/>
              </a:spcBef>
              <a:spcAft>
                <a:spcPct val="0"/>
              </a:spcAft>
              <a:buFont typeface="Monotype Sorts" pitchFamily="2" charset="2"/>
              <a:buNone/>
            </a:pPr>
            <a:r>
              <a:rPr lang="fr-FR" altLang="zh-CN" sz="2000" b="1" dirty="0">
                <a:latin typeface="Courier New" panose="02070309020205020404" pitchFamily="49" charset="0"/>
                <a:ea typeface="宋体" panose="02010600030101010101" pitchFamily="2" charset="-122"/>
              </a:rPr>
              <a:t>			</a:t>
            </a:r>
            <a:r>
              <a:rPr lang="fr-FR" altLang="zh-CN" sz="2000" b="1" dirty="0">
                <a:solidFill>
                  <a:srgbClr val="C00000"/>
                </a:solidFill>
                <a:latin typeface="Courier New" panose="02070309020205020404" pitchFamily="49" charset="0"/>
                <a:ea typeface="宋体" panose="02010600030101010101" pitchFamily="2" charset="-122"/>
              </a:rPr>
              <a:t>return</a:t>
            </a:r>
            <a:r>
              <a:rPr lang="fr-FR" altLang="zh-CN" sz="2000" b="1" dirty="0">
                <a:latin typeface="Courier New" panose="02070309020205020404" pitchFamily="49" charset="0"/>
                <a:ea typeface="宋体" panose="02010600030101010101" pitchFamily="2" charset="-122"/>
              </a:rPr>
              <a:t> mid; </a:t>
            </a:r>
          </a:p>
          <a:p>
            <a:pPr eaLnBrk="1">
              <a:lnSpc>
                <a:spcPct val="85000"/>
              </a:lnSpc>
              <a:spcBef>
                <a:spcPct val="0"/>
              </a:spcBef>
              <a:spcAft>
                <a:spcPct val="0"/>
              </a:spcAft>
              <a:buFont typeface="Monotype Sorts" pitchFamily="2" charset="2"/>
              <a:buNone/>
            </a:pPr>
            <a:r>
              <a:rPr lang="fr-FR" altLang="zh-CN" sz="2000" b="1" dirty="0">
                <a:latin typeface="Courier New" panose="02070309020205020404" pitchFamily="49" charset="0"/>
                <a:ea typeface="宋体" panose="02010600030101010101" pitchFamily="2" charset="-122"/>
              </a:rPr>
              <a:t>   	}</a:t>
            </a:r>
          </a:p>
          <a:p>
            <a:pPr eaLnBrk="1">
              <a:lnSpc>
                <a:spcPct val="85000"/>
              </a:lnSpc>
              <a:spcBef>
                <a:spcPct val="0"/>
              </a:spcBef>
              <a:spcAft>
                <a:spcPct val="0"/>
              </a:spcAft>
              <a:buFont typeface="Monotype Sorts" pitchFamily="2" charset="2"/>
              <a:buNone/>
            </a:pPr>
            <a:r>
              <a:rPr lang="fr-FR" altLang="zh-CN" sz="2000" b="1" dirty="0">
                <a:latin typeface="Courier New" panose="02070309020205020404" pitchFamily="49" charset="0"/>
                <a:ea typeface="宋体" panose="02010600030101010101" pitchFamily="2" charset="-122"/>
              </a:rPr>
              <a:t>	}</a:t>
            </a:r>
          </a:p>
          <a:p>
            <a:pPr eaLnBrk="1">
              <a:lnSpc>
                <a:spcPct val="85000"/>
              </a:lnSpc>
              <a:spcBef>
                <a:spcPct val="0"/>
              </a:spcBef>
              <a:spcAft>
                <a:spcPct val="0"/>
              </a:spcAft>
              <a:buFont typeface="Monotype Sorts" pitchFamily="2" charset="2"/>
              <a:buNone/>
            </a:pPr>
            <a:r>
              <a:rPr lang="fr-FR" altLang="zh-CN" sz="2000" b="1" dirty="0">
                <a:latin typeface="Courier New" panose="02070309020205020404" pitchFamily="49" charset="0"/>
                <a:ea typeface="宋体" panose="02010600030101010101" pitchFamily="2" charset="-122"/>
              </a:rPr>
              <a:t>	</a:t>
            </a:r>
            <a:r>
              <a:rPr lang="fr-FR" altLang="zh-CN" sz="2000" b="1" dirty="0">
                <a:solidFill>
                  <a:srgbClr val="C00000"/>
                </a:solidFill>
                <a:latin typeface="Courier New" panose="02070309020205020404" pitchFamily="49" charset="0"/>
                <a:ea typeface="宋体" panose="02010600030101010101" pitchFamily="2" charset="-122"/>
              </a:rPr>
              <a:t>return</a:t>
            </a:r>
            <a:r>
              <a:rPr lang="fr-FR" altLang="zh-CN" sz="2000" b="1" dirty="0">
                <a:latin typeface="Courier New" panose="02070309020205020404" pitchFamily="49" charset="0"/>
                <a:ea typeface="宋体" panose="02010600030101010101" pitchFamily="2" charset="-122"/>
              </a:rPr>
              <a:t> -1; </a:t>
            </a:r>
          </a:p>
          <a:p>
            <a:pPr eaLnBrk="1">
              <a:lnSpc>
                <a:spcPct val="85000"/>
              </a:lnSpc>
              <a:spcBef>
                <a:spcPct val="0"/>
              </a:spcBef>
              <a:spcAft>
                <a:spcPct val="0"/>
              </a:spcAft>
              <a:buFont typeface="Monotype Sorts" pitchFamily="2" charset="2"/>
              <a:buNone/>
            </a:pPr>
            <a:r>
              <a:rPr lang="fr-FR" altLang="zh-CN" sz="2000" b="1" dirty="0">
                <a:latin typeface="Courier New" panose="02070309020205020404" pitchFamily="49" charset="0"/>
                <a:ea typeface="宋体" panose="02010600030101010101" pitchFamily="2" charset="-122"/>
              </a:rPr>
              <a:t>}</a:t>
            </a:r>
            <a:endParaRPr lang="zh-CN" altLang="en-US" sz="2000" b="1" dirty="0">
              <a:latin typeface="Courier New" panose="02070309020205020404" pitchFamily="49" charset="0"/>
              <a:ea typeface="宋体" panose="02010600030101010101" pitchFamily="2" charset="-122"/>
            </a:endParaRPr>
          </a:p>
        </p:txBody>
      </p:sp>
      <p:sp>
        <p:nvSpPr>
          <p:cNvPr id="4" name="灯片编号占位符 3">
            <a:extLst>
              <a:ext uri="{FF2B5EF4-FFF2-40B4-BE49-F238E27FC236}">
                <a16:creationId xmlns:a16="http://schemas.microsoft.com/office/drawing/2014/main" id="{C026A675-0628-4F53-4AFD-672AA2A33AB7}"/>
              </a:ext>
            </a:extLst>
          </p:cNvPr>
          <p:cNvSpPr>
            <a:spLocks noGrp="1"/>
          </p:cNvSpPr>
          <p:nvPr>
            <p:ph type="sldNum" sz="quarter" idx="12"/>
          </p:nvPr>
        </p:nvSpPr>
        <p:spPr/>
        <p:txBody>
          <a:bodyPr/>
          <a:lstStyle/>
          <a:p>
            <a:pPr>
              <a:defRPr/>
            </a:pPr>
            <a:fld id="{7C4E558B-5425-6346-B896-72F904F12E77}" type="slidenum">
              <a:rPr lang="en-US" altLang="zh-CN" smtClean="0"/>
              <a:pPr>
                <a:defRPr/>
              </a:pPr>
              <a:t>30</a:t>
            </a:fld>
            <a:endParaRPr lang="zh-CN" altLang="en-US" dirty="0"/>
          </a:p>
        </p:txBody>
      </p:sp>
      <p:sp>
        <p:nvSpPr>
          <p:cNvPr id="262148" name="Rectangle 4">
            <a:extLst>
              <a:ext uri="{FF2B5EF4-FFF2-40B4-BE49-F238E27FC236}">
                <a16:creationId xmlns:a16="http://schemas.microsoft.com/office/drawing/2014/main" id="{9B7B602C-9221-C741-AF5E-BA0B17722279}"/>
              </a:ext>
            </a:extLst>
          </p:cNvPr>
          <p:cNvSpPr>
            <a:spLocks noChangeArrowheads="1"/>
          </p:cNvSpPr>
          <p:nvPr/>
        </p:nvSpPr>
        <p:spPr bwMode="auto">
          <a:xfrm>
            <a:off x="839416" y="2601628"/>
            <a:ext cx="4992688" cy="4110037"/>
          </a:xfrm>
          <a:prstGeom prst="rect">
            <a:avLst/>
          </a:prstGeom>
          <a:noFill/>
          <a:ln w="25400">
            <a:solidFill>
              <a:srgbClr val="00B050"/>
            </a:solidFill>
            <a:miter lim="800000"/>
            <a:headEnd type="none" w="sm" len="sm"/>
            <a:tailEnd type="none" w="sm" len="sm"/>
          </a:ln>
          <a:effectLst/>
        </p:spPr>
        <p:txBody>
          <a:bodyPr wrap="none" anchor="ctr"/>
          <a:lstStyle/>
          <a:p>
            <a:pPr>
              <a:lnSpc>
                <a:spcPct val="90000"/>
              </a:lnSpc>
              <a:spcAft>
                <a:spcPts val="588"/>
              </a:spcAft>
              <a:buClr>
                <a:schemeClr val="tx2"/>
              </a:buClr>
              <a:buSzPct val="80000"/>
              <a:defRPr/>
            </a:pPr>
            <a:endParaRPr lang="zh-CN" altLang="en-US" sz="2400">
              <a:effectLst>
                <a:outerShdw blurRad="38100" dist="38100" dir="2700000" algn="tl">
                  <a:srgbClr val="C0C0C0"/>
                </a:outerShdw>
              </a:effectLst>
            </a:endParaRPr>
          </a:p>
        </p:txBody>
      </p:sp>
      <p:grpSp>
        <p:nvGrpSpPr>
          <p:cNvPr id="2" name="Group 8">
            <a:extLst>
              <a:ext uri="{FF2B5EF4-FFF2-40B4-BE49-F238E27FC236}">
                <a16:creationId xmlns:a16="http://schemas.microsoft.com/office/drawing/2014/main" id="{74DB70E8-462E-C94B-A27C-1CD18033488C}"/>
              </a:ext>
            </a:extLst>
          </p:cNvPr>
          <p:cNvGrpSpPr>
            <a:grpSpLocks/>
          </p:cNvGrpSpPr>
          <p:nvPr/>
        </p:nvGrpSpPr>
        <p:grpSpPr bwMode="auto">
          <a:xfrm>
            <a:off x="1300585" y="3001626"/>
            <a:ext cx="4070350" cy="3081337"/>
            <a:chOff x="664" y="1525"/>
            <a:chExt cx="2367" cy="2177"/>
          </a:xfrm>
        </p:grpSpPr>
        <p:sp>
          <p:nvSpPr>
            <p:cNvPr id="262149" name="Rectangle 5">
              <a:extLst>
                <a:ext uri="{FF2B5EF4-FFF2-40B4-BE49-F238E27FC236}">
                  <a16:creationId xmlns:a16="http://schemas.microsoft.com/office/drawing/2014/main" id="{7BBDFB55-6EC1-574D-ADE0-6E962AF8FA5E}"/>
                </a:ext>
              </a:extLst>
            </p:cNvPr>
            <p:cNvSpPr>
              <a:spLocks noChangeArrowheads="1"/>
            </p:cNvSpPr>
            <p:nvPr/>
          </p:nvSpPr>
          <p:spPr bwMode="auto">
            <a:xfrm>
              <a:off x="673" y="1525"/>
              <a:ext cx="2358" cy="2177"/>
            </a:xfrm>
            <a:prstGeom prst="rect">
              <a:avLst/>
            </a:prstGeom>
            <a:noFill/>
            <a:ln w="25400">
              <a:solidFill>
                <a:srgbClr val="FF6600"/>
              </a:solidFill>
              <a:miter lim="800000"/>
              <a:headEnd type="none" w="sm" len="sm"/>
              <a:tailEnd type="none" w="sm" len="sm"/>
            </a:ln>
            <a:effectLst/>
          </p:spPr>
          <p:txBody>
            <a:bodyPr wrap="none" anchor="ctr"/>
            <a:lstStyle/>
            <a:p>
              <a:pPr>
                <a:lnSpc>
                  <a:spcPct val="90000"/>
                </a:lnSpc>
                <a:spcAft>
                  <a:spcPts val="588"/>
                </a:spcAft>
                <a:buClr>
                  <a:schemeClr val="tx2"/>
                </a:buClr>
                <a:buSzPct val="80000"/>
                <a:defRPr/>
              </a:pPr>
              <a:endParaRPr lang="zh-CN" altLang="en-US" sz="2400">
                <a:effectLst>
                  <a:outerShdw blurRad="38100" dist="38100" dir="2700000" algn="tl">
                    <a:srgbClr val="C0C0C0"/>
                  </a:outerShdw>
                </a:effectLst>
              </a:endParaRPr>
            </a:p>
          </p:txBody>
        </p:sp>
        <p:sp>
          <p:nvSpPr>
            <p:cNvPr id="262150" name="Line 6">
              <a:extLst>
                <a:ext uri="{FF2B5EF4-FFF2-40B4-BE49-F238E27FC236}">
                  <a16:creationId xmlns:a16="http://schemas.microsoft.com/office/drawing/2014/main" id="{E6767620-5FEA-F040-A7E8-50785B888E62}"/>
                </a:ext>
              </a:extLst>
            </p:cNvPr>
            <p:cNvSpPr>
              <a:spLocks noChangeShapeType="1"/>
            </p:cNvSpPr>
            <p:nvPr/>
          </p:nvSpPr>
          <p:spPr bwMode="auto">
            <a:xfrm>
              <a:off x="667" y="2992"/>
              <a:ext cx="2361" cy="0"/>
            </a:xfrm>
            <a:prstGeom prst="line">
              <a:avLst/>
            </a:prstGeom>
            <a:noFill/>
            <a:ln w="25400">
              <a:solidFill>
                <a:srgbClr val="FF6600"/>
              </a:solidFill>
              <a:round/>
              <a:headEnd type="none" w="sm" len="sm"/>
              <a:tailEnd type="none" w="sm" len="sm"/>
            </a:ln>
            <a:effectLst/>
          </p:spPr>
          <p:txBody>
            <a:bodyPr/>
            <a:lstStyle/>
            <a:p>
              <a:pPr>
                <a:lnSpc>
                  <a:spcPct val="90000"/>
                </a:lnSpc>
                <a:spcAft>
                  <a:spcPts val="588"/>
                </a:spcAft>
                <a:buClr>
                  <a:schemeClr val="tx2"/>
                </a:buClr>
                <a:buSzPct val="80000"/>
                <a:defRPr/>
              </a:pPr>
              <a:endParaRPr lang="zh-CN" altLang="en-US" sz="2400">
                <a:effectLst>
                  <a:outerShdw blurRad="38100" dist="38100" dir="2700000" algn="tl">
                    <a:srgbClr val="000000">
                      <a:alpha val="43137"/>
                    </a:srgbClr>
                  </a:outerShdw>
                </a:effectLst>
              </a:endParaRPr>
            </a:p>
          </p:txBody>
        </p:sp>
        <p:sp>
          <p:nvSpPr>
            <p:cNvPr id="262151" name="Line 7">
              <a:extLst>
                <a:ext uri="{FF2B5EF4-FFF2-40B4-BE49-F238E27FC236}">
                  <a16:creationId xmlns:a16="http://schemas.microsoft.com/office/drawing/2014/main" id="{86A66C61-2580-064D-BFB6-14748865E2D0}"/>
                </a:ext>
              </a:extLst>
            </p:cNvPr>
            <p:cNvSpPr>
              <a:spLocks noChangeShapeType="1"/>
            </p:cNvSpPr>
            <p:nvPr/>
          </p:nvSpPr>
          <p:spPr bwMode="auto">
            <a:xfrm>
              <a:off x="664" y="2256"/>
              <a:ext cx="2359" cy="0"/>
            </a:xfrm>
            <a:prstGeom prst="line">
              <a:avLst/>
            </a:prstGeom>
            <a:noFill/>
            <a:ln w="25400">
              <a:solidFill>
                <a:srgbClr val="FF6600"/>
              </a:solidFill>
              <a:round/>
              <a:headEnd type="none" w="sm" len="sm"/>
              <a:tailEnd type="none" w="sm" len="sm"/>
            </a:ln>
            <a:effectLst/>
          </p:spPr>
          <p:txBody>
            <a:bodyPr/>
            <a:lstStyle/>
            <a:p>
              <a:pPr>
                <a:lnSpc>
                  <a:spcPct val="90000"/>
                </a:lnSpc>
                <a:spcAft>
                  <a:spcPts val="588"/>
                </a:spcAft>
                <a:buClr>
                  <a:schemeClr val="tx2"/>
                </a:buClr>
                <a:buSzPct val="80000"/>
                <a:defRPr/>
              </a:pPr>
              <a:endParaRPr lang="zh-CN" altLang="en-US" sz="2400">
                <a:effectLst>
                  <a:outerShdw blurRad="38100" dist="38100" dir="2700000" algn="tl">
                    <a:srgbClr val="000000">
                      <a:alpha val="43137"/>
                    </a:srgbClr>
                  </a:outerShdw>
                </a:effectLst>
              </a:endParaRPr>
            </a:p>
          </p:txBody>
        </p:sp>
      </p:grpSp>
      <p:sp>
        <p:nvSpPr>
          <p:cNvPr id="18" name="矩形 17">
            <a:extLst>
              <a:ext uri="{FF2B5EF4-FFF2-40B4-BE49-F238E27FC236}">
                <a16:creationId xmlns:a16="http://schemas.microsoft.com/office/drawing/2014/main" id="{439B1D95-F6A2-D843-ACE6-124618B05CAA}"/>
              </a:ext>
            </a:extLst>
          </p:cNvPr>
          <p:cNvSpPr/>
          <p:nvPr/>
        </p:nvSpPr>
        <p:spPr>
          <a:xfrm>
            <a:off x="47328" y="326057"/>
            <a:ext cx="9649123" cy="590931"/>
          </a:xfrm>
          <a:prstGeom prst="rect">
            <a:avLst/>
          </a:prstGeom>
        </p:spPr>
        <p:txBody>
          <a:bodyPr wrap="square">
            <a:spAutoFit/>
          </a:bodyPr>
          <a:lstStyle>
            <a:lvl1pPr eaLnBrk="0" hangingPunct="0">
              <a:defRPr sz="2000">
                <a:solidFill>
                  <a:schemeClr val="tx1"/>
                </a:solidFill>
                <a:latin typeface="Arial" charset="0"/>
                <a:ea typeface="宋体" charset="0"/>
              </a:defRPr>
            </a:lvl1pPr>
            <a:lvl2pPr marL="742950" indent="-285750" eaLnBrk="0" hangingPunct="0">
              <a:defRPr sz="2000">
                <a:solidFill>
                  <a:schemeClr val="tx1"/>
                </a:solidFill>
                <a:latin typeface="Arial" charset="0"/>
                <a:ea typeface="宋体" charset="0"/>
              </a:defRPr>
            </a:lvl2pPr>
            <a:lvl3pPr marL="1143000" indent="-228600" eaLnBrk="0" hangingPunct="0">
              <a:defRPr sz="2000">
                <a:solidFill>
                  <a:schemeClr val="tx1"/>
                </a:solidFill>
                <a:latin typeface="Arial" charset="0"/>
                <a:ea typeface="宋体" charset="0"/>
              </a:defRPr>
            </a:lvl3pPr>
            <a:lvl4pPr marL="1600200" indent="-228600" eaLnBrk="0" hangingPunct="0">
              <a:defRPr sz="2000">
                <a:solidFill>
                  <a:schemeClr val="tx1"/>
                </a:solidFill>
                <a:latin typeface="Arial" charset="0"/>
                <a:ea typeface="宋体" charset="0"/>
              </a:defRPr>
            </a:lvl4pPr>
            <a:lvl5pPr marL="2057400" indent="-228600" eaLnBrk="0" hangingPunct="0">
              <a:defRPr sz="2000">
                <a:solidFill>
                  <a:schemeClr val="tx1"/>
                </a:solidFill>
                <a:latin typeface="Arial" charset="0"/>
                <a:ea typeface="宋体" charset="0"/>
              </a:defRPr>
            </a:lvl5pPr>
            <a:lvl6pPr marL="2514600" indent="-228600" eaLnBrk="0" fontAlgn="base" hangingPunct="0">
              <a:spcBef>
                <a:spcPct val="0"/>
              </a:spcBef>
              <a:spcAft>
                <a:spcPct val="0"/>
              </a:spcAft>
              <a:defRPr sz="2000">
                <a:solidFill>
                  <a:schemeClr val="tx1"/>
                </a:solidFill>
                <a:latin typeface="Arial" charset="0"/>
                <a:ea typeface="宋体" charset="0"/>
              </a:defRPr>
            </a:lvl6pPr>
            <a:lvl7pPr marL="2971800" indent="-228600" eaLnBrk="0" fontAlgn="base" hangingPunct="0">
              <a:spcBef>
                <a:spcPct val="0"/>
              </a:spcBef>
              <a:spcAft>
                <a:spcPct val="0"/>
              </a:spcAft>
              <a:defRPr sz="2000">
                <a:solidFill>
                  <a:schemeClr val="tx1"/>
                </a:solidFill>
                <a:latin typeface="Arial" charset="0"/>
                <a:ea typeface="宋体" charset="0"/>
              </a:defRPr>
            </a:lvl7pPr>
            <a:lvl8pPr marL="3429000" indent="-228600" eaLnBrk="0" fontAlgn="base" hangingPunct="0">
              <a:spcBef>
                <a:spcPct val="0"/>
              </a:spcBef>
              <a:spcAft>
                <a:spcPct val="0"/>
              </a:spcAft>
              <a:defRPr sz="2000">
                <a:solidFill>
                  <a:schemeClr val="tx1"/>
                </a:solidFill>
                <a:latin typeface="Arial" charset="0"/>
                <a:ea typeface="宋体" charset="0"/>
              </a:defRPr>
            </a:lvl8pPr>
            <a:lvl9pPr marL="3886200" indent="-228600" eaLnBrk="0" fontAlgn="base" hangingPunct="0">
              <a:spcBef>
                <a:spcPct val="0"/>
              </a:spcBef>
              <a:spcAft>
                <a:spcPct val="0"/>
              </a:spcAft>
              <a:defRPr sz="2000">
                <a:solidFill>
                  <a:schemeClr val="tx1"/>
                </a:solidFill>
                <a:latin typeface="Arial" charset="0"/>
                <a:ea typeface="宋体" charset="0"/>
              </a:defRPr>
            </a:lvl9pPr>
          </a:lstStyle>
          <a:p>
            <a:pPr>
              <a:lnSpc>
                <a:spcPct val="90000"/>
              </a:lnSpc>
              <a:spcAft>
                <a:spcPts val="588"/>
              </a:spcAft>
              <a:buClr>
                <a:schemeClr val="tx2"/>
              </a:buClr>
              <a:buSzPct val="80000"/>
              <a:defRPr/>
            </a:pPr>
            <a:r>
              <a:rPr lang="en-US" altLang="zh-CN" sz="3600" b="1" dirty="0">
                <a:solidFill>
                  <a:schemeClr val="tx2"/>
                </a:solidFill>
                <a:latin typeface="+mj-lt"/>
                <a:ea typeface="+mj-ea"/>
                <a:cs typeface="+mj-cs"/>
              </a:rPr>
              <a:t>【</a:t>
            </a:r>
            <a:r>
              <a:rPr lang="zh-CN" altLang="en-US" sz="3600" b="1" dirty="0">
                <a:solidFill>
                  <a:schemeClr val="tx2"/>
                </a:solidFill>
                <a:latin typeface="+mj-lt"/>
                <a:ea typeface="+mj-ea"/>
                <a:cs typeface="+mj-cs"/>
              </a:rPr>
              <a:t>例</a:t>
            </a:r>
            <a:r>
              <a:rPr lang="en-US" altLang="zh-CN" sz="3600" b="1" dirty="0">
                <a:solidFill>
                  <a:schemeClr val="tx2"/>
                </a:solidFill>
                <a:latin typeface="+mj-lt"/>
                <a:ea typeface="+mj-ea"/>
                <a:cs typeface="+mj-cs"/>
              </a:rPr>
              <a:t>】</a:t>
            </a:r>
            <a:r>
              <a:rPr lang="zh-CN" altLang="en-US" sz="3600" b="1" dirty="0">
                <a:solidFill>
                  <a:schemeClr val="tx2"/>
                </a:solidFill>
                <a:latin typeface="+mj-lt"/>
                <a:ea typeface="+mj-ea"/>
                <a:cs typeface="+mj-cs"/>
              </a:rPr>
              <a:t>折半查找学号</a:t>
            </a:r>
          </a:p>
        </p:txBody>
      </p:sp>
      <p:pic>
        <p:nvPicPr>
          <p:cNvPr id="63494" name="图片 7">
            <a:extLst>
              <a:ext uri="{FF2B5EF4-FFF2-40B4-BE49-F238E27FC236}">
                <a16:creationId xmlns:a16="http://schemas.microsoft.com/office/drawing/2014/main" id="{7C112F13-4F9C-084E-898F-31A5F9459D61}"/>
              </a:ext>
            </a:extLst>
          </p:cNvPr>
          <p:cNvPicPr>
            <a:picLocks noChangeAspect="1"/>
          </p:cNvPicPr>
          <p:nvPr/>
        </p:nvPicPr>
        <p:blipFill>
          <a:blip r:embed="rId3">
            <a:clrChange>
              <a:clrFrom>
                <a:srgbClr val="FFFFFD"/>
              </a:clrFrom>
              <a:clrTo>
                <a:srgbClr val="FFFFFD">
                  <a:alpha val="0"/>
                </a:srgbClr>
              </a:clrTo>
            </a:clrChange>
            <a:extLst>
              <a:ext uri="{28A0092B-C50C-407E-A947-70E740481C1C}">
                <a14:useLocalDpi xmlns:a14="http://schemas.microsoft.com/office/drawing/2010/main" val="0"/>
              </a:ext>
            </a:extLst>
          </a:blip>
          <a:srcRect/>
          <a:stretch>
            <a:fillRect/>
          </a:stretch>
        </p:blipFill>
        <p:spPr bwMode="auto">
          <a:xfrm>
            <a:off x="9696451" y="4437064"/>
            <a:ext cx="912813" cy="173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AutoShape 4">
            <a:extLst>
              <a:ext uri="{FF2B5EF4-FFF2-40B4-BE49-F238E27FC236}">
                <a16:creationId xmlns:a16="http://schemas.microsoft.com/office/drawing/2014/main" id="{F1811C99-D0E7-D048-B8CB-BD88124D2B52}"/>
              </a:ext>
            </a:extLst>
          </p:cNvPr>
          <p:cNvSpPr>
            <a:spLocks noChangeArrowheads="1"/>
          </p:cNvSpPr>
          <p:nvPr/>
        </p:nvSpPr>
        <p:spPr bwMode="auto">
          <a:xfrm>
            <a:off x="7464425" y="1844676"/>
            <a:ext cx="2630488" cy="1668463"/>
          </a:xfrm>
          <a:prstGeom prst="cloudCallout">
            <a:avLst>
              <a:gd name="adj1" fmla="val 38634"/>
              <a:gd name="adj2" fmla="val 105796"/>
            </a:avLst>
          </a:prstGeom>
          <a:solidFill>
            <a:srgbClr val="FFFFCC"/>
          </a:solidFill>
          <a:ln w="28575">
            <a:solidFill>
              <a:srgbClr val="00B050"/>
            </a:solidFill>
            <a:round/>
            <a:headEnd/>
            <a:tailEnd/>
          </a:ln>
        </p:spPr>
        <p:txBody>
          <a:bodyPr lIns="0" tIns="0" rIns="0" bIns="0"/>
          <a:lstStyle>
            <a:lvl1pPr>
              <a:lnSpc>
                <a:spcPct val="120000"/>
              </a:lnSpc>
              <a:spcBef>
                <a:spcPts val="600"/>
              </a:spcBef>
              <a:buClr>
                <a:schemeClr val="tx2"/>
              </a:buClr>
              <a:buSzPct val="50000"/>
              <a:buFont typeface="Wingdings" pitchFamily="2" charset="2"/>
              <a:buChar char="n"/>
              <a:defRPr sz="3200">
                <a:solidFill>
                  <a:schemeClr val="tx1"/>
                </a:solidFill>
                <a:latin typeface="Franklin Gothic Book" panose="020B0503020102020204" pitchFamily="34" charset="0"/>
              </a:defRPr>
            </a:lvl1pPr>
            <a:lvl2pPr marL="742950" indent="-285750">
              <a:lnSpc>
                <a:spcPct val="120000"/>
              </a:lnSpc>
              <a:spcBef>
                <a:spcPts val="600"/>
              </a:spcBef>
              <a:buClr>
                <a:schemeClr val="tx2"/>
              </a:buClr>
              <a:buSzPct val="50000"/>
              <a:buFont typeface="Wingdings 2" pitchFamily="2" charset="2"/>
              <a:buChar char="Þ"/>
              <a:defRPr sz="2800">
                <a:solidFill>
                  <a:srgbClr val="333399"/>
                </a:solidFill>
                <a:latin typeface="Times New Roman" panose="02020603050405020304" pitchFamily="18" charset="0"/>
                <a:cs typeface="Times New Roman" panose="02020603050405020304" pitchFamily="18" charset="0"/>
              </a:defRPr>
            </a:lvl2pPr>
            <a:lvl3pPr marL="1143000" indent="-228600">
              <a:lnSpc>
                <a:spcPct val="120000"/>
              </a:lnSpc>
              <a:spcBef>
                <a:spcPts val="600"/>
              </a:spcBef>
              <a:buClr>
                <a:schemeClr val="tx2"/>
              </a:buClr>
              <a:buSzPct val="50000"/>
              <a:buFont typeface="Wingdings 2" pitchFamily="2" charset="2"/>
              <a:buChar char=""/>
              <a:defRPr sz="2400">
                <a:solidFill>
                  <a:srgbClr val="3333CC"/>
                </a:solidFill>
                <a:latin typeface="Times New Roman" panose="02020603050405020304" pitchFamily="18" charset="0"/>
                <a:cs typeface="Times New Roman" panose="02020603050405020304" pitchFamily="18" charset="0"/>
              </a:defRPr>
            </a:lvl3pPr>
            <a:lvl4pPr marL="16002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lnSpc>
                <a:spcPct val="120000"/>
              </a:lnSpc>
              <a:spcBef>
                <a:spcPts val="600"/>
              </a:spcBef>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ct val="0"/>
              </a:spcBef>
              <a:spcAft>
                <a:spcPts val="588"/>
              </a:spcAft>
              <a:buSzPct val="80000"/>
              <a:buNone/>
            </a:pPr>
            <a:r>
              <a:rPr lang="zh-CN" altLang="en-US" sz="2800">
                <a:solidFill>
                  <a:srgbClr val="000099"/>
                </a:solidFill>
                <a:latin typeface="黑体" panose="02010609060101010101" pitchFamily="49" charset="-122"/>
                <a:ea typeface="黑体" panose="02010609060101010101" pitchFamily="49" charset="-122"/>
              </a:rPr>
              <a:t>看似天衣无缝，完美无缺？</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19080580-DBE2-936D-3290-AEAD99880B84}"/>
                  </a:ext>
                </a:extLst>
              </p:cNvPr>
              <p:cNvSpPr txBox="1"/>
              <p:nvPr/>
            </p:nvSpPr>
            <p:spPr>
              <a:xfrm>
                <a:off x="6232234" y="4420999"/>
                <a:ext cx="3064087" cy="1645900"/>
              </a:xfrm>
              <a:prstGeom prst="rect">
                <a:avLst/>
              </a:prstGeom>
              <a:noFill/>
            </p:spPr>
            <p:txBody>
              <a:bodyPr wrap="square">
                <a:spAutoFit/>
              </a:bodyPr>
              <a:lstStyle/>
              <a:p>
                <a:r>
                  <a:rPr lang="en-US" altLang="zh-CN" b="1" kern="0" dirty="0">
                    <a:latin typeface="Courier New" pitchFamily="49" charset="0"/>
                  </a:rPr>
                  <a:t>While</a:t>
                </a:r>
                <a:r>
                  <a:rPr lang="zh-CN" altLang="en-US" b="1" kern="0" dirty="0">
                    <a:latin typeface="Courier New" pitchFamily="49" charset="0"/>
                  </a:rPr>
                  <a:t>循环体最多执行几次？</a:t>
                </a:r>
                <a:endParaRPr lang="en-US" altLang="zh-CN" b="1" kern="0" dirty="0">
                  <a:latin typeface="Courier New" pitchFamily="49" charset="0"/>
                </a:endParaRPr>
              </a:p>
              <a:p>
                <a:r>
                  <a:rPr lang="zh-CN" altLang="en-US" b="1" kern="0" dirty="0">
                    <a:latin typeface="Courier New" pitchFamily="49" charset="0"/>
                  </a:rPr>
                  <a:t>每执行一次，查询区间减半。假设</a:t>
                </a:r>
                <a14:m>
                  <m:oMath xmlns:m="http://schemas.openxmlformats.org/officeDocument/2006/math">
                    <m:r>
                      <a:rPr lang="zh-CN" altLang="en-US" b="1" i="1" kern="0" dirty="0">
                        <a:latin typeface="Cambria Math" panose="02040503050406030204" pitchFamily="18" charset="0"/>
                      </a:rPr>
                      <m:t>执行了</m:t>
                    </m:r>
                    <m:r>
                      <a:rPr lang="en-US" altLang="zh-CN" b="1" i="1" kern="0" dirty="0">
                        <a:latin typeface="Cambria Math" panose="02040503050406030204" pitchFamily="18" charset="0"/>
                      </a:rPr>
                      <m:t>𝒙</m:t>
                    </m:r>
                    <m:r>
                      <a:rPr lang="zh-CN" altLang="en-US" b="1" i="1" kern="0" dirty="0">
                        <a:latin typeface="Cambria Math" panose="02040503050406030204" pitchFamily="18" charset="0"/>
                      </a:rPr>
                      <m:t>次，</m:t>
                    </m:r>
                    <m:r>
                      <a:rPr lang="en-US" altLang="zh-CN" b="1" i="1" kern="0">
                        <a:latin typeface="Cambria Math" panose="02040503050406030204" pitchFamily="18" charset="0"/>
                      </a:rPr>
                      <m:t>𝒏</m:t>
                    </m:r>
                    <m:sSup>
                      <m:sSupPr>
                        <m:ctrlPr>
                          <a:rPr lang="en-US" altLang="zh-CN" b="1" i="1" kern="0">
                            <a:latin typeface="Cambria Math" panose="02040503050406030204" pitchFamily="18" charset="0"/>
                          </a:rPr>
                        </m:ctrlPr>
                      </m:sSupPr>
                      <m:e>
                        <m:d>
                          <m:dPr>
                            <m:ctrlPr>
                              <a:rPr lang="en-US" altLang="zh-CN" b="1" i="1" kern="0">
                                <a:latin typeface="Cambria Math" panose="02040503050406030204" pitchFamily="18" charset="0"/>
                              </a:rPr>
                            </m:ctrlPr>
                          </m:dPr>
                          <m:e>
                            <m:f>
                              <m:fPr>
                                <m:ctrlPr>
                                  <a:rPr lang="en-US" altLang="zh-CN" b="1" i="1" kern="0">
                                    <a:latin typeface="Cambria Math" panose="02040503050406030204" pitchFamily="18" charset="0"/>
                                  </a:rPr>
                                </m:ctrlPr>
                              </m:fPr>
                              <m:num>
                                <m:r>
                                  <a:rPr lang="en-US" altLang="zh-CN" b="1" i="1" kern="0">
                                    <a:latin typeface="Cambria Math" panose="02040503050406030204" pitchFamily="18" charset="0"/>
                                  </a:rPr>
                                  <m:t>𝟏</m:t>
                                </m:r>
                              </m:num>
                              <m:den>
                                <m:r>
                                  <a:rPr lang="en-US" altLang="zh-CN" b="1" i="1" kern="0">
                                    <a:latin typeface="Cambria Math" panose="02040503050406030204" pitchFamily="18" charset="0"/>
                                  </a:rPr>
                                  <m:t>𝟐</m:t>
                                </m:r>
                              </m:den>
                            </m:f>
                          </m:e>
                        </m:d>
                      </m:e>
                      <m:sup>
                        <m:r>
                          <a:rPr lang="en-US" altLang="zh-CN" b="1" i="1" kern="0">
                            <a:latin typeface="Cambria Math" panose="02040503050406030204" pitchFamily="18" charset="0"/>
                          </a:rPr>
                          <m:t>𝒙</m:t>
                        </m:r>
                      </m:sup>
                    </m:sSup>
                    <m:r>
                      <a:rPr lang="en-US" altLang="zh-CN" b="1" i="1" kern="0">
                        <a:latin typeface="Cambria Math" panose="02040503050406030204" pitchFamily="18" charset="0"/>
                      </a:rPr>
                      <m:t>=</m:t>
                    </m:r>
                    <m:r>
                      <a:rPr lang="en-US" altLang="zh-CN" b="1" i="1" kern="0">
                        <a:latin typeface="Cambria Math" panose="02040503050406030204" pitchFamily="18" charset="0"/>
                      </a:rPr>
                      <m:t>𝟏</m:t>
                    </m:r>
                  </m:oMath>
                </a14:m>
                <a:endParaRPr lang="en-US" altLang="zh-CN" b="1" kern="0" dirty="0">
                  <a:latin typeface="Courier New" pitchFamily="49" charset="0"/>
                </a:endParaRPr>
              </a:p>
              <a:p>
                <a:pPr/>
                <a14:m>
                  <m:oMathPara xmlns:m="http://schemas.openxmlformats.org/officeDocument/2006/math">
                    <m:oMathParaPr>
                      <m:jc m:val="centerGroup"/>
                    </m:oMathParaPr>
                    <m:oMath xmlns:m="http://schemas.openxmlformats.org/officeDocument/2006/math">
                      <m:r>
                        <a:rPr lang="en-US" altLang="zh-CN" b="1" i="1" kern="0" dirty="0">
                          <a:latin typeface="Cambria Math" panose="02040503050406030204" pitchFamily="18" charset="0"/>
                        </a:rPr>
                        <m:t>𝒙</m:t>
                      </m:r>
                      <m:r>
                        <a:rPr lang="en-US" altLang="zh-CN" b="1" i="1" kern="0" dirty="0">
                          <a:latin typeface="Cambria Math" panose="02040503050406030204" pitchFamily="18" charset="0"/>
                        </a:rPr>
                        <m:t>=</m:t>
                      </m:r>
                      <m:r>
                        <a:rPr lang="en-US" altLang="zh-CN" b="1" kern="0" dirty="0">
                          <a:latin typeface="Cambria Math" panose="02040503050406030204" pitchFamily="18" charset="0"/>
                        </a:rPr>
                        <m:t>𝐥𝐨𝐠</m:t>
                      </m:r>
                      <m:r>
                        <a:rPr lang="en-US" altLang="zh-CN" b="1" i="1" kern="0" dirty="0">
                          <a:latin typeface="Cambria Math" panose="02040503050406030204" pitchFamily="18" charset="0"/>
                        </a:rPr>
                        <m:t>(</m:t>
                      </m:r>
                      <m:r>
                        <a:rPr lang="en-US" altLang="zh-CN" b="1" i="1" kern="0" dirty="0">
                          <a:latin typeface="Cambria Math" panose="02040503050406030204" pitchFamily="18" charset="0"/>
                        </a:rPr>
                        <m:t>𝒏</m:t>
                      </m:r>
                      <m:r>
                        <a:rPr lang="en-US" altLang="zh-CN" b="1" i="1" kern="0" dirty="0">
                          <a:latin typeface="Cambria Math" panose="02040503050406030204" pitchFamily="18" charset="0"/>
                        </a:rPr>
                        <m:t>)</m:t>
                      </m:r>
                    </m:oMath>
                  </m:oMathPara>
                </a14:m>
                <a:endParaRPr lang="en-US" altLang="zh-CN" b="1" kern="0" dirty="0">
                  <a:latin typeface="Courier New" pitchFamily="49" charset="0"/>
                </a:endParaRPr>
              </a:p>
              <a:p>
                <a:r>
                  <a:rPr lang="zh-CN" altLang="en-US" b="1" kern="0" dirty="0">
                    <a:latin typeface="Courier New" pitchFamily="49" charset="0"/>
                  </a:rPr>
                  <a:t>时间复杂度为</a:t>
                </a:r>
                <a:r>
                  <a:rPr lang="en-US" altLang="zh-CN" b="1" kern="0" dirty="0">
                    <a:latin typeface="Courier New" pitchFamily="49" charset="0"/>
                  </a:rPr>
                  <a:t>O(</a:t>
                </a:r>
                <a14:m>
                  <m:oMath xmlns:m="http://schemas.openxmlformats.org/officeDocument/2006/math">
                    <m:r>
                      <a:rPr lang="en-US" altLang="zh-CN" b="1" kern="0" dirty="0">
                        <a:latin typeface="Cambria Math" panose="02040503050406030204" pitchFamily="18" charset="0"/>
                      </a:rPr>
                      <m:t>𝐥𝐨𝐠</m:t>
                    </m:r>
                    <m:r>
                      <a:rPr lang="en-US" altLang="zh-CN" b="1" i="1" kern="0" dirty="0">
                        <a:latin typeface="Cambria Math" panose="02040503050406030204" pitchFamily="18" charset="0"/>
                      </a:rPr>
                      <m:t>(</m:t>
                    </m:r>
                    <m:r>
                      <a:rPr lang="en-US" altLang="zh-CN" b="1" i="1" kern="0" dirty="0">
                        <a:latin typeface="Cambria Math" panose="02040503050406030204" pitchFamily="18" charset="0"/>
                      </a:rPr>
                      <m:t>𝒏</m:t>
                    </m:r>
                    <m:r>
                      <a:rPr lang="en-US" altLang="zh-CN" b="1" i="1" kern="0" dirty="0">
                        <a:latin typeface="Cambria Math" panose="02040503050406030204" pitchFamily="18" charset="0"/>
                      </a:rPr>
                      <m:t>)</m:t>
                    </m:r>
                  </m:oMath>
                </a14:m>
                <a:r>
                  <a:rPr lang="en-US" altLang="zh-CN" b="1" kern="0" dirty="0">
                    <a:latin typeface="Courier New" pitchFamily="49" charset="0"/>
                  </a:rPr>
                  <a:t>)</a:t>
                </a:r>
                <a:endParaRPr lang="zh-CN" altLang="en-US" dirty="0"/>
              </a:p>
            </p:txBody>
          </p:sp>
        </mc:Choice>
        <mc:Fallback xmlns="">
          <p:sp>
            <p:nvSpPr>
              <p:cNvPr id="3" name="文本框 2">
                <a:extLst>
                  <a:ext uri="{FF2B5EF4-FFF2-40B4-BE49-F238E27FC236}">
                    <a16:creationId xmlns:a16="http://schemas.microsoft.com/office/drawing/2014/main" xmlns:a14="http://schemas.microsoft.com/office/drawing/2010/main" xmlns="" id="{19080580-DBE2-936D-3290-AEAD99880B84}"/>
                  </a:ext>
                </a:extLst>
              </p:cNvPr>
              <p:cNvSpPr txBox="1">
                <a:spLocks noRot="1" noChangeAspect="1" noMove="1" noResize="1" noEditPoints="1" noAdjustHandles="1" noChangeArrowheads="1" noChangeShapeType="1" noTextEdit="1"/>
              </p:cNvSpPr>
              <p:nvPr/>
            </p:nvSpPr>
            <p:spPr>
              <a:xfrm>
                <a:off x="6232234" y="4420999"/>
                <a:ext cx="3064087" cy="1645900"/>
              </a:xfrm>
              <a:prstGeom prst="rect">
                <a:avLst/>
              </a:prstGeom>
              <a:blipFill rotWithShape="0">
                <a:blip r:embed="rId4"/>
                <a:stretch>
                  <a:fillRect l="-1590" t="-3704" r="-4573" b="-5556"/>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262148"/>
                                        </p:tgtEl>
                                        <p:attrNameLst>
                                          <p:attrName>style.visibility</p:attrName>
                                        </p:attrNameLst>
                                      </p:cBhvr>
                                      <p:to>
                                        <p:strVal val="visible"/>
                                      </p:to>
                                    </p:set>
                                    <p:anim calcmode="lin" valueType="num">
                                      <p:cBhvr>
                                        <p:cTn id="7" dur="500" fill="hold"/>
                                        <p:tgtEl>
                                          <p:spTgt spid="262148"/>
                                        </p:tgtEl>
                                        <p:attrNameLst>
                                          <p:attrName>ppt_w</p:attrName>
                                        </p:attrNameLst>
                                      </p:cBhvr>
                                      <p:tavLst>
                                        <p:tav tm="0">
                                          <p:val>
                                            <p:fltVal val="0"/>
                                          </p:val>
                                        </p:tav>
                                        <p:tav tm="100000">
                                          <p:val>
                                            <p:strVal val="#ppt_w"/>
                                          </p:val>
                                        </p:tav>
                                      </p:tavLst>
                                    </p:anim>
                                    <p:anim calcmode="lin" valueType="num">
                                      <p:cBhvr>
                                        <p:cTn id="8" dur="500" fill="hold"/>
                                        <p:tgtEl>
                                          <p:spTgt spid="262148"/>
                                        </p:tgtEl>
                                        <p:attrNameLst>
                                          <p:attrName>ppt_h</p:attrName>
                                        </p:attrNameLst>
                                      </p:cBhvr>
                                      <p:tavLst>
                                        <p:tav tm="0">
                                          <p:val>
                                            <p:fltVal val="0"/>
                                          </p:val>
                                        </p:tav>
                                        <p:tav tm="100000">
                                          <p:val>
                                            <p:strVal val="#ppt_h"/>
                                          </p:val>
                                        </p:tav>
                                      </p:tavLst>
                                    </p:anim>
                                    <p:animEffect transition="in" filter="fade">
                                      <p:cBhvr>
                                        <p:cTn id="9" dur="500"/>
                                        <p:tgtEl>
                                          <p:spTgt spid="262148"/>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63494"/>
                                        </p:tgtEl>
                                        <p:attrNameLst>
                                          <p:attrName>style.visibility</p:attrName>
                                        </p:attrNameLst>
                                      </p:cBhvr>
                                      <p:to>
                                        <p:strVal val="visible"/>
                                      </p:to>
                                    </p:set>
                                    <p:anim calcmode="lin" valueType="num">
                                      <p:cBhvr additive="base">
                                        <p:cTn id="21" dur="500" fill="hold"/>
                                        <p:tgtEl>
                                          <p:spTgt spid="63494"/>
                                        </p:tgtEl>
                                        <p:attrNameLst>
                                          <p:attrName>ppt_x</p:attrName>
                                        </p:attrNameLst>
                                      </p:cBhvr>
                                      <p:tavLst>
                                        <p:tav tm="0">
                                          <p:val>
                                            <p:strVal val="#ppt_x"/>
                                          </p:val>
                                        </p:tav>
                                        <p:tav tm="100000">
                                          <p:val>
                                            <p:strVal val="#ppt_x"/>
                                          </p:val>
                                        </p:tav>
                                      </p:tavLst>
                                    </p:anim>
                                    <p:anim calcmode="lin" valueType="num">
                                      <p:cBhvr additive="base">
                                        <p:cTn id="22" dur="500" fill="hold"/>
                                        <p:tgtEl>
                                          <p:spTgt spid="63494"/>
                                        </p:tgtEl>
                                        <p:attrNameLst>
                                          <p:attrName>ppt_y</p:attrName>
                                        </p:attrNameLst>
                                      </p:cBhvr>
                                      <p:tavLst>
                                        <p:tav tm="0">
                                          <p:val>
                                            <p:strVal val="1+#ppt_h/2"/>
                                          </p:val>
                                        </p:tav>
                                        <p:tav tm="100000">
                                          <p:val>
                                            <p:strVal val="#ppt_y"/>
                                          </p:val>
                                        </p:tav>
                                      </p:tavLst>
                                    </p:anim>
                                  </p:childTnLst>
                                </p:cTn>
                              </p:par>
                              <p:par>
                                <p:cTn id="23" presetID="12" presetClass="entr" presetSubtype="4"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slide(fromBottom)">
                                      <p:cBhvr>
                                        <p:cTn id="2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48" grpId="0" animBg="1"/>
      <p:bldP spid="2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C3CB72C-88E8-4443-A125-DA4C6B58D2D0}"/>
              </a:ext>
            </a:extLst>
          </p:cNvPr>
          <p:cNvSpPr>
            <a:spLocks noGrp="1"/>
          </p:cNvSpPr>
          <p:nvPr>
            <p:ph idx="1"/>
          </p:nvPr>
        </p:nvSpPr>
        <p:spPr>
          <a:xfrm>
            <a:off x="623392" y="1538287"/>
            <a:ext cx="10441160" cy="4824413"/>
          </a:xfrm>
        </p:spPr>
        <p:txBody>
          <a:bodyPr/>
          <a:lstStyle/>
          <a:p>
            <a:pPr marL="0" indent="0">
              <a:buNone/>
            </a:pPr>
            <a:r>
              <a:rPr lang="fr-FR" altLang="zh-CN" b="1" dirty="0">
                <a:solidFill>
                  <a:srgbClr val="C00000"/>
                </a:solidFill>
                <a:latin typeface="Courier New" panose="02070309020205020404" pitchFamily="49" charset="0"/>
                <a:ea typeface="宋体" panose="02010600030101010101" pitchFamily="2" charset="-122"/>
              </a:rPr>
              <a:t>mid = (high + low) / 2;</a:t>
            </a:r>
            <a:endParaRPr lang="en-US" altLang="zh-CN" b="1" dirty="0">
              <a:solidFill>
                <a:srgbClr val="C00000"/>
              </a:solidFill>
              <a:latin typeface="华文仿宋" panose="02010600040101010101" pitchFamily="2" charset="-122"/>
              <a:ea typeface="华文仿宋" panose="02010600040101010101" pitchFamily="2" charset="-122"/>
            </a:endParaRPr>
          </a:p>
          <a:p>
            <a:r>
              <a:rPr lang="zh-CN" altLang="en-US" dirty="0">
                <a:latin typeface="Arial" panose="020B0604020202020204" pitchFamily="34" charset="0"/>
                <a:cs typeface="Arial" panose="020B0604020202020204" pitchFamily="34" charset="0"/>
              </a:rPr>
              <a:t>存在问题：如果数组很大，</a:t>
            </a:r>
            <a:r>
              <a:rPr lang="en-US" altLang="zh-CN" dirty="0">
                <a:latin typeface="Arial" panose="020B0604020202020204" pitchFamily="34" charset="0"/>
                <a:cs typeface="Arial" panose="020B0604020202020204" pitchFamily="34" charset="0"/>
              </a:rPr>
              <a:t>low</a:t>
            </a:r>
            <a:r>
              <a:rPr lang="zh-CN" altLang="en-US" dirty="0">
                <a:latin typeface="Arial" panose="020B0604020202020204" pitchFamily="34" charset="0"/>
                <a:cs typeface="Arial" panose="020B0604020202020204" pitchFamily="34" charset="0"/>
              </a:rPr>
              <a:t>和</a:t>
            </a:r>
            <a:r>
              <a:rPr lang="en-US" altLang="zh-CN" dirty="0">
                <a:latin typeface="Arial" panose="020B0604020202020204" pitchFamily="34" charset="0"/>
                <a:cs typeface="Arial" panose="020B0604020202020204" pitchFamily="34" charset="0"/>
              </a:rPr>
              <a:t>high</a:t>
            </a:r>
            <a:r>
              <a:rPr lang="zh-CN" altLang="en-US" dirty="0">
                <a:latin typeface="Arial" panose="020B0604020202020204" pitchFamily="34" charset="0"/>
                <a:cs typeface="Arial" panose="020B0604020202020204" pitchFamily="34" charset="0"/>
              </a:rPr>
              <a:t>之和大于有符号整数的极限值（在</a:t>
            </a:r>
            <a:r>
              <a:rPr lang="en-US" altLang="zh-CN" dirty="0" err="1">
                <a:latin typeface="Arial" panose="020B0604020202020204" pitchFamily="34" charset="0"/>
                <a:cs typeface="Arial" panose="020B0604020202020204" pitchFamily="34" charset="0"/>
              </a:rPr>
              <a:t>limits.h</a:t>
            </a:r>
            <a:r>
              <a:rPr lang="zh-CN" altLang="en-US" dirty="0">
                <a:latin typeface="Arial" panose="020B0604020202020204" pitchFamily="34" charset="0"/>
                <a:cs typeface="Arial" panose="020B0604020202020204" pitchFamily="34" charset="0"/>
              </a:rPr>
              <a:t>中定义）</a:t>
            </a:r>
            <a:endParaRPr lang="en-US" altLang="zh-CN" dirty="0">
              <a:latin typeface="Arial" panose="020B0604020202020204" pitchFamily="34" charset="0"/>
              <a:cs typeface="Arial" panose="020B0604020202020204" pitchFamily="34" charset="0"/>
            </a:endParaRPr>
          </a:p>
          <a:p>
            <a:pPr lvl="1"/>
            <a:r>
              <a:rPr lang="zh-CN" altLang="en-US" dirty="0">
                <a:latin typeface="Arial" panose="020B0604020202020204" pitchFamily="34" charset="0"/>
                <a:ea typeface="黑体" panose="02010609060101010101" pitchFamily="49" charset="-122"/>
                <a:cs typeface="Arial" panose="020B0604020202020204" pitchFamily="34" charset="0"/>
              </a:rPr>
              <a:t>就会发生数值溢出，使</a:t>
            </a:r>
            <a:r>
              <a:rPr lang="en-US" altLang="zh-CN" dirty="0">
                <a:latin typeface="Arial" panose="020B0604020202020204" pitchFamily="34" charset="0"/>
                <a:ea typeface="黑体" panose="02010609060101010101" pitchFamily="49" charset="-122"/>
                <a:cs typeface="Arial" panose="020B0604020202020204" pitchFamily="34" charset="0"/>
              </a:rPr>
              <a:t>mid</a:t>
            </a:r>
            <a:r>
              <a:rPr lang="zh-CN" altLang="en-US" dirty="0">
                <a:latin typeface="Arial" panose="020B0604020202020204" pitchFamily="34" charset="0"/>
                <a:ea typeface="黑体" panose="02010609060101010101" pitchFamily="49" charset="-122"/>
                <a:cs typeface="Arial" panose="020B0604020202020204" pitchFamily="34" charset="0"/>
              </a:rPr>
              <a:t>成为一个负数</a:t>
            </a:r>
            <a:endParaRPr lang="en-US" altLang="zh-CN" dirty="0">
              <a:latin typeface="Arial" panose="020B0604020202020204" pitchFamily="34" charset="0"/>
              <a:ea typeface="黑体" panose="02010609060101010101" pitchFamily="49" charset="-122"/>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r>
              <a:rPr lang="zh-CN" altLang="en-US" dirty="0">
                <a:latin typeface="Arial" panose="020B0604020202020204" pitchFamily="34" charset="0"/>
                <a:cs typeface="Arial" panose="020B0604020202020204" pitchFamily="34" charset="0"/>
              </a:rPr>
              <a:t>防止溢出的解决方案</a:t>
            </a:r>
            <a:endParaRPr lang="en-US" altLang="zh-CN" dirty="0">
              <a:latin typeface="Arial" panose="020B0604020202020204" pitchFamily="34" charset="0"/>
              <a:cs typeface="Arial" panose="020B0604020202020204" pitchFamily="34" charset="0"/>
            </a:endParaRPr>
          </a:p>
          <a:p>
            <a:pPr lvl="1"/>
            <a:r>
              <a:rPr lang="zh-CN" altLang="en-US" dirty="0">
                <a:latin typeface="Arial" panose="020B0604020202020204" pitchFamily="34" charset="0"/>
                <a:ea typeface="黑体" panose="02010609060101010101" pitchFamily="49" charset="-122"/>
                <a:cs typeface="Arial" panose="020B0604020202020204" pitchFamily="34" charset="0"/>
              </a:rPr>
              <a:t>修改计算中间值的方法，用减法代替加法</a:t>
            </a:r>
            <a:endParaRPr lang="en-US" altLang="zh-CN" dirty="0">
              <a:latin typeface="Arial" panose="020B0604020202020204" pitchFamily="34" charset="0"/>
              <a:ea typeface="黑体" panose="02010609060101010101" pitchFamily="49" charset="-122"/>
              <a:cs typeface="Arial" panose="020B0604020202020204" pitchFamily="34" charset="0"/>
            </a:endParaRPr>
          </a:p>
          <a:p>
            <a:pPr lvl="1"/>
            <a:r>
              <a:rPr lang="fr-FR" altLang="zh-CN" b="1" dirty="0">
                <a:solidFill>
                  <a:srgbClr val="C00000"/>
                </a:solidFill>
                <a:latin typeface="Courier New" panose="02070309020205020404" pitchFamily="49" charset="0"/>
                <a:ea typeface="宋体" panose="02010600030101010101" pitchFamily="2" charset="-122"/>
              </a:rPr>
              <a:t>mid = </a:t>
            </a:r>
            <a:r>
              <a:rPr lang="en-US" altLang="zh-CN" b="1" dirty="0">
                <a:solidFill>
                  <a:srgbClr val="C00000"/>
                </a:solidFill>
                <a:latin typeface="Courier New" panose="02070309020205020404" pitchFamily="49" charset="0"/>
                <a:ea typeface="宋体" panose="02010600030101010101" pitchFamily="2" charset="-122"/>
              </a:rPr>
              <a:t>low + </a:t>
            </a:r>
            <a:r>
              <a:rPr lang="fr-FR" altLang="zh-CN" b="1" dirty="0">
                <a:solidFill>
                  <a:srgbClr val="C00000"/>
                </a:solidFill>
                <a:latin typeface="Courier New" panose="02070309020205020404" pitchFamily="49" charset="0"/>
                <a:ea typeface="宋体" panose="02010600030101010101" pitchFamily="2" charset="-122"/>
              </a:rPr>
              <a:t>(high </a:t>
            </a:r>
            <a:r>
              <a:rPr lang="en-US" altLang="zh-CN" b="1" dirty="0">
                <a:solidFill>
                  <a:srgbClr val="C00000"/>
                </a:solidFill>
                <a:latin typeface="Courier New" panose="02070309020205020404" pitchFamily="49" charset="0"/>
                <a:ea typeface="宋体" panose="02010600030101010101" pitchFamily="2" charset="-122"/>
              </a:rPr>
              <a:t>-</a:t>
            </a:r>
            <a:r>
              <a:rPr lang="fr-FR" altLang="zh-CN" b="1" dirty="0">
                <a:solidFill>
                  <a:srgbClr val="C00000"/>
                </a:solidFill>
                <a:latin typeface="Courier New" panose="02070309020205020404" pitchFamily="49" charset="0"/>
                <a:ea typeface="宋体" panose="02010600030101010101" pitchFamily="2" charset="-122"/>
              </a:rPr>
              <a:t> low) / 2;</a:t>
            </a:r>
            <a:endParaRPr lang="en-US" altLang="zh-CN" b="1" dirty="0">
              <a:solidFill>
                <a:srgbClr val="C00000"/>
              </a:solidFill>
              <a:ea typeface="宋体" panose="02010600030101010101" pitchFamily="2" charset="-122"/>
            </a:endParaRPr>
          </a:p>
          <a:p>
            <a:pPr lvl="1"/>
            <a:endParaRPr lang="zh-CN" altLang="en-US" dirty="0">
              <a:ea typeface="宋体" panose="02010600030101010101" pitchFamily="2" charset="-122"/>
            </a:endParaRPr>
          </a:p>
        </p:txBody>
      </p:sp>
      <p:sp>
        <p:nvSpPr>
          <p:cNvPr id="2" name="灯片编号占位符 1">
            <a:extLst>
              <a:ext uri="{FF2B5EF4-FFF2-40B4-BE49-F238E27FC236}">
                <a16:creationId xmlns:a16="http://schemas.microsoft.com/office/drawing/2014/main" id="{D1356AE6-61E4-F698-4675-737A9DD2ECB5}"/>
              </a:ext>
            </a:extLst>
          </p:cNvPr>
          <p:cNvSpPr>
            <a:spLocks noGrp="1"/>
          </p:cNvSpPr>
          <p:nvPr>
            <p:ph type="sldNum" sz="quarter" idx="12"/>
          </p:nvPr>
        </p:nvSpPr>
        <p:spPr/>
        <p:txBody>
          <a:bodyPr/>
          <a:lstStyle/>
          <a:p>
            <a:pPr>
              <a:defRPr/>
            </a:pPr>
            <a:fld id="{7C4E558B-5425-6346-B896-72F904F12E77}" type="slidenum">
              <a:rPr lang="en-US" altLang="zh-CN" smtClean="0"/>
              <a:pPr>
                <a:defRPr/>
              </a:pPr>
              <a:t>31</a:t>
            </a:fld>
            <a:endParaRPr lang="zh-CN" altLang="en-US" dirty="0"/>
          </a:p>
        </p:txBody>
      </p:sp>
      <p:pic>
        <p:nvPicPr>
          <p:cNvPr id="94211" name="图片 7">
            <a:extLst>
              <a:ext uri="{FF2B5EF4-FFF2-40B4-BE49-F238E27FC236}">
                <a16:creationId xmlns:a16="http://schemas.microsoft.com/office/drawing/2014/main" id="{9B760F8E-278A-D444-BF2B-B9C907B33C55}"/>
              </a:ext>
            </a:extLst>
          </p:cNvPr>
          <p:cNvPicPr>
            <a:picLocks noChangeAspect="1"/>
          </p:cNvPicPr>
          <p:nvPr/>
        </p:nvPicPr>
        <p:blipFill>
          <a:blip r:embed="rId2">
            <a:clrChange>
              <a:clrFrom>
                <a:srgbClr val="FFFFFD"/>
              </a:clrFrom>
              <a:clrTo>
                <a:srgbClr val="FFFFFD">
                  <a:alpha val="0"/>
                </a:srgbClr>
              </a:clrTo>
            </a:clrChange>
            <a:extLst>
              <a:ext uri="{28A0092B-C50C-407E-A947-70E740481C1C}">
                <a14:useLocalDpi xmlns:a14="http://schemas.microsoft.com/office/drawing/2010/main" val="0"/>
              </a:ext>
            </a:extLst>
          </a:blip>
          <a:srcRect/>
          <a:stretch>
            <a:fillRect/>
          </a:stretch>
        </p:blipFill>
        <p:spPr bwMode="auto">
          <a:xfrm>
            <a:off x="9707563" y="4595814"/>
            <a:ext cx="912812"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a:extLst>
              <a:ext uri="{FF2B5EF4-FFF2-40B4-BE49-F238E27FC236}">
                <a16:creationId xmlns:a16="http://schemas.microsoft.com/office/drawing/2014/main" id="{4F6A5D86-BE78-3348-9752-0EDFB113AD07}"/>
              </a:ext>
            </a:extLst>
          </p:cNvPr>
          <p:cNvSpPr txBox="1">
            <a:spLocks noChangeArrowheads="1"/>
          </p:cNvSpPr>
          <p:nvPr/>
        </p:nvSpPr>
        <p:spPr bwMode="auto">
          <a:xfrm>
            <a:off x="150019" y="-15875"/>
            <a:ext cx="8915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eaLnBrk="0" fontAlgn="base" hangingPunct="0">
              <a:spcBef>
                <a:spcPct val="0"/>
              </a:spcBef>
              <a:spcAft>
                <a:spcPct val="0"/>
              </a:spcAft>
              <a:defRPr sz="3600" b="1" kern="1200">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9pPr>
          </a:lstStyle>
          <a:p>
            <a:pPr algn="l" defTabSz="914400"/>
            <a:r>
              <a:rPr lang="en-US" altLang="zh-CN" dirty="0"/>
              <a:t>11.4.3</a:t>
            </a:r>
            <a:r>
              <a:rPr lang="zh-CN" altLang="en-US" dirty="0"/>
              <a:t> 折半查找注意事项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strVal val="#ppt_w*0.05"/>
                                          </p:val>
                                        </p:tav>
                                        <p:tav tm="100000">
                                          <p:val>
                                            <p:strVal val="#ppt_w"/>
                                          </p:val>
                                        </p:tav>
                                      </p:tavLst>
                                    </p:anim>
                                    <p:anim calcmode="lin" valueType="num">
                                      <p:cBhvr>
                                        <p:cTn id="8" dur="500" fill="hold"/>
                                        <p:tgtEl>
                                          <p:spTgt spid="3">
                                            <p:txEl>
                                              <p:pRg st="0" end="0"/>
                                            </p:txEl>
                                          </p:spTgt>
                                        </p:tgtEl>
                                        <p:attrNameLst>
                                          <p:attrName>ppt_h</p:attrName>
                                        </p:attrNameLst>
                                      </p:cBhvr>
                                      <p:tavLst>
                                        <p:tav tm="0">
                                          <p:val>
                                            <p:strVal val="#ppt_h"/>
                                          </p:val>
                                        </p:tav>
                                        <p:tav tm="100000">
                                          <p:val>
                                            <p:strVal val="#ppt_h"/>
                                          </p:val>
                                        </p:tav>
                                      </p:tavLst>
                                    </p:anim>
                                    <p:anim calcmode="lin" valueType="num">
                                      <p:cBhvr>
                                        <p:cTn id="9" dur="500" fill="hold"/>
                                        <p:tgtEl>
                                          <p:spTgt spid="3">
                                            <p:txEl>
                                              <p:pRg st="0" end="0"/>
                                            </p:txEl>
                                          </p:spTgt>
                                        </p:tgtEl>
                                        <p:attrNameLst>
                                          <p:attrName>ppt_x</p:attrName>
                                        </p:attrNameLst>
                                      </p:cBhvr>
                                      <p:tavLst>
                                        <p:tav tm="0">
                                          <p:val>
                                            <p:strVal val="#ppt_x-.2"/>
                                          </p:val>
                                        </p:tav>
                                        <p:tav tm="100000">
                                          <p:val>
                                            <p:strVal val="#ppt_x"/>
                                          </p:val>
                                        </p:tav>
                                      </p:tavLst>
                                    </p:anim>
                                    <p:anim calcmode="lin" valueType="num">
                                      <p:cBhvr>
                                        <p:cTn id="10" dur="500" fill="hold"/>
                                        <p:tgtEl>
                                          <p:spTgt spid="3">
                                            <p:txEl>
                                              <p:pRg st="0" end="0"/>
                                            </p:txEl>
                                          </p:spTgt>
                                        </p:tgtEl>
                                        <p:attrNameLst>
                                          <p:attrName>ppt_y</p:attrName>
                                        </p:attrNameLst>
                                      </p:cBhvr>
                                      <p:tavLst>
                                        <p:tav tm="0">
                                          <p:val>
                                            <p:strVal val="#ppt_y"/>
                                          </p:val>
                                        </p:tav>
                                        <p:tav tm="100000">
                                          <p:val>
                                            <p:strVal val="#ppt_y"/>
                                          </p:val>
                                        </p:tav>
                                      </p:tavLst>
                                    </p:anim>
                                    <p:animEffect transition="in" filter="fade">
                                      <p:cBhvr>
                                        <p:cTn id="11" dur="500"/>
                                        <p:tgtEl>
                                          <p:spTgt spid="3">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54" presetClass="entr" presetSubtype="0" accel="100000" fill="hold"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 calcmode="lin" valueType="num">
                                      <p:cBhvr>
                                        <p:cTn id="16" dur="500" fill="hold"/>
                                        <p:tgtEl>
                                          <p:spTgt spid="3">
                                            <p:txEl>
                                              <p:pRg st="1" end="1"/>
                                            </p:txEl>
                                          </p:spTgt>
                                        </p:tgtEl>
                                        <p:attrNameLst>
                                          <p:attrName>ppt_w</p:attrName>
                                        </p:attrNameLst>
                                      </p:cBhvr>
                                      <p:tavLst>
                                        <p:tav tm="0">
                                          <p:val>
                                            <p:strVal val="#ppt_w*0.05"/>
                                          </p:val>
                                        </p:tav>
                                        <p:tav tm="100000">
                                          <p:val>
                                            <p:strVal val="#ppt_w"/>
                                          </p:val>
                                        </p:tav>
                                      </p:tavLst>
                                    </p:anim>
                                    <p:anim calcmode="lin" valueType="num">
                                      <p:cBhvr>
                                        <p:cTn id="17" dur="500" fill="hold"/>
                                        <p:tgtEl>
                                          <p:spTgt spid="3">
                                            <p:txEl>
                                              <p:pRg st="1" end="1"/>
                                            </p:txEl>
                                          </p:spTgt>
                                        </p:tgtEl>
                                        <p:attrNameLst>
                                          <p:attrName>ppt_h</p:attrName>
                                        </p:attrNameLst>
                                      </p:cBhvr>
                                      <p:tavLst>
                                        <p:tav tm="0">
                                          <p:val>
                                            <p:strVal val="#ppt_h"/>
                                          </p:val>
                                        </p:tav>
                                        <p:tav tm="100000">
                                          <p:val>
                                            <p:strVal val="#ppt_h"/>
                                          </p:val>
                                        </p:tav>
                                      </p:tavLst>
                                    </p:anim>
                                    <p:anim calcmode="lin" valueType="num">
                                      <p:cBhvr>
                                        <p:cTn id="18" dur="500" fill="hold"/>
                                        <p:tgtEl>
                                          <p:spTgt spid="3">
                                            <p:txEl>
                                              <p:pRg st="1" end="1"/>
                                            </p:txEl>
                                          </p:spTgt>
                                        </p:tgtEl>
                                        <p:attrNameLst>
                                          <p:attrName>ppt_x</p:attrName>
                                        </p:attrNameLst>
                                      </p:cBhvr>
                                      <p:tavLst>
                                        <p:tav tm="0">
                                          <p:val>
                                            <p:strVal val="#ppt_x-.2"/>
                                          </p:val>
                                        </p:tav>
                                        <p:tav tm="100000">
                                          <p:val>
                                            <p:strVal val="#ppt_x"/>
                                          </p:val>
                                        </p:tav>
                                      </p:tavLst>
                                    </p:anim>
                                    <p:anim calcmode="lin" valueType="num">
                                      <p:cBhvr>
                                        <p:cTn id="19" dur="500" fill="hold"/>
                                        <p:tgtEl>
                                          <p:spTgt spid="3">
                                            <p:txEl>
                                              <p:pRg st="1" end="1"/>
                                            </p:txEl>
                                          </p:spTgt>
                                        </p:tgtEl>
                                        <p:attrNameLst>
                                          <p:attrName>ppt_y</p:attrName>
                                        </p:attrNameLst>
                                      </p:cBhvr>
                                      <p:tavLst>
                                        <p:tav tm="0">
                                          <p:val>
                                            <p:strVal val="#ppt_y"/>
                                          </p:val>
                                        </p:tav>
                                        <p:tav tm="100000">
                                          <p:val>
                                            <p:strVal val="#ppt_y"/>
                                          </p:val>
                                        </p:tav>
                                      </p:tavLst>
                                    </p:anim>
                                    <p:animEffect transition="in" filter="fade">
                                      <p:cBhvr>
                                        <p:cTn id="20" dur="500"/>
                                        <p:tgtEl>
                                          <p:spTgt spid="3">
                                            <p:txEl>
                                              <p:pRg st="1" end="1"/>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4" presetClass="entr" presetSubtype="0" accel="10000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p:cTn id="25" dur="500" fill="hold"/>
                                        <p:tgtEl>
                                          <p:spTgt spid="3">
                                            <p:txEl>
                                              <p:pRg st="2" end="2"/>
                                            </p:txEl>
                                          </p:spTgt>
                                        </p:tgtEl>
                                        <p:attrNameLst>
                                          <p:attrName>ppt_w</p:attrName>
                                        </p:attrNameLst>
                                      </p:cBhvr>
                                      <p:tavLst>
                                        <p:tav tm="0">
                                          <p:val>
                                            <p:strVal val="#ppt_w*0.05"/>
                                          </p:val>
                                        </p:tav>
                                        <p:tav tm="100000">
                                          <p:val>
                                            <p:strVal val="#ppt_w"/>
                                          </p:val>
                                        </p:tav>
                                      </p:tavLst>
                                    </p:anim>
                                    <p:anim calcmode="lin" valueType="num">
                                      <p:cBhvr>
                                        <p:cTn id="26" dur="500" fill="hold"/>
                                        <p:tgtEl>
                                          <p:spTgt spid="3">
                                            <p:txEl>
                                              <p:pRg st="2" end="2"/>
                                            </p:txEl>
                                          </p:spTgt>
                                        </p:tgtEl>
                                        <p:attrNameLst>
                                          <p:attrName>ppt_h</p:attrName>
                                        </p:attrNameLst>
                                      </p:cBhvr>
                                      <p:tavLst>
                                        <p:tav tm="0">
                                          <p:val>
                                            <p:strVal val="#ppt_h"/>
                                          </p:val>
                                        </p:tav>
                                        <p:tav tm="100000">
                                          <p:val>
                                            <p:strVal val="#ppt_h"/>
                                          </p:val>
                                        </p:tav>
                                      </p:tavLst>
                                    </p:anim>
                                    <p:anim calcmode="lin" valueType="num">
                                      <p:cBhvr>
                                        <p:cTn id="27" dur="500" fill="hold"/>
                                        <p:tgtEl>
                                          <p:spTgt spid="3">
                                            <p:txEl>
                                              <p:pRg st="2" end="2"/>
                                            </p:txEl>
                                          </p:spTgt>
                                        </p:tgtEl>
                                        <p:attrNameLst>
                                          <p:attrName>ppt_x</p:attrName>
                                        </p:attrNameLst>
                                      </p:cBhvr>
                                      <p:tavLst>
                                        <p:tav tm="0">
                                          <p:val>
                                            <p:strVal val="#ppt_x-.2"/>
                                          </p:val>
                                        </p:tav>
                                        <p:tav tm="100000">
                                          <p:val>
                                            <p:strVal val="#ppt_x"/>
                                          </p:val>
                                        </p:tav>
                                      </p:tavLst>
                                    </p:anim>
                                    <p:anim calcmode="lin" valueType="num">
                                      <p:cBhvr>
                                        <p:cTn id="28" dur="500" fill="hold"/>
                                        <p:tgtEl>
                                          <p:spTgt spid="3">
                                            <p:txEl>
                                              <p:pRg st="2" end="2"/>
                                            </p:txEl>
                                          </p:spTgt>
                                        </p:tgtEl>
                                        <p:attrNameLst>
                                          <p:attrName>ppt_y</p:attrName>
                                        </p:attrNameLst>
                                      </p:cBhvr>
                                      <p:tavLst>
                                        <p:tav tm="0">
                                          <p:val>
                                            <p:strVal val="#ppt_y"/>
                                          </p:val>
                                        </p:tav>
                                        <p:tav tm="100000">
                                          <p:val>
                                            <p:strVal val="#ppt_y"/>
                                          </p:val>
                                        </p:tav>
                                      </p:tavLst>
                                    </p:anim>
                                    <p:animEffect transition="in" filter="fade">
                                      <p:cBhvr>
                                        <p:cTn id="29" dur="500"/>
                                        <p:tgtEl>
                                          <p:spTgt spid="3">
                                            <p:txEl>
                                              <p:pRg st="2" end="2"/>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4" presetClass="entr" presetSubtype="0" accel="100000" fill="hold" nodeType="click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 calcmode="lin" valueType="num">
                                      <p:cBhvr>
                                        <p:cTn id="34" dur="500" fill="hold"/>
                                        <p:tgtEl>
                                          <p:spTgt spid="3">
                                            <p:txEl>
                                              <p:pRg st="4" end="4"/>
                                            </p:txEl>
                                          </p:spTgt>
                                        </p:tgtEl>
                                        <p:attrNameLst>
                                          <p:attrName>ppt_w</p:attrName>
                                        </p:attrNameLst>
                                      </p:cBhvr>
                                      <p:tavLst>
                                        <p:tav tm="0">
                                          <p:val>
                                            <p:strVal val="#ppt_w*0.05"/>
                                          </p:val>
                                        </p:tav>
                                        <p:tav tm="100000">
                                          <p:val>
                                            <p:strVal val="#ppt_w"/>
                                          </p:val>
                                        </p:tav>
                                      </p:tavLst>
                                    </p:anim>
                                    <p:anim calcmode="lin" valueType="num">
                                      <p:cBhvr>
                                        <p:cTn id="35" dur="500" fill="hold"/>
                                        <p:tgtEl>
                                          <p:spTgt spid="3">
                                            <p:txEl>
                                              <p:pRg st="4" end="4"/>
                                            </p:txEl>
                                          </p:spTgt>
                                        </p:tgtEl>
                                        <p:attrNameLst>
                                          <p:attrName>ppt_h</p:attrName>
                                        </p:attrNameLst>
                                      </p:cBhvr>
                                      <p:tavLst>
                                        <p:tav tm="0">
                                          <p:val>
                                            <p:strVal val="#ppt_h"/>
                                          </p:val>
                                        </p:tav>
                                        <p:tav tm="100000">
                                          <p:val>
                                            <p:strVal val="#ppt_h"/>
                                          </p:val>
                                        </p:tav>
                                      </p:tavLst>
                                    </p:anim>
                                    <p:anim calcmode="lin" valueType="num">
                                      <p:cBhvr>
                                        <p:cTn id="36" dur="500" fill="hold"/>
                                        <p:tgtEl>
                                          <p:spTgt spid="3">
                                            <p:txEl>
                                              <p:pRg st="4" end="4"/>
                                            </p:txEl>
                                          </p:spTgt>
                                        </p:tgtEl>
                                        <p:attrNameLst>
                                          <p:attrName>ppt_x</p:attrName>
                                        </p:attrNameLst>
                                      </p:cBhvr>
                                      <p:tavLst>
                                        <p:tav tm="0">
                                          <p:val>
                                            <p:strVal val="#ppt_x-.2"/>
                                          </p:val>
                                        </p:tav>
                                        <p:tav tm="100000">
                                          <p:val>
                                            <p:strVal val="#ppt_x"/>
                                          </p:val>
                                        </p:tav>
                                      </p:tavLst>
                                    </p:anim>
                                    <p:anim calcmode="lin" valueType="num">
                                      <p:cBhvr>
                                        <p:cTn id="37" dur="500" fill="hold"/>
                                        <p:tgtEl>
                                          <p:spTgt spid="3">
                                            <p:txEl>
                                              <p:pRg st="4" end="4"/>
                                            </p:txEl>
                                          </p:spTgt>
                                        </p:tgtEl>
                                        <p:attrNameLst>
                                          <p:attrName>ppt_y</p:attrName>
                                        </p:attrNameLst>
                                      </p:cBhvr>
                                      <p:tavLst>
                                        <p:tav tm="0">
                                          <p:val>
                                            <p:strVal val="#ppt_y"/>
                                          </p:val>
                                        </p:tav>
                                        <p:tav tm="100000">
                                          <p:val>
                                            <p:strVal val="#ppt_y"/>
                                          </p:val>
                                        </p:tav>
                                      </p:tavLst>
                                    </p:anim>
                                    <p:animEffect transition="in" filter="fade">
                                      <p:cBhvr>
                                        <p:cTn id="38" dur="500"/>
                                        <p:tgtEl>
                                          <p:spTgt spid="3">
                                            <p:txEl>
                                              <p:pRg st="4" end="4"/>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4" presetClass="entr" presetSubtype="0" accel="100000" fill="hold"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p:cTn id="43" dur="500" fill="hold"/>
                                        <p:tgtEl>
                                          <p:spTgt spid="3">
                                            <p:txEl>
                                              <p:pRg st="5" end="5"/>
                                            </p:txEl>
                                          </p:spTgt>
                                        </p:tgtEl>
                                        <p:attrNameLst>
                                          <p:attrName>ppt_w</p:attrName>
                                        </p:attrNameLst>
                                      </p:cBhvr>
                                      <p:tavLst>
                                        <p:tav tm="0">
                                          <p:val>
                                            <p:strVal val="#ppt_w*0.05"/>
                                          </p:val>
                                        </p:tav>
                                        <p:tav tm="100000">
                                          <p:val>
                                            <p:strVal val="#ppt_w"/>
                                          </p:val>
                                        </p:tav>
                                      </p:tavLst>
                                    </p:anim>
                                    <p:anim calcmode="lin" valueType="num">
                                      <p:cBhvr>
                                        <p:cTn id="44" dur="500" fill="hold"/>
                                        <p:tgtEl>
                                          <p:spTgt spid="3">
                                            <p:txEl>
                                              <p:pRg st="5" end="5"/>
                                            </p:txEl>
                                          </p:spTgt>
                                        </p:tgtEl>
                                        <p:attrNameLst>
                                          <p:attrName>ppt_h</p:attrName>
                                        </p:attrNameLst>
                                      </p:cBhvr>
                                      <p:tavLst>
                                        <p:tav tm="0">
                                          <p:val>
                                            <p:strVal val="#ppt_h"/>
                                          </p:val>
                                        </p:tav>
                                        <p:tav tm="100000">
                                          <p:val>
                                            <p:strVal val="#ppt_h"/>
                                          </p:val>
                                        </p:tav>
                                      </p:tavLst>
                                    </p:anim>
                                    <p:anim calcmode="lin" valueType="num">
                                      <p:cBhvr>
                                        <p:cTn id="45" dur="500" fill="hold"/>
                                        <p:tgtEl>
                                          <p:spTgt spid="3">
                                            <p:txEl>
                                              <p:pRg st="5" end="5"/>
                                            </p:txEl>
                                          </p:spTgt>
                                        </p:tgtEl>
                                        <p:attrNameLst>
                                          <p:attrName>ppt_x</p:attrName>
                                        </p:attrNameLst>
                                      </p:cBhvr>
                                      <p:tavLst>
                                        <p:tav tm="0">
                                          <p:val>
                                            <p:strVal val="#ppt_x-.2"/>
                                          </p:val>
                                        </p:tav>
                                        <p:tav tm="100000">
                                          <p:val>
                                            <p:strVal val="#ppt_x"/>
                                          </p:val>
                                        </p:tav>
                                      </p:tavLst>
                                    </p:anim>
                                    <p:anim calcmode="lin" valueType="num">
                                      <p:cBhvr>
                                        <p:cTn id="46" dur="500" fill="hold"/>
                                        <p:tgtEl>
                                          <p:spTgt spid="3">
                                            <p:txEl>
                                              <p:pRg st="5" end="5"/>
                                            </p:txEl>
                                          </p:spTgt>
                                        </p:tgtEl>
                                        <p:attrNameLst>
                                          <p:attrName>ppt_y</p:attrName>
                                        </p:attrNameLst>
                                      </p:cBhvr>
                                      <p:tavLst>
                                        <p:tav tm="0">
                                          <p:val>
                                            <p:strVal val="#ppt_y"/>
                                          </p:val>
                                        </p:tav>
                                        <p:tav tm="100000">
                                          <p:val>
                                            <p:strVal val="#ppt_y"/>
                                          </p:val>
                                        </p:tav>
                                      </p:tavLst>
                                    </p:anim>
                                    <p:animEffect transition="in" filter="fade">
                                      <p:cBhvr>
                                        <p:cTn id="47" dur="500"/>
                                        <p:tgtEl>
                                          <p:spTgt spid="3">
                                            <p:txEl>
                                              <p:pRg st="5" end="5"/>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4" presetClass="entr" presetSubtype="0" accel="100000" fill="hold" nodeType="clickEffect">
                                  <p:stCondLst>
                                    <p:cond delay="0"/>
                                  </p:stCondLst>
                                  <p:childTnLst>
                                    <p:set>
                                      <p:cBhvr>
                                        <p:cTn id="51" dur="1" fill="hold">
                                          <p:stCondLst>
                                            <p:cond delay="0"/>
                                          </p:stCondLst>
                                        </p:cTn>
                                        <p:tgtEl>
                                          <p:spTgt spid="3">
                                            <p:txEl>
                                              <p:pRg st="6" end="6"/>
                                            </p:txEl>
                                          </p:spTgt>
                                        </p:tgtEl>
                                        <p:attrNameLst>
                                          <p:attrName>style.visibility</p:attrName>
                                        </p:attrNameLst>
                                      </p:cBhvr>
                                      <p:to>
                                        <p:strVal val="visible"/>
                                      </p:to>
                                    </p:set>
                                    <p:anim calcmode="lin" valueType="num">
                                      <p:cBhvr>
                                        <p:cTn id="52" dur="500" fill="hold"/>
                                        <p:tgtEl>
                                          <p:spTgt spid="3">
                                            <p:txEl>
                                              <p:pRg st="6" end="6"/>
                                            </p:txEl>
                                          </p:spTgt>
                                        </p:tgtEl>
                                        <p:attrNameLst>
                                          <p:attrName>ppt_w</p:attrName>
                                        </p:attrNameLst>
                                      </p:cBhvr>
                                      <p:tavLst>
                                        <p:tav tm="0">
                                          <p:val>
                                            <p:strVal val="#ppt_w*0.05"/>
                                          </p:val>
                                        </p:tav>
                                        <p:tav tm="100000">
                                          <p:val>
                                            <p:strVal val="#ppt_w"/>
                                          </p:val>
                                        </p:tav>
                                      </p:tavLst>
                                    </p:anim>
                                    <p:anim calcmode="lin" valueType="num">
                                      <p:cBhvr>
                                        <p:cTn id="53" dur="500" fill="hold"/>
                                        <p:tgtEl>
                                          <p:spTgt spid="3">
                                            <p:txEl>
                                              <p:pRg st="6" end="6"/>
                                            </p:txEl>
                                          </p:spTgt>
                                        </p:tgtEl>
                                        <p:attrNameLst>
                                          <p:attrName>ppt_h</p:attrName>
                                        </p:attrNameLst>
                                      </p:cBhvr>
                                      <p:tavLst>
                                        <p:tav tm="0">
                                          <p:val>
                                            <p:strVal val="#ppt_h"/>
                                          </p:val>
                                        </p:tav>
                                        <p:tav tm="100000">
                                          <p:val>
                                            <p:strVal val="#ppt_h"/>
                                          </p:val>
                                        </p:tav>
                                      </p:tavLst>
                                    </p:anim>
                                    <p:anim calcmode="lin" valueType="num">
                                      <p:cBhvr>
                                        <p:cTn id="54" dur="500" fill="hold"/>
                                        <p:tgtEl>
                                          <p:spTgt spid="3">
                                            <p:txEl>
                                              <p:pRg st="6" end="6"/>
                                            </p:txEl>
                                          </p:spTgt>
                                        </p:tgtEl>
                                        <p:attrNameLst>
                                          <p:attrName>ppt_x</p:attrName>
                                        </p:attrNameLst>
                                      </p:cBhvr>
                                      <p:tavLst>
                                        <p:tav tm="0">
                                          <p:val>
                                            <p:strVal val="#ppt_x-.2"/>
                                          </p:val>
                                        </p:tav>
                                        <p:tav tm="100000">
                                          <p:val>
                                            <p:strVal val="#ppt_x"/>
                                          </p:val>
                                        </p:tav>
                                      </p:tavLst>
                                    </p:anim>
                                    <p:anim calcmode="lin" valueType="num">
                                      <p:cBhvr>
                                        <p:cTn id="55" dur="500" fill="hold"/>
                                        <p:tgtEl>
                                          <p:spTgt spid="3">
                                            <p:txEl>
                                              <p:pRg st="6" end="6"/>
                                            </p:txEl>
                                          </p:spTgt>
                                        </p:tgtEl>
                                        <p:attrNameLst>
                                          <p:attrName>ppt_y</p:attrName>
                                        </p:attrNameLst>
                                      </p:cBhvr>
                                      <p:tavLst>
                                        <p:tav tm="0">
                                          <p:val>
                                            <p:strVal val="#ppt_y"/>
                                          </p:val>
                                        </p:tav>
                                        <p:tav tm="100000">
                                          <p:val>
                                            <p:strVal val="#ppt_y"/>
                                          </p:val>
                                        </p:tav>
                                      </p:tavLst>
                                    </p:anim>
                                    <p:animEffect transition="in" filter="fade">
                                      <p:cBhvr>
                                        <p:cTn id="56"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4" name="TextBox 1">
            <a:extLst>
              <a:ext uri="{FF2B5EF4-FFF2-40B4-BE49-F238E27FC236}">
                <a16:creationId xmlns:a16="http://schemas.microsoft.com/office/drawing/2014/main" id="{49E69CE0-8E9C-C2B1-119F-B7B3A476F279}"/>
              </a:ext>
            </a:extLst>
          </p:cNvPr>
          <p:cNvSpPr txBox="1">
            <a:spLocks noChangeArrowheads="1"/>
          </p:cNvSpPr>
          <p:nvPr/>
        </p:nvSpPr>
        <p:spPr bwMode="auto">
          <a:xfrm>
            <a:off x="623392" y="2492896"/>
            <a:ext cx="10225136" cy="3605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lvl="1">
              <a:spcBef>
                <a:spcPct val="0"/>
              </a:spcBef>
              <a:buFontTx/>
              <a:buNone/>
            </a:pPr>
            <a:r>
              <a:rPr lang="en-US" altLang="zh-CN" sz="3911" dirty="0">
                <a:solidFill>
                  <a:srgbClr val="000000"/>
                </a:solidFill>
                <a:latin typeface="+mn-lt"/>
                <a:ea typeface="+mn-ea"/>
                <a:cs typeface="+mn-ea"/>
                <a:sym typeface="+mn-lt"/>
              </a:rPr>
              <a:t>11.1 </a:t>
            </a:r>
            <a:r>
              <a:rPr lang="zh-CN" altLang="zh-CN" sz="3911" dirty="0">
                <a:solidFill>
                  <a:srgbClr val="000000"/>
                </a:solidFill>
                <a:latin typeface="+mn-lt"/>
                <a:ea typeface="+mn-ea"/>
                <a:cs typeface="+mn-ea"/>
                <a:sym typeface="+mn-lt"/>
              </a:rPr>
              <a:t>什么是</a:t>
            </a:r>
            <a:r>
              <a:rPr lang="zh-CN" altLang="en-US" sz="3911" dirty="0">
                <a:solidFill>
                  <a:srgbClr val="000000"/>
                </a:solidFill>
                <a:latin typeface="+mn-lt"/>
                <a:ea typeface="+mn-ea"/>
                <a:cs typeface="+mn-ea"/>
                <a:sym typeface="+mn-lt"/>
              </a:rPr>
              <a:t>数据遍历与搜索</a:t>
            </a:r>
            <a:r>
              <a:rPr lang="zh-CN" altLang="zh-CN" sz="3911" dirty="0">
                <a:solidFill>
                  <a:srgbClr val="000000"/>
                </a:solidFill>
                <a:latin typeface="+mn-lt"/>
                <a:ea typeface="+mn-ea"/>
                <a:cs typeface="+mn-ea"/>
                <a:sym typeface="+mn-lt"/>
              </a:rPr>
              <a:t>？</a:t>
            </a:r>
            <a:endParaRPr lang="en-US" altLang="zh-CN" sz="3911" dirty="0">
              <a:solidFill>
                <a:srgbClr val="000000"/>
              </a:solidFill>
              <a:latin typeface="+mn-lt"/>
              <a:ea typeface="+mn-ea"/>
              <a:cs typeface="+mn-ea"/>
              <a:sym typeface="+mn-lt"/>
            </a:endParaRPr>
          </a:p>
          <a:p>
            <a:pPr lvl="1">
              <a:spcBef>
                <a:spcPct val="0"/>
              </a:spcBef>
              <a:buFontTx/>
              <a:buNone/>
            </a:pPr>
            <a:r>
              <a:rPr lang="en-US" altLang="zh-CN" sz="3911" dirty="0">
                <a:solidFill>
                  <a:srgbClr val="000000"/>
                </a:solidFill>
                <a:latin typeface="+mn-lt"/>
                <a:ea typeface="+mn-ea"/>
                <a:cs typeface="+mn-ea"/>
                <a:sym typeface="+mn-lt"/>
              </a:rPr>
              <a:t>11.2 </a:t>
            </a:r>
            <a:r>
              <a:rPr lang="zh-CN" altLang="en-US" sz="3911" dirty="0">
                <a:solidFill>
                  <a:srgbClr val="000000"/>
                </a:solidFill>
                <a:latin typeface="+mn-lt"/>
                <a:ea typeface="+mn-ea"/>
                <a:cs typeface="+mn-ea"/>
                <a:sym typeface="+mn-lt"/>
              </a:rPr>
              <a:t>算法基本概念回顾</a:t>
            </a:r>
            <a:endParaRPr lang="en-US" altLang="zh-CN" sz="3911" dirty="0">
              <a:solidFill>
                <a:srgbClr val="000000"/>
              </a:solidFill>
              <a:latin typeface="+mn-lt"/>
              <a:ea typeface="+mn-ea"/>
              <a:cs typeface="+mn-ea"/>
              <a:sym typeface="+mn-lt"/>
            </a:endParaRPr>
          </a:p>
          <a:p>
            <a:pPr lvl="1">
              <a:spcBef>
                <a:spcPct val="0"/>
              </a:spcBef>
              <a:buFontTx/>
              <a:buNone/>
            </a:pPr>
            <a:r>
              <a:rPr lang="en-US" altLang="zh-CN" sz="3911" dirty="0">
                <a:solidFill>
                  <a:srgbClr val="000000"/>
                </a:solidFill>
                <a:latin typeface="+mn-lt"/>
                <a:ea typeface="+mn-ea"/>
                <a:cs typeface="+mn-ea"/>
                <a:sym typeface="+mn-lt"/>
              </a:rPr>
              <a:t>11.3 </a:t>
            </a:r>
            <a:r>
              <a:rPr lang="zh-CN" altLang="zh-CN" sz="3911" dirty="0">
                <a:solidFill>
                  <a:srgbClr val="000000"/>
                </a:solidFill>
                <a:latin typeface="+mn-lt"/>
                <a:ea typeface="+mn-ea"/>
                <a:cs typeface="+mn-ea"/>
                <a:sym typeface="+mn-lt"/>
              </a:rPr>
              <a:t>算法</a:t>
            </a:r>
            <a:r>
              <a:rPr lang="zh-CN" altLang="en-US" sz="3911" dirty="0">
                <a:solidFill>
                  <a:srgbClr val="000000"/>
                </a:solidFill>
                <a:latin typeface="+mn-lt"/>
                <a:ea typeface="+mn-ea"/>
                <a:cs typeface="+mn-ea"/>
                <a:sym typeface="+mn-lt"/>
              </a:rPr>
              <a:t>正确性</a:t>
            </a:r>
            <a:r>
              <a:rPr lang="zh-CN" altLang="zh-CN" sz="3911" dirty="0">
                <a:solidFill>
                  <a:srgbClr val="000000"/>
                </a:solidFill>
                <a:latin typeface="+mn-lt"/>
                <a:ea typeface="+mn-ea"/>
                <a:cs typeface="+mn-ea"/>
                <a:sym typeface="+mn-lt"/>
              </a:rPr>
              <a:t>分析</a:t>
            </a:r>
            <a:r>
              <a:rPr lang="zh-CN" altLang="en-US" sz="3911" dirty="0">
                <a:solidFill>
                  <a:srgbClr val="000000"/>
                </a:solidFill>
                <a:latin typeface="+mn-lt"/>
                <a:ea typeface="+mn-ea"/>
                <a:cs typeface="+mn-ea"/>
                <a:sym typeface="+mn-lt"/>
              </a:rPr>
              <a:t>与</a:t>
            </a:r>
            <a:r>
              <a:rPr lang="zh-CN" altLang="en-US" sz="3911" b="1" dirty="0">
                <a:solidFill>
                  <a:srgbClr val="FF0000"/>
                </a:solidFill>
                <a:latin typeface="+mn-lt"/>
                <a:ea typeface="+mn-ea"/>
                <a:cs typeface="+mn-ea"/>
                <a:sym typeface="+mn-lt"/>
              </a:rPr>
              <a:t>复杂度分析</a:t>
            </a:r>
            <a:endParaRPr lang="zh-CN" altLang="zh-CN" sz="3911" b="1" dirty="0">
              <a:solidFill>
                <a:srgbClr val="FF0000"/>
              </a:solidFill>
              <a:latin typeface="+mn-lt"/>
              <a:ea typeface="+mn-ea"/>
              <a:cs typeface="+mn-ea"/>
              <a:sym typeface="+mn-lt"/>
            </a:endParaRPr>
          </a:p>
          <a:p>
            <a:pPr lvl="1">
              <a:spcBef>
                <a:spcPct val="0"/>
              </a:spcBef>
              <a:buFontTx/>
              <a:buNone/>
            </a:pPr>
            <a:r>
              <a:rPr lang="en-US" altLang="zh-CN" sz="3911" dirty="0">
                <a:latin typeface="+mn-lt"/>
                <a:ea typeface="+mn-ea"/>
                <a:cs typeface="+mn-ea"/>
                <a:sym typeface="+mn-lt"/>
              </a:rPr>
              <a:t>11.4 </a:t>
            </a:r>
            <a:r>
              <a:rPr lang="zh-CN" altLang="en-US" sz="3911" dirty="0">
                <a:latin typeface="+mn-lt"/>
                <a:ea typeface="+mn-ea"/>
                <a:cs typeface="+mn-ea"/>
                <a:sym typeface="+mn-lt"/>
              </a:rPr>
              <a:t>应用举例：查找算法</a:t>
            </a:r>
            <a:endParaRPr lang="en-US" altLang="zh-CN" sz="3911" dirty="0">
              <a:latin typeface="+mn-lt"/>
              <a:ea typeface="+mn-ea"/>
              <a:cs typeface="+mn-ea"/>
              <a:sym typeface="+mn-lt"/>
            </a:endParaRPr>
          </a:p>
          <a:p>
            <a:pPr lvl="1">
              <a:spcBef>
                <a:spcPct val="0"/>
              </a:spcBef>
              <a:buFontTx/>
              <a:buNone/>
            </a:pPr>
            <a:r>
              <a:rPr lang="en-US" altLang="zh-CN" sz="3911" dirty="0">
                <a:solidFill>
                  <a:srgbClr val="FF0000"/>
                </a:solidFill>
                <a:latin typeface="+mn-lt"/>
                <a:ea typeface="+mn-ea"/>
                <a:cs typeface="+mn-ea"/>
                <a:sym typeface="+mn-lt"/>
              </a:rPr>
              <a:t>11.5 </a:t>
            </a:r>
            <a:r>
              <a:rPr lang="zh-CN" altLang="en-US" sz="3911" dirty="0">
                <a:solidFill>
                  <a:srgbClr val="FF0000"/>
                </a:solidFill>
                <a:latin typeface="+mn-lt"/>
                <a:ea typeface="+mn-ea"/>
                <a:cs typeface="+mn-ea"/>
                <a:sym typeface="+mn-lt"/>
              </a:rPr>
              <a:t>应用举例：数组修改</a:t>
            </a:r>
            <a:endParaRPr lang="zh-CN" altLang="zh-CN" sz="3911" dirty="0">
              <a:solidFill>
                <a:srgbClr val="FF0000"/>
              </a:solidFill>
              <a:latin typeface="+mn-lt"/>
              <a:ea typeface="+mn-ea"/>
              <a:cs typeface="+mn-ea"/>
              <a:sym typeface="+mn-lt"/>
            </a:endParaRPr>
          </a:p>
          <a:p>
            <a:pPr eaLnBrk="1" hangingPunct="1">
              <a:lnSpc>
                <a:spcPct val="150000"/>
              </a:lnSpc>
              <a:spcBef>
                <a:spcPct val="0"/>
              </a:spcBef>
              <a:buFontTx/>
              <a:buNone/>
            </a:pPr>
            <a:endParaRPr lang="zh-CN" altLang="en-US" sz="2489" dirty="0">
              <a:solidFill>
                <a:srgbClr val="1A9EE9"/>
              </a:solidFill>
              <a:latin typeface="+mn-lt"/>
              <a:ea typeface="+mn-ea"/>
              <a:cs typeface="+mn-ea"/>
              <a:sym typeface="+mn-lt"/>
            </a:endParaRPr>
          </a:p>
        </p:txBody>
      </p:sp>
      <p:sp>
        <p:nvSpPr>
          <p:cNvPr id="4" name="Rectangle 2"/>
          <p:cNvSpPr txBox="1">
            <a:spLocks noChangeArrowheads="1"/>
          </p:cNvSpPr>
          <p:nvPr/>
        </p:nvSpPr>
        <p:spPr bwMode="auto">
          <a:xfrm>
            <a:off x="27848" y="0"/>
            <a:ext cx="8915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eaLnBrk="0" fontAlgn="base" hangingPunct="0">
              <a:spcBef>
                <a:spcPct val="0"/>
              </a:spcBef>
              <a:spcAft>
                <a:spcPct val="0"/>
              </a:spcAft>
              <a:defRPr sz="3600" b="1" kern="1200">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9pPr>
          </a:lstStyle>
          <a:p>
            <a:pPr algn="l" eaLnBrk="1" hangingPunct="1"/>
            <a:r>
              <a:rPr lang="zh-CN" altLang="en-US" dirty="0">
                <a:latin typeface="黑体" panose="02010609060101010101" pitchFamily="49" charset="-122"/>
              </a:rPr>
              <a:t> 第十一讲 数据遍历与搜索</a:t>
            </a:r>
            <a:r>
              <a:rPr lang="en-US" altLang="zh-CN" dirty="0">
                <a:latin typeface="黑体" panose="02010609060101010101" pitchFamily="49" charset="-122"/>
              </a:rPr>
              <a:t>——</a:t>
            </a:r>
            <a:r>
              <a:rPr lang="zh-CN" altLang="en-US" dirty="0">
                <a:latin typeface="黑体" panose="02010609060101010101" pitchFamily="49" charset="-122"/>
              </a:rPr>
              <a:t>学习内容</a:t>
            </a:r>
          </a:p>
        </p:txBody>
      </p:sp>
    </p:spTree>
    <p:extLst>
      <p:ext uri="{BB962C8B-B14F-4D97-AF65-F5344CB8AC3E}">
        <p14:creationId xmlns:p14="http://schemas.microsoft.com/office/powerpoint/2010/main" val="3121725825"/>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1" name="Rectangle 3">
            <a:extLst>
              <a:ext uri="{FF2B5EF4-FFF2-40B4-BE49-F238E27FC236}">
                <a16:creationId xmlns:a16="http://schemas.microsoft.com/office/drawing/2014/main" id="{139B1FEB-812F-6846-9EE8-151BD195F210}"/>
              </a:ext>
            </a:extLst>
          </p:cNvPr>
          <p:cNvSpPr>
            <a:spLocks noGrp="1" noChangeArrowheads="1"/>
          </p:cNvSpPr>
          <p:nvPr>
            <p:ph idx="1"/>
          </p:nvPr>
        </p:nvSpPr>
        <p:spPr>
          <a:xfrm>
            <a:off x="623392" y="1556792"/>
            <a:ext cx="8915400" cy="4686300"/>
          </a:xfrm>
        </p:spPr>
        <p:txBody>
          <a:bodyPr>
            <a:normAutofit fontScale="92500" lnSpcReduction="20000"/>
          </a:bodyPr>
          <a:lstStyle/>
          <a:p>
            <a:pPr eaLnBrk="1">
              <a:lnSpc>
                <a:spcPct val="135000"/>
              </a:lnSpc>
            </a:pPr>
            <a:r>
              <a:rPr lang="zh-CN" altLang="en-US" sz="3600" dirty="0"/>
              <a:t>数组的元素修改</a:t>
            </a:r>
            <a:endParaRPr lang="en-US" altLang="zh-CN" sz="3600" dirty="0"/>
          </a:p>
          <a:p>
            <a:pPr lvl="1">
              <a:lnSpc>
                <a:spcPct val="135000"/>
              </a:lnSpc>
            </a:pPr>
            <a:r>
              <a:rPr lang="zh-CN" altLang="en-US" sz="2875" dirty="0">
                <a:latin typeface="Arial" panose="020B0604020202020204" pitchFamily="34" charset="0"/>
                <a:ea typeface="黑体" panose="02010609060101010101" pitchFamily="49" charset="-122"/>
                <a:cs typeface="Arial" panose="020B0604020202020204" pitchFamily="34" charset="0"/>
              </a:rPr>
              <a:t>修改操作：插入和删除</a:t>
            </a:r>
            <a:endParaRPr lang="en-US" altLang="zh-CN" sz="2875" dirty="0">
              <a:latin typeface="Arial" panose="020B0604020202020204" pitchFamily="34" charset="0"/>
              <a:ea typeface="黑体" panose="02010609060101010101" pitchFamily="49" charset="-122"/>
              <a:cs typeface="Arial" panose="020B0604020202020204" pitchFamily="34" charset="0"/>
            </a:endParaRPr>
          </a:p>
          <a:p>
            <a:pPr lvl="1">
              <a:lnSpc>
                <a:spcPct val="135000"/>
              </a:lnSpc>
            </a:pPr>
            <a:r>
              <a:rPr lang="zh-CN" altLang="en-US" sz="2875" dirty="0">
                <a:latin typeface="Arial" panose="020B0604020202020204" pitchFamily="34" charset="0"/>
                <a:ea typeface="黑体" panose="02010609060101010101" pitchFamily="49" charset="-122"/>
                <a:cs typeface="Arial" panose="020B0604020202020204" pitchFamily="34" charset="0"/>
              </a:rPr>
              <a:t>约定数组里的元素是连续存放的，也即元素中间不能存在未放入元素的空格</a:t>
            </a:r>
            <a:endParaRPr lang="en-US" altLang="zh-CN" sz="2875" dirty="0">
              <a:latin typeface="Arial" panose="020B0604020202020204" pitchFamily="34" charset="0"/>
              <a:ea typeface="黑体" panose="02010609060101010101" pitchFamily="49" charset="-122"/>
              <a:cs typeface="Arial" panose="020B0604020202020204" pitchFamily="34" charset="0"/>
            </a:endParaRPr>
          </a:p>
          <a:p>
            <a:pPr eaLnBrk="1">
              <a:lnSpc>
                <a:spcPct val="135000"/>
              </a:lnSpc>
            </a:pPr>
            <a:r>
              <a:rPr lang="zh-CN" altLang="en-US" sz="3200" dirty="0">
                <a:latin typeface="Arial" panose="020B0604020202020204" pitchFamily="34" charset="0"/>
                <a:ea typeface="黑体" panose="02010609060101010101" pitchFamily="49" charset="-122"/>
                <a:cs typeface="Arial" panose="020B0604020202020204" pitchFamily="34" charset="0"/>
              </a:rPr>
              <a:t>应用场景：</a:t>
            </a:r>
            <a:endParaRPr lang="en-US" altLang="zh-CN" sz="3200" dirty="0">
              <a:latin typeface="Arial" panose="020B0604020202020204" pitchFamily="34" charset="0"/>
              <a:ea typeface="黑体" panose="02010609060101010101" pitchFamily="49" charset="-122"/>
              <a:cs typeface="Arial" panose="020B0604020202020204" pitchFamily="34" charset="0"/>
            </a:endParaRPr>
          </a:p>
          <a:p>
            <a:pPr marL="371475" lvl="1" indent="0">
              <a:lnSpc>
                <a:spcPct val="135000"/>
              </a:lnSpc>
              <a:buNone/>
            </a:pPr>
            <a:r>
              <a:rPr lang="zh-CN" altLang="en-US" sz="2875" dirty="0">
                <a:latin typeface="Arial" panose="020B0604020202020204" pitchFamily="34" charset="0"/>
                <a:ea typeface="黑体" panose="02010609060101010101" pitchFamily="49" charset="-122"/>
                <a:cs typeface="Arial" panose="020B0604020202020204" pitchFamily="34" charset="0"/>
              </a:rPr>
              <a:t>场景一、在给定位置插入和删除</a:t>
            </a:r>
            <a:endParaRPr lang="en-US" altLang="zh-CN" sz="2875" dirty="0">
              <a:latin typeface="Arial" panose="020B0604020202020204" pitchFamily="34" charset="0"/>
              <a:ea typeface="黑体" panose="02010609060101010101" pitchFamily="49" charset="-122"/>
              <a:cs typeface="Arial" panose="020B0604020202020204" pitchFamily="34" charset="0"/>
            </a:endParaRPr>
          </a:p>
          <a:p>
            <a:pPr marL="371475" lvl="1" indent="0">
              <a:lnSpc>
                <a:spcPct val="135000"/>
              </a:lnSpc>
              <a:buNone/>
            </a:pPr>
            <a:r>
              <a:rPr lang="zh-CN" altLang="en-US" sz="2875" dirty="0">
                <a:latin typeface="Arial" panose="020B0604020202020204" pitchFamily="34" charset="0"/>
                <a:ea typeface="黑体" panose="02010609060101010101" pitchFamily="49" charset="-122"/>
                <a:cs typeface="Arial" panose="020B0604020202020204" pitchFamily="34" charset="0"/>
              </a:rPr>
              <a:t>场景二、无序数组的插入和删除</a:t>
            </a:r>
            <a:endParaRPr lang="en-US" altLang="zh-CN" sz="2875" dirty="0">
              <a:latin typeface="Arial" panose="020B0604020202020204" pitchFamily="34" charset="0"/>
              <a:ea typeface="黑体" panose="02010609060101010101" pitchFamily="49" charset="-122"/>
              <a:cs typeface="Arial" panose="020B0604020202020204" pitchFamily="34" charset="0"/>
            </a:endParaRPr>
          </a:p>
          <a:p>
            <a:pPr marL="371475" lvl="1" indent="0">
              <a:lnSpc>
                <a:spcPct val="135000"/>
              </a:lnSpc>
              <a:buNone/>
            </a:pPr>
            <a:r>
              <a:rPr lang="zh-CN" altLang="en-US" sz="2875" dirty="0">
                <a:latin typeface="Arial" panose="020B0604020202020204" pitchFamily="34" charset="0"/>
                <a:ea typeface="黑体" panose="02010609060101010101" pitchFamily="49" charset="-122"/>
                <a:cs typeface="Arial" panose="020B0604020202020204" pitchFamily="34" charset="0"/>
              </a:rPr>
              <a:t>场景三、有序数组的插入和删除</a:t>
            </a:r>
          </a:p>
        </p:txBody>
      </p:sp>
      <p:sp>
        <p:nvSpPr>
          <p:cNvPr id="2" name="灯片编号占位符 1">
            <a:extLst>
              <a:ext uri="{FF2B5EF4-FFF2-40B4-BE49-F238E27FC236}">
                <a16:creationId xmlns:a16="http://schemas.microsoft.com/office/drawing/2014/main" id="{5CA1F912-48E5-DF4F-7EB2-7969E56BC771}"/>
              </a:ext>
            </a:extLst>
          </p:cNvPr>
          <p:cNvSpPr>
            <a:spLocks noGrp="1"/>
          </p:cNvSpPr>
          <p:nvPr>
            <p:ph type="sldNum" sz="quarter" idx="12"/>
          </p:nvPr>
        </p:nvSpPr>
        <p:spPr/>
        <p:txBody>
          <a:bodyPr/>
          <a:lstStyle/>
          <a:p>
            <a:pPr>
              <a:defRPr/>
            </a:pPr>
            <a:fld id="{7C4E558B-5425-6346-B896-72F904F12E77}" type="slidenum">
              <a:rPr lang="en-US" altLang="zh-CN" smtClean="0"/>
              <a:pPr>
                <a:defRPr/>
              </a:pPr>
              <a:t>33</a:t>
            </a:fld>
            <a:endParaRPr lang="zh-CN" altLang="en-US" dirty="0"/>
          </a:p>
        </p:txBody>
      </p:sp>
      <p:sp>
        <p:nvSpPr>
          <p:cNvPr id="5" name="Rectangle 2"/>
          <p:cNvSpPr txBox="1">
            <a:spLocks noChangeArrowheads="1"/>
          </p:cNvSpPr>
          <p:nvPr/>
        </p:nvSpPr>
        <p:spPr bwMode="auto">
          <a:xfrm>
            <a:off x="27848" y="0"/>
            <a:ext cx="8915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eaLnBrk="0" fontAlgn="base" hangingPunct="0">
              <a:spcBef>
                <a:spcPct val="0"/>
              </a:spcBef>
              <a:spcAft>
                <a:spcPct val="0"/>
              </a:spcAft>
              <a:defRPr sz="3600" b="1" kern="1200">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9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90204" pitchFamily="34" charset="0"/>
                <a:ea typeface="微软雅黑" panose="020B0503020204020204" pitchFamily="34" charset="-122"/>
              </a:defRPr>
            </a:lvl9pPr>
          </a:lstStyle>
          <a:p>
            <a:pPr algn="l" eaLnBrk="1" hangingPunct="1"/>
            <a:r>
              <a:rPr lang="zh-CN" altLang="en-US" dirty="0">
                <a:latin typeface="黑体" panose="02010609060101010101" pitchFamily="49" charset="-122"/>
              </a:rPr>
              <a:t> </a:t>
            </a:r>
            <a:r>
              <a:rPr lang="en-US" altLang="zh-CN" dirty="0">
                <a:latin typeface="黑体" panose="02010609060101010101" pitchFamily="49" charset="-122"/>
              </a:rPr>
              <a:t>11.5</a:t>
            </a:r>
            <a:r>
              <a:rPr lang="zh-CN" altLang="en-US" dirty="0">
                <a:latin typeface="黑体" panose="02010609060101010101" pitchFamily="49" charset="-122"/>
              </a:rPr>
              <a:t> 一维数组的元素修改</a:t>
            </a:r>
          </a:p>
        </p:txBody>
      </p:sp>
    </p:spTree>
    <p:extLst>
      <p:ext uri="{BB962C8B-B14F-4D97-AF65-F5344CB8AC3E}">
        <p14:creationId xmlns:p14="http://schemas.microsoft.com/office/powerpoint/2010/main" val="30403196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animEffect transition="in" filter="wipe(left)">
                                      <p:cBhvr>
                                        <p:cTn id="7" dur="500"/>
                                        <p:tgtEl>
                                          <p:spTgt spid="583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8371">
                                            <p:txEl>
                                              <p:pRg st="1" end="1"/>
                                            </p:txEl>
                                          </p:spTgt>
                                        </p:tgtEl>
                                        <p:attrNameLst>
                                          <p:attrName>style.visibility</p:attrName>
                                        </p:attrNameLst>
                                      </p:cBhvr>
                                      <p:to>
                                        <p:strVal val="visible"/>
                                      </p:to>
                                    </p:set>
                                    <p:animEffect transition="in" filter="wipe(left)">
                                      <p:cBhvr>
                                        <p:cTn id="12" dur="500"/>
                                        <p:tgtEl>
                                          <p:spTgt spid="583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8371">
                                            <p:txEl>
                                              <p:pRg st="2" end="2"/>
                                            </p:txEl>
                                          </p:spTgt>
                                        </p:tgtEl>
                                        <p:attrNameLst>
                                          <p:attrName>style.visibility</p:attrName>
                                        </p:attrNameLst>
                                      </p:cBhvr>
                                      <p:to>
                                        <p:strVal val="visible"/>
                                      </p:to>
                                    </p:set>
                                    <p:animEffect transition="in" filter="wipe(left)">
                                      <p:cBhvr>
                                        <p:cTn id="17" dur="500"/>
                                        <p:tgtEl>
                                          <p:spTgt spid="583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8371">
                                            <p:txEl>
                                              <p:pRg st="3" end="3"/>
                                            </p:txEl>
                                          </p:spTgt>
                                        </p:tgtEl>
                                        <p:attrNameLst>
                                          <p:attrName>style.visibility</p:attrName>
                                        </p:attrNameLst>
                                      </p:cBhvr>
                                      <p:to>
                                        <p:strVal val="visible"/>
                                      </p:to>
                                    </p:set>
                                    <p:animEffect transition="in" filter="wipe(left)">
                                      <p:cBhvr>
                                        <p:cTn id="22" dur="500"/>
                                        <p:tgtEl>
                                          <p:spTgt spid="5837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8371">
                                            <p:txEl>
                                              <p:pRg st="4" end="4"/>
                                            </p:txEl>
                                          </p:spTgt>
                                        </p:tgtEl>
                                        <p:attrNameLst>
                                          <p:attrName>style.visibility</p:attrName>
                                        </p:attrNameLst>
                                      </p:cBhvr>
                                      <p:to>
                                        <p:strVal val="visible"/>
                                      </p:to>
                                    </p:set>
                                    <p:animEffect transition="in" filter="wipe(left)">
                                      <p:cBhvr>
                                        <p:cTn id="27" dur="500"/>
                                        <p:tgtEl>
                                          <p:spTgt spid="5837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8371">
                                            <p:txEl>
                                              <p:pRg st="5" end="5"/>
                                            </p:txEl>
                                          </p:spTgt>
                                        </p:tgtEl>
                                        <p:attrNameLst>
                                          <p:attrName>style.visibility</p:attrName>
                                        </p:attrNameLst>
                                      </p:cBhvr>
                                      <p:to>
                                        <p:strVal val="visible"/>
                                      </p:to>
                                    </p:set>
                                    <p:animEffect transition="in" filter="wipe(left)">
                                      <p:cBhvr>
                                        <p:cTn id="32" dur="500"/>
                                        <p:tgtEl>
                                          <p:spTgt spid="5837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8371">
                                            <p:txEl>
                                              <p:pRg st="6" end="6"/>
                                            </p:txEl>
                                          </p:spTgt>
                                        </p:tgtEl>
                                        <p:attrNameLst>
                                          <p:attrName>style.visibility</p:attrName>
                                        </p:attrNameLst>
                                      </p:cBhvr>
                                      <p:to>
                                        <p:strVal val="visible"/>
                                      </p:to>
                                    </p:set>
                                    <p:animEffect transition="in" filter="wipe(left)">
                                      <p:cBhvr>
                                        <p:cTn id="37" dur="500"/>
                                        <p:tgtEl>
                                          <p:spTgt spid="5837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C2A7FE-8F1B-B784-9176-F7318398FC09}"/>
              </a:ext>
            </a:extLst>
          </p:cNvPr>
          <p:cNvSpPr>
            <a:spLocks noGrp="1"/>
          </p:cNvSpPr>
          <p:nvPr>
            <p:ph type="title"/>
          </p:nvPr>
        </p:nvSpPr>
        <p:spPr>
          <a:xfrm>
            <a:off x="911424" y="167553"/>
            <a:ext cx="8955360" cy="677863"/>
          </a:xfrm>
        </p:spPr>
        <p:txBody>
          <a:bodyPr/>
          <a:lstStyle/>
          <a:p>
            <a:pPr algn="l"/>
            <a:r>
              <a:rPr lang="en-US" altLang="zh-CN" dirty="0">
                <a:latin typeface="黑体" panose="02010609060101010101" pitchFamily="49" charset="-122"/>
              </a:rPr>
              <a:t>11.5.1</a:t>
            </a:r>
            <a:r>
              <a:rPr lang="zh-CN" altLang="en-US" dirty="0">
                <a:latin typeface="黑体" panose="02010609060101010101" pitchFamily="49" charset="-122"/>
              </a:rPr>
              <a:t>在给定位置插入和删除</a:t>
            </a:r>
            <a:r>
              <a:rPr lang="en-US" altLang="zh-CN" dirty="0">
                <a:latin typeface="黑体" panose="02010609060101010101" pitchFamily="49" charset="-122"/>
              </a:rPr>
              <a:t>——</a:t>
            </a:r>
            <a:r>
              <a:rPr lang="zh-CN" altLang="en-US" dirty="0">
                <a:latin typeface="黑体" panose="02010609060101010101" pitchFamily="49" charset="-122"/>
              </a:rPr>
              <a:t>插入数</a:t>
            </a:r>
          </a:p>
        </p:txBody>
      </p:sp>
      <p:sp>
        <p:nvSpPr>
          <p:cNvPr id="3" name="内容占位符 2">
            <a:extLst>
              <a:ext uri="{FF2B5EF4-FFF2-40B4-BE49-F238E27FC236}">
                <a16:creationId xmlns:a16="http://schemas.microsoft.com/office/drawing/2014/main" id="{6ABF43EB-23E6-37F1-8530-E5BB26070490}"/>
              </a:ext>
            </a:extLst>
          </p:cNvPr>
          <p:cNvSpPr>
            <a:spLocks noGrp="1"/>
          </p:cNvSpPr>
          <p:nvPr>
            <p:ph idx="1"/>
          </p:nvPr>
        </p:nvSpPr>
        <p:spPr>
          <a:xfrm>
            <a:off x="551384" y="1522581"/>
            <a:ext cx="8543925" cy="4351338"/>
          </a:xfrm>
        </p:spPr>
        <p:txBody>
          <a:bodyPr/>
          <a:lstStyle/>
          <a:p>
            <a:r>
              <a:rPr lang="zh-CN" altLang="en-US" dirty="0"/>
              <a:t>在数组里</a:t>
            </a:r>
            <a:r>
              <a:rPr lang="en-US" altLang="zh-CN" dirty="0"/>
              <a:t>Index</a:t>
            </a:r>
            <a:r>
              <a:rPr lang="zh-CN" altLang="en-US" dirty="0"/>
              <a:t>为</a:t>
            </a:r>
            <a:r>
              <a:rPr lang="en-US" altLang="zh-CN" dirty="0"/>
              <a:t>4</a:t>
            </a:r>
            <a:r>
              <a:rPr lang="zh-CN" altLang="en-US" dirty="0"/>
              <a:t>的位置插入一个数</a:t>
            </a:r>
            <a:r>
              <a:rPr lang="en-US" altLang="zh-CN" dirty="0"/>
              <a:t>11</a:t>
            </a:r>
            <a:endParaRPr lang="zh-CN" altLang="en-US" dirty="0"/>
          </a:p>
        </p:txBody>
      </p:sp>
      <p:sp>
        <p:nvSpPr>
          <p:cNvPr id="5" name="灯片编号占位符 4">
            <a:extLst>
              <a:ext uri="{FF2B5EF4-FFF2-40B4-BE49-F238E27FC236}">
                <a16:creationId xmlns:a16="http://schemas.microsoft.com/office/drawing/2014/main" id="{BC429848-D43B-E95A-BDCE-C9F3F34F87EE}"/>
              </a:ext>
            </a:extLst>
          </p:cNvPr>
          <p:cNvSpPr>
            <a:spLocks noGrp="1"/>
          </p:cNvSpPr>
          <p:nvPr>
            <p:ph type="sldNum" sz="quarter" idx="12"/>
          </p:nvPr>
        </p:nvSpPr>
        <p:spPr/>
        <p:txBody>
          <a:bodyPr/>
          <a:lstStyle/>
          <a:p>
            <a:pPr>
              <a:defRPr/>
            </a:pPr>
            <a:fld id="{7C4E558B-5425-6346-B896-72F904F12E77}" type="slidenum">
              <a:rPr lang="en-US" altLang="zh-CN" smtClean="0"/>
              <a:pPr>
                <a:defRPr/>
              </a:pPr>
              <a:t>34</a:t>
            </a:fld>
            <a:endParaRPr lang="zh-CN" altLang="en-US" dirty="0"/>
          </a:p>
        </p:txBody>
      </p:sp>
      <p:graphicFrame>
        <p:nvGraphicFramePr>
          <p:cNvPr id="7" name="Group 3">
            <a:extLst>
              <a:ext uri="{FF2B5EF4-FFF2-40B4-BE49-F238E27FC236}">
                <a16:creationId xmlns:a16="http://schemas.microsoft.com/office/drawing/2014/main" id="{FD5C1C7D-6A18-FA26-EA72-2E5CCFC4E544}"/>
              </a:ext>
            </a:extLst>
          </p:cNvPr>
          <p:cNvGraphicFramePr>
            <a:graphicFrameLocks noGrp="1"/>
          </p:cNvGraphicFramePr>
          <p:nvPr>
            <p:extLst>
              <p:ext uri="{D42A27DB-BD31-4B8C-83A1-F6EECF244321}">
                <p14:modId xmlns:p14="http://schemas.microsoft.com/office/powerpoint/2010/main" val="51414728"/>
              </p:ext>
            </p:extLst>
          </p:nvPr>
        </p:nvGraphicFramePr>
        <p:xfrm>
          <a:off x="2711625" y="2492896"/>
          <a:ext cx="5184576" cy="457200"/>
        </p:xfrm>
        <a:graphic>
          <a:graphicData uri="http://schemas.openxmlformats.org/drawingml/2006/table">
            <a:tbl>
              <a:tblPr>
                <a:tableStyleId>{5940675A-B579-460E-94D1-54222C63F5DA}</a:tableStyleId>
              </a:tblPr>
              <a:tblGrid>
                <a:gridCol w="5760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7606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576064">
                  <a:extLst>
                    <a:ext uri="{9D8B030D-6E8A-4147-A177-3AD203B41FA5}">
                      <a16:colId xmlns:a16="http://schemas.microsoft.com/office/drawing/2014/main" val="20006"/>
                    </a:ext>
                  </a:extLst>
                </a:gridCol>
                <a:gridCol w="576064">
                  <a:extLst>
                    <a:ext uri="{9D8B030D-6E8A-4147-A177-3AD203B41FA5}">
                      <a16:colId xmlns:a16="http://schemas.microsoft.com/office/drawing/2014/main" val="20007"/>
                    </a:ext>
                  </a:extLst>
                </a:gridCol>
                <a:gridCol w="576064">
                  <a:extLst>
                    <a:ext uri="{9D8B030D-6E8A-4147-A177-3AD203B41FA5}">
                      <a16:colId xmlns:a16="http://schemas.microsoft.com/office/drawing/2014/main" val="3858725169"/>
                    </a:ext>
                  </a:extLst>
                </a:gridCol>
              </a:tblGrid>
              <a:tr h="4572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2</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6</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7</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10</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12</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graphicFrame>
        <p:nvGraphicFramePr>
          <p:cNvPr id="8" name="Group 3">
            <a:extLst>
              <a:ext uri="{FF2B5EF4-FFF2-40B4-BE49-F238E27FC236}">
                <a16:creationId xmlns:a16="http://schemas.microsoft.com/office/drawing/2014/main" id="{598427B9-F052-5D6D-40EB-1CFD8D0DD5D6}"/>
              </a:ext>
            </a:extLst>
          </p:cNvPr>
          <p:cNvGraphicFramePr>
            <a:graphicFrameLocks noGrp="1"/>
          </p:cNvGraphicFramePr>
          <p:nvPr>
            <p:extLst>
              <p:ext uri="{D42A27DB-BD31-4B8C-83A1-F6EECF244321}">
                <p14:modId xmlns:p14="http://schemas.microsoft.com/office/powerpoint/2010/main" val="2991540695"/>
              </p:ext>
            </p:extLst>
          </p:nvPr>
        </p:nvGraphicFramePr>
        <p:xfrm>
          <a:off x="2735058" y="3284984"/>
          <a:ext cx="5161140" cy="457200"/>
        </p:xfrm>
        <a:graphic>
          <a:graphicData uri="http://schemas.openxmlformats.org/drawingml/2006/table">
            <a:tbl>
              <a:tblPr>
                <a:tableStyleId>{5940675A-B579-460E-94D1-54222C63F5DA}</a:tableStyleId>
              </a:tblPr>
              <a:tblGrid>
                <a:gridCol w="573460">
                  <a:extLst>
                    <a:ext uri="{9D8B030D-6E8A-4147-A177-3AD203B41FA5}">
                      <a16:colId xmlns:a16="http://schemas.microsoft.com/office/drawing/2014/main" val="20000"/>
                    </a:ext>
                  </a:extLst>
                </a:gridCol>
                <a:gridCol w="573460">
                  <a:extLst>
                    <a:ext uri="{9D8B030D-6E8A-4147-A177-3AD203B41FA5}">
                      <a16:colId xmlns:a16="http://schemas.microsoft.com/office/drawing/2014/main" val="20001"/>
                    </a:ext>
                  </a:extLst>
                </a:gridCol>
                <a:gridCol w="573460">
                  <a:extLst>
                    <a:ext uri="{9D8B030D-6E8A-4147-A177-3AD203B41FA5}">
                      <a16:colId xmlns:a16="http://schemas.microsoft.com/office/drawing/2014/main" val="20002"/>
                    </a:ext>
                  </a:extLst>
                </a:gridCol>
                <a:gridCol w="573460">
                  <a:extLst>
                    <a:ext uri="{9D8B030D-6E8A-4147-A177-3AD203B41FA5}">
                      <a16:colId xmlns:a16="http://schemas.microsoft.com/office/drawing/2014/main" val="20003"/>
                    </a:ext>
                  </a:extLst>
                </a:gridCol>
                <a:gridCol w="573460">
                  <a:extLst>
                    <a:ext uri="{9D8B030D-6E8A-4147-A177-3AD203B41FA5}">
                      <a16:colId xmlns:a16="http://schemas.microsoft.com/office/drawing/2014/main" val="2892593511"/>
                    </a:ext>
                  </a:extLst>
                </a:gridCol>
                <a:gridCol w="573460">
                  <a:extLst>
                    <a:ext uri="{9D8B030D-6E8A-4147-A177-3AD203B41FA5}">
                      <a16:colId xmlns:a16="http://schemas.microsoft.com/office/drawing/2014/main" val="20004"/>
                    </a:ext>
                  </a:extLst>
                </a:gridCol>
                <a:gridCol w="573460">
                  <a:extLst>
                    <a:ext uri="{9D8B030D-6E8A-4147-A177-3AD203B41FA5}">
                      <a16:colId xmlns:a16="http://schemas.microsoft.com/office/drawing/2014/main" val="20005"/>
                    </a:ext>
                  </a:extLst>
                </a:gridCol>
                <a:gridCol w="573460">
                  <a:extLst>
                    <a:ext uri="{9D8B030D-6E8A-4147-A177-3AD203B41FA5}">
                      <a16:colId xmlns:a16="http://schemas.microsoft.com/office/drawing/2014/main" val="20006"/>
                    </a:ext>
                  </a:extLst>
                </a:gridCol>
                <a:gridCol w="573460">
                  <a:extLst>
                    <a:ext uri="{9D8B030D-6E8A-4147-A177-3AD203B41FA5}">
                      <a16:colId xmlns:a16="http://schemas.microsoft.com/office/drawing/2014/main" val="20007"/>
                    </a:ext>
                  </a:extLst>
                </a:gridCol>
              </a:tblGrid>
              <a:tr h="4572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2</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4</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FF0000"/>
                          </a:solidFill>
                          <a:effectLst/>
                        </a:rPr>
                        <a:t>6</a:t>
                      </a:r>
                      <a:endParaRPr kumimoji="0" lang="en-US" altLang="zh-CN" sz="2400" b="1" i="0" u="none" strike="noStrike" cap="none" normalizeH="0" baseline="0" dirty="0">
                        <a:ln>
                          <a:noFill/>
                        </a:ln>
                        <a:solidFill>
                          <a:srgbClr val="FF0000"/>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FF0000"/>
                          </a:solidFill>
                          <a:effectLst/>
                        </a:rPr>
                        <a:t>7</a:t>
                      </a:r>
                      <a:endParaRPr kumimoji="0" lang="en-US" altLang="zh-CN" sz="2400" b="1" i="0" u="none" strike="noStrike" cap="none" normalizeH="0" baseline="0" dirty="0">
                        <a:ln>
                          <a:noFill/>
                        </a:ln>
                        <a:solidFill>
                          <a:srgbClr val="FF0000"/>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FF0000"/>
                          </a:solidFill>
                          <a:effectLst/>
                        </a:rPr>
                        <a:t>10</a:t>
                      </a:r>
                      <a:endParaRPr kumimoji="0" lang="en-US" altLang="zh-CN" sz="2400" b="1" i="0" u="none" strike="noStrike" cap="none" normalizeH="0" baseline="0" dirty="0">
                        <a:ln>
                          <a:noFill/>
                        </a:ln>
                        <a:solidFill>
                          <a:srgbClr val="FF0000"/>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FF0000"/>
                          </a:solidFill>
                          <a:effectLst/>
                        </a:rPr>
                        <a:t>12</a:t>
                      </a:r>
                      <a:endParaRPr kumimoji="0" lang="en-US" altLang="zh-CN" sz="2400" b="1" i="0" u="none" strike="noStrike" cap="none" normalizeH="0" baseline="0" dirty="0">
                        <a:ln>
                          <a:noFill/>
                        </a:ln>
                        <a:solidFill>
                          <a:srgbClr val="FF0000"/>
                        </a:solidFill>
                        <a:effectLst/>
                        <a:latin typeface="Courier New"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graphicFrame>
        <p:nvGraphicFramePr>
          <p:cNvPr id="9" name="Group 3">
            <a:extLst>
              <a:ext uri="{FF2B5EF4-FFF2-40B4-BE49-F238E27FC236}">
                <a16:creationId xmlns:a16="http://schemas.microsoft.com/office/drawing/2014/main" id="{885C487C-7357-2E9D-9827-52FCFCC482ED}"/>
              </a:ext>
            </a:extLst>
          </p:cNvPr>
          <p:cNvGraphicFramePr>
            <a:graphicFrameLocks noGrp="1"/>
          </p:cNvGraphicFramePr>
          <p:nvPr>
            <p:extLst>
              <p:ext uri="{D42A27DB-BD31-4B8C-83A1-F6EECF244321}">
                <p14:modId xmlns:p14="http://schemas.microsoft.com/office/powerpoint/2010/main" val="1221910458"/>
              </p:ext>
            </p:extLst>
          </p:nvPr>
        </p:nvGraphicFramePr>
        <p:xfrm>
          <a:off x="2711624" y="4077072"/>
          <a:ext cx="5161140" cy="457200"/>
        </p:xfrm>
        <a:graphic>
          <a:graphicData uri="http://schemas.openxmlformats.org/drawingml/2006/table">
            <a:tbl>
              <a:tblPr>
                <a:tableStyleId>{5940675A-B579-460E-94D1-54222C63F5DA}</a:tableStyleId>
              </a:tblPr>
              <a:tblGrid>
                <a:gridCol w="573460">
                  <a:extLst>
                    <a:ext uri="{9D8B030D-6E8A-4147-A177-3AD203B41FA5}">
                      <a16:colId xmlns:a16="http://schemas.microsoft.com/office/drawing/2014/main" val="20000"/>
                    </a:ext>
                  </a:extLst>
                </a:gridCol>
                <a:gridCol w="573460">
                  <a:extLst>
                    <a:ext uri="{9D8B030D-6E8A-4147-A177-3AD203B41FA5}">
                      <a16:colId xmlns:a16="http://schemas.microsoft.com/office/drawing/2014/main" val="20001"/>
                    </a:ext>
                  </a:extLst>
                </a:gridCol>
                <a:gridCol w="573460">
                  <a:extLst>
                    <a:ext uri="{9D8B030D-6E8A-4147-A177-3AD203B41FA5}">
                      <a16:colId xmlns:a16="http://schemas.microsoft.com/office/drawing/2014/main" val="20002"/>
                    </a:ext>
                  </a:extLst>
                </a:gridCol>
                <a:gridCol w="573460">
                  <a:extLst>
                    <a:ext uri="{9D8B030D-6E8A-4147-A177-3AD203B41FA5}">
                      <a16:colId xmlns:a16="http://schemas.microsoft.com/office/drawing/2014/main" val="20003"/>
                    </a:ext>
                  </a:extLst>
                </a:gridCol>
                <a:gridCol w="573460">
                  <a:extLst>
                    <a:ext uri="{9D8B030D-6E8A-4147-A177-3AD203B41FA5}">
                      <a16:colId xmlns:a16="http://schemas.microsoft.com/office/drawing/2014/main" val="2892593511"/>
                    </a:ext>
                  </a:extLst>
                </a:gridCol>
                <a:gridCol w="573460">
                  <a:extLst>
                    <a:ext uri="{9D8B030D-6E8A-4147-A177-3AD203B41FA5}">
                      <a16:colId xmlns:a16="http://schemas.microsoft.com/office/drawing/2014/main" val="20004"/>
                    </a:ext>
                  </a:extLst>
                </a:gridCol>
                <a:gridCol w="573460">
                  <a:extLst>
                    <a:ext uri="{9D8B030D-6E8A-4147-A177-3AD203B41FA5}">
                      <a16:colId xmlns:a16="http://schemas.microsoft.com/office/drawing/2014/main" val="20005"/>
                    </a:ext>
                  </a:extLst>
                </a:gridCol>
                <a:gridCol w="573460">
                  <a:extLst>
                    <a:ext uri="{9D8B030D-6E8A-4147-A177-3AD203B41FA5}">
                      <a16:colId xmlns:a16="http://schemas.microsoft.com/office/drawing/2014/main" val="20006"/>
                    </a:ext>
                  </a:extLst>
                </a:gridCol>
                <a:gridCol w="573460">
                  <a:extLst>
                    <a:ext uri="{9D8B030D-6E8A-4147-A177-3AD203B41FA5}">
                      <a16:colId xmlns:a16="http://schemas.microsoft.com/office/drawing/2014/main" val="20007"/>
                    </a:ext>
                  </a:extLst>
                </a:gridCol>
              </a:tblGrid>
              <a:tr h="4572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2</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4</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dirty="0">
                          <a:ln>
                            <a:noFill/>
                          </a:ln>
                          <a:solidFill>
                            <a:srgbClr val="FF0000"/>
                          </a:solidFill>
                          <a:effectLst/>
                          <a:latin typeface="Courier New" charset="0"/>
                          <a:ea typeface="宋体" charset="0"/>
                        </a:rPr>
                        <a:t>11</a:t>
                      </a: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6</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7</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10</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12</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sp>
        <p:nvSpPr>
          <p:cNvPr id="10" name="文本框 9">
            <a:extLst>
              <a:ext uri="{FF2B5EF4-FFF2-40B4-BE49-F238E27FC236}">
                <a16:creationId xmlns:a16="http://schemas.microsoft.com/office/drawing/2014/main" id="{4CEFD1A2-2EEB-2FD2-101E-F694357F8306}"/>
              </a:ext>
            </a:extLst>
          </p:cNvPr>
          <p:cNvSpPr txBox="1"/>
          <p:nvPr/>
        </p:nvSpPr>
        <p:spPr>
          <a:xfrm>
            <a:off x="8120679" y="3328918"/>
            <a:ext cx="2672526" cy="369332"/>
          </a:xfrm>
          <a:prstGeom prst="rect">
            <a:avLst/>
          </a:prstGeom>
          <a:noFill/>
        </p:spPr>
        <p:txBody>
          <a:bodyPr wrap="none" rtlCol="0">
            <a:spAutoFit/>
          </a:bodyPr>
          <a:lstStyle/>
          <a:p>
            <a:r>
              <a:rPr lang="zh-CN" altLang="en-US" dirty="0"/>
              <a:t>把</a:t>
            </a:r>
            <a:r>
              <a:rPr lang="en-US" altLang="zh-CN" dirty="0"/>
              <a:t>Index</a:t>
            </a:r>
            <a:r>
              <a:rPr lang="zh-CN" altLang="en-US" dirty="0"/>
              <a:t>为</a:t>
            </a:r>
            <a:r>
              <a:rPr lang="en-US" altLang="zh-CN" dirty="0"/>
              <a:t>4</a:t>
            </a:r>
            <a:r>
              <a:rPr lang="zh-CN" altLang="en-US" dirty="0"/>
              <a:t>的位置空出来</a:t>
            </a:r>
          </a:p>
        </p:txBody>
      </p:sp>
      <p:sp>
        <p:nvSpPr>
          <p:cNvPr id="11" name="文本框 10">
            <a:extLst>
              <a:ext uri="{FF2B5EF4-FFF2-40B4-BE49-F238E27FC236}">
                <a16:creationId xmlns:a16="http://schemas.microsoft.com/office/drawing/2014/main" id="{8769C0AF-B383-53BD-6A23-D82FB3321C26}"/>
              </a:ext>
            </a:extLst>
          </p:cNvPr>
          <p:cNvSpPr txBox="1"/>
          <p:nvPr/>
        </p:nvSpPr>
        <p:spPr>
          <a:xfrm>
            <a:off x="8148409" y="4121006"/>
            <a:ext cx="2663934" cy="369332"/>
          </a:xfrm>
          <a:prstGeom prst="rect">
            <a:avLst/>
          </a:prstGeom>
          <a:noFill/>
        </p:spPr>
        <p:txBody>
          <a:bodyPr wrap="none" rtlCol="0">
            <a:spAutoFit/>
          </a:bodyPr>
          <a:lstStyle/>
          <a:p>
            <a:r>
              <a:rPr lang="zh-CN" altLang="en-US" dirty="0"/>
              <a:t>在</a:t>
            </a:r>
            <a:r>
              <a:rPr lang="en-US" altLang="zh-CN" dirty="0"/>
              <a:t>Index</a:t>
            </a:r>
            <a:r>
              <a:rPr lang="zh-CN" altLang="en-US" dirty="0"/>
              <a:t>为</a:t>
            </a:r>
            <a:r>
              <a:rPr lang="en-US" altLang="zh-CN" dirty="0"/>
              <a:t>4</a:t>
            </a:r>
            <a:r>
              <a:rPr lang="zh-CN" altLang="en-US" dirty="0"/>
              <a:t>的位置填入</a:t>
            </a:r>
            <a:r>
              <a:rPr lang="en-US" altLang="zh-CN" dirty="0"/>
              <a:t>11</a:t>
            </a:r>
            <a:endParaRPr lang="zh-CN" altLang="en-US" dirty="0"/>
          </a:p>
        </p:txBody>
      </p:sp>
    </p:spTree>
    <p:extLst>
      <p:ext uri="{BB962C8B-B14F-4D97-AF65-F5344CB8AC3E}">
        <p14:creationId xmlns:p14="http://schemas.microsoft.com/office/powerpoint/2010/main" val="1287195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ox(i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ox(in)">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04527B65-76CE-D2CC-3D83-37704574C342}"/>
              </a:ext>
            </a:extLst>
          </p:cNvPr>
          <p:cNvSpPr txBox="1"/>
          <p:nvPr/>
        </p:nvSpPr>
        <p:spPr>
          <a:xfrm>
            <a:off x="407368" y="1268760"/>
            <a:ext cx="8496944" cy="5416868"/>
          </a:xfrm>
          <a:prstGeom prst="rect">
            <a:avLst/>
          </a:prstGeom>
          <a:noFill/>
        </p:spPr>
        <p:txBody>
          <a:bodyPr wrap="square">
            <a:spAutoFit/>
          </a:bodyPr>
          <a:lstStyle/>
          <a:p>
            <a:pPr algn="l">
              <a:buFont typeface="+mj-lt"/>
              <a:buAutoNum type="arabicPeriod"/>
            </a:pPr>
            <a:r>
              <a:rPr lang="en-US" altLang="zh-CN" sz="1600" dirty="0">
                <a:solidFill>
                  <a:srgbClr val="808080"/>
                </a:solidFill>
                <a:highlight>
                  <a:srgbClr val="FFFFFF"/>
                </a:highlight>
                <a:latin typeface="Consolas" panose="020B0609020204030204" pitchFamily="49" charset="0"/>
              </a:rPr>
              <a:t>#include &lt;</a:t>
            </a:r>
            <a:r>
              <a:rPr lang="en-US" altLang="zh-CN" sz="1600" dirty="0" err="1">
                <a:solidFill>
                  <a:srgbClr val="808080"/>
                </a:solidFill>
                <a:highlight>
                  <a:srgbClr val="FFFFFF"/>
                </a:highlight>
                <a:latin typeface="Consolas" panose="020B0609020204030204" pitchFamily="49" charset="0"/>
              </a:rPr>
              <a:t>stdio.h</a:t>
            </a:r>
            <a:r>
              <a:rPr lang="en-US" altLang="zh-CN" sz="1600" dirty="0">
                <a:solidFill>
                  <a:srgbClr val="808080"/>
                </a:solidFill>
                <a:highlight>
                  <a:srgbClr val="FFFFFF"/>
                </a:highlight>
                <a:latin typeface="Consolas" panose="020B0609020204030204" pitchFamily="49" charset="0"/>
              </a:rPr>
              <a:t>&gt;</a:t>
            </a:r>
            <a:r>
              <a:rPr lang="en-US" altLang="zh-CN" sz="1600" dirty="0">
                <a:solidFill>
                  <a:srgbClr val="000000"/>
                </a:solidFill>
                <a:highlight>
                  <a:srgbClr val="FFFFFF"/>
                </a:highlight>
                <a:latin typeface="Consolas" panose="020B0609020204030204" pitchFamily="49" charset="0"/>
              </a:rPr>
              <a:t>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b="1" dirty="0">
                <a:solidFill>
                  <a:srgbClr val="006699"/>
                </a:solidFill>
                <a:highlight>
                  <a:srgbClr val="F8F8F8"/>
                </a:highlight>
                <a:latin typeface="Consolas" panose="020B0609020204030204" pitchFamily="49" charset="0"/>
              </a:rPr>
              <a:t>int</a:t>
            </a:r>
            <a:r>
              <a:rPr lang="en-US" altLang="zh-CN" sz="1600" dirty="0">
                <a:solidFill>
                  <a:srgbClr val="000000"/>
                </a:solidFill>
                <a:highlight>
                  <a:srgbClr val="F8F8F8"/>
                </a:highlight>
                <a:latin typeface="Consolas" panose="020B0609020204030204" pitchFamily="49" charset="0"/>
              </a:rPr>
              <a:t> </a:t>
            </a:r>
            <a:r>
              <a:rPr lang="en-US" altLang="zh-CN" sz="1600" dirty="0" err="1">
                <a:solidFill>
                  <a:srgbClr val="000000"/>
                </a:solidFill>
                <a:highlight>
                  <a:srgbClr val="F8F8F8"/>
                </a:highlight>
                <a:latin typeface="Consolas" panose="020B0609020204030204" pitchFamily="49" charset="0"/>
              </a:rPr>
              <a:t>insert_at_position</a:t>
            </a:r>
            <a:r>
              <a:rPr lang="en-US" altLang="zh-CN" sz="1600" dirty="0">
                <a:solidFill>
                  <a:srgbClr val="000000"/>
                </a:solidFill>
                <a:highlight>
                  <a:srgbClr val="F8F8F8"/>
                </a:highlight>
                <a:latin typeface="Consolas" panose="020B0609020204030204" pitchFamily="49" charset="0"/>
              </a:rPr>
              <a:t>(</a:t>
            </a:r>
            <a:r>
              <a:rPr lang="en-US" altLang="zh-CN" sz="1600" b="1" dirty="0">
                <a:solidFill>
                  <a:srgbClr val="2E8B57"/>
                </a:solidFill>
                <a:highlight>
                  <a:srgbClr val="F8F8F8"/>
                </a:highlight>
                <a:latin typeface="Consolas" panose="020B0609020204030204" pitchFamily="49" charset="0"/>
              </a:rPr>
              <a:t>int</a:t>
            </a:r>
            <a:r>
              <a:rPr lang="en-US" altLang="zh-CN" sz="1600" dirty="0">
                <a:solidFill>
                  <a:srgbClr val="000000"/>
                </a:solidFill>
                <a:highlight>
                  <a:srgbClr val="F8F8F8"/>
                </a:highlight>
                <a:latin typeface="Consolas" panose="020B0609020204030204" pitchFamily="49" charset="0"/>
              </a:rPr>
              <a:t> </a:t>
            </a:r>
            <a:r>
              <a:rPr lang="en-US" altLang="zh-CN" sz="1600" dirty="0" err="1">
                <a:solidFill>
                  <a:srgbClr val="000000"/>
                </a:solidFill>
                <a:highlight>
                  <a:srgbClr val="F8F8F8"/>
                </a:highlight>
                <a:latin typeface="Consolas" panose="020B0609020204030204" pitchFamily="49" charset="0"/>
              </a:rPr>
              <a:t>arr</a:t>
            </a:r>
            <a:r>
              <a:rPr lang="en-US" altLang="zh-CN" sz="1600" dirty="0">
                <a:solidFill>
                  <a:srgbClr val="000000"/>
                </a:solidFill>
                <a:highlight>
                  <a:srgbClr val="F8F8F8"/>
                </a:highlight>
                <a:latin typeface="Consolas" panose="020B0609020204030204" pitchFamily="49" charset="0"/>
              </a:rPr>
              <a:t>[], </a:t>
            </a:r>
            <a:r>
              <a:rPr lang="en-US" altLang="zh-CN" sz="1600" b="1" dirty="0">
                <a:solidFill>
                  <a:srgbClr val="2E8B57"/>
                </a:solidFill>
                <a:highlight>
                  <a:srgbClr val="F8F8F8"/>
                </a:highlight>
                <a:latin typeface="Consolas" panose="020B0609020204030204" pitchFamily="49" charset="0"/>
              </a:rPr>
              <a:t>int</a:t>
            </a:r>
            <a:r>
              <a:rPr lang="en-US" altLang="zh-CN" sz="1600" dirty="0">
                <a:solidFill>
                  <a:srgbClr val="000000"/>
                </a:solidFill>
                <a:highlight>
                  <a:srgbClr val="F8F8F8"/>
                </a:highlight>
                <a:latin typeface="Consolas" panose="020B0609020204030204" pitchFamily="49" charset="0"/>
              </a:rPr>
              <a:t> n, </a:t>
            </a:r>
            <a:r>
              <a:rPr lang="en-US" altLang="zh-CN" sz="1600" b="1" dirty="0">
                <a:solidFill>
                  <a:srgbClr val="2E8B57"/>
                </a:solidFill>
                <a:highlight>
                  <a:srgbClr val="F8F8F8"/>
                </a:highlight>
                <a:latin typeface="Consolas" panose="020B0609020204030204" pitchFamily="49" charset="0"/>
              </a:rPr>
              <a:t>int</a:t>
            </a:r>
            <a:r>
              <a:rPr lang="en-US" altLang="zh-CN" sz="1600" dirty="0">
                <a:solidFill>
                  <a:srgbClr val="000000"/>
                </a:solidFill>
                <a:highlight>
                  <a:srgbClr val="F8F8F8"/>
                </a:highlight>
                <a:latin typeface="Consolas" panose="020B0609020204030204" pitchFamily="49" charset="0"/>
              </a:rPr>
              <a:t> pos, </a:t>
            </a:r>
            <a:r>
              <a:rPr lang="en-US" altLang="zh-CN" sz="1600" b="1" dirty="0">
                <a:solidFill>
                  <a:srgbClr val="2E8B57"/>
                </a:solidFill>
                <a:highlight>
                  <a:srgbClr val="F8F8F8"/>
                </a:highlight>
                <a:latin typeface="Consolas" panose="020B0609020204030204" pitchFamily="49" charset="0"/>
              </a:rPr>
              <a:t>int</a:t>
            </a:r>
            <a:r>
              <a:rPr lang="en-US" altLang="zh-CN" sz="1600" dirty="0">
                <a:solidFill>
                  <a:srgbClr val="000000"/>
                </a:solidFill>
                <a:highlight>
                  <a:srgbClr val="F8F8F8"/>
                </a:highlight>
                <a:latin typeface="Consolas" panose="020B0609020204030204" pitchFamily="49" charset="0"/>
              </a:rPr>
              <a:t> value) {  </a:t>
            </a:r>
            <a:endParaRPr lang="en-US" altLang="zh-CN" sz="1600" dirty="0">
              <a:solidFill>
                <a:srgbClr val="5C5C5C"/>
              </a:solidFill>
              <a:highlight>
                <a:srgbClr val="F8F8F8"/>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a:t>
            </a:r>
            <a:r>
              <a:rPr lang="en-US" altLang="zh-CN" sz="1600" b="1" dirty="0">
                <a:solidFill>
                  <a:srgbClr val="006699"/>
                </a:solidFill>
                <a:highlight>
                  <a:srgbClr val="FFFFFF"/>
                </a:highlight>
                <a:latin typeface="Consolas" panose="020B0609020204030204" pitchFamily="49" charset="0"/>
              </a:rPr>
              <a:t>if</a:t>
            </a:r>
            <a:r>
              <a:rPr lang="en-US" altLang="zh-CN" sz="1600" dirty="0">
                <a:solidFill>
                  <a:srgbClr val="000000"/>
                </a:solidFill>
                <a:highlight>
                  <a:srgbClr val="FFFFFF"/>
                </a:highlight>
                <a:latin typeface="Consolas" panose="020B0609020204030204" pitchFamily="49" charset="0"/>
              </a:rPr>
              <a:t> (pos &gt; n || pos &lt; 0) {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a:t>
            </a:r>
            <a:r>
              <a:rPr lang="en-US" altLang="zh-CN" sz="1600" dirty="0" err="1">
                <a:solidFill>
                  <a:srgbClr val="000000"/>
                </a:solidFill>
                <a:highlight>
                  <a:srgbClr val="F8F8F8"/>
                </a:highlight>
                <a:latin typeface="Consolas" panose="020B0609020204030204" pitchFamily="49" charset="0"/>
              </a:rPr>
              <a:t>printf</a:t>
            </a:r>
            <a:r>
              <a:rPr lang="en-US" altLang="zh-CN" sz="1600" dirty="0">
                <a:solidFill>
                  <a:srgbClr val="000000"/>
                </a:solidFill>
                <a:highlight>
                  <a:srgbClr val="F8F8F8"/>
                </a:highlight>
                <a:latin typeface="Consolas" panose="020B0609020204030204" pitchFamily="49" charset="0"/>
              </a:rPr>
              <a:t>(</a:t>
            </a:r>
            <a:r>
              <a:rPr lang="en-US" altLang="zh-CN" sz="1600" dirty="0">
                <a:solidFill>
                  <a:srgbClr val="0000FF"/>
                </a:solidFill>
                <a:highlight>
                  <a:srgbClr val="F8F8F8"/>
                </a:highlight>
                <a:latin typeface="Consolas" panose="020B0609020204030204" pitchFamily="49" charset="0"/>
              </a:rPr>
              <a:t>"Invalid position\n"</a:t>
            </a:r>
            <a:r>
              <a:rPr lang="en-US" altLang="zh-CN" sz="1600" dirty="0">
                <a:solidFill>
                  <a:srgbClr val="000000"/>
                </a:solidFill>
                <a:highlight>
                  <a:srgbClr val="F8F8F8"/>
                </a:highlight>
                <a:latin typeface="Consolas" panose="020B0609020204030204" pitchFamily="49" charset="0"/>
              </a:rPr>
              <a:t>);  </a:t>
            </a:r>
            <a:endParaRPr lang="en-US" altLang="zh-CN" sz="1600" dirty="0">
              <a:solidFill>
                <a:srgbClr val="5C5C5C"/>
              </a:solidFill>
              <a:highlight>
                <a:srgbClr val="F8F8F8"/>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a:t>
            </a:r>
            <a:r>
              <a:rPr lang="en-US" altLang="zh-CN" sz="1600" b="1" dirty="0">
                <a:solidFill>
                  <a:srgbClr val="006699"/>
                </a:solidFill>
                <a:highlight>
                  <a:srgbClr val="FFFFFF"/>
                </a:highlight>
                <a:latin typeface="Consolas" panose="020B0609020204030204" pitchFamily="49" charset="0"/>
              </a:rPr>
              <a:t>return </a:t>
            </a:r>
            <a:r>
              <a:rPr lang="en-US" altLang="zh-CN" sz="1600" b="1" dirty="0">
                <a:highlight>
                  <a:srgbClr val="FFFFFF"/>
                </a:highlight>
                <a:latin typeface="Consolas" panose="020B0609020204030204" pitchFamily="49" charset="0"/>
              </a:rPr>
              <a:t>n</a:t>
            </a:r>
            <a:r>
              <a:rPr lang="en-US" altLang="zh-CN" sz="1600" dirty="0">
                <a:solidFill>
                  <a:srgbClr val="000000"/>
                </a:solidFill>
                <a:highlight>
                  <a:srgbClr val="FFFFFF"/>
                </a:highlight>
                <a:latin typeface="Consolas" panose="020B0609020204030204" pitchFamily="49" charset="0"/>
              </a:rPr>
              <a:t>;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  </a:t>
            </a:r>
            <a:endParaRPr lang="en-US" altLang="zh-CN" sz="1600" dirty="0">
              <a:solidFill>
                <a:srgbClr val="5C5C5C"/>
              </a:solidFill>
              <a:highlight>
                <a:srgbClr val="F8F8F8"/>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a:t>
            </a:r>
            <a:r>
              <a:rPr lang="en-US" altLang="zh-CN" sz="1600" b="1" dirty="0">
                <a:solidFill>
                  <a:srgbClr val="006699"/>
                </a:solidFill>
                <a:highlight>
                  <a:srgbClr val="FFFFFF"/>
                </a:highlight>
                <a:latin typeface="Consolas" panose="020B0609020204030204" pitchFamily="49" charset="0"/>
              </a:rPr>
              <a:t>for</a:t>
            </a:r>
            <a:r>
              <a:rPr lang="en-US" altLang="zh-CN" sz="1600" dirty="0">
                <a:solidFill>
                  <a:srgbClr val="000000"/>
                </a:solidFill>
                <a:highlight>
                  <a:srgbClr val="FFFFFF"/>
                </a:highlight>
                <a:latin typeface="Consolas" panose="020B0609020204030204" pitchFamily="49" charset="0"/>
              </a:rPr>
              <a:t> (</a:t>
            </a:r>
            <a:r>
              <a:rPr lang="en-US" altLang="zh-CN" sz="1600" b="1" dirty="0">
                <a:solidFill>
                  <a:srgbClr val="2E8B57"/>
                </a:solidFill>
                <a:highlight>
                  <a:srgbClr val="FFFFFF"/>
                </a:highlight>
                <a:latin typeface="Consolas" panose="020B0609020204030204" pitchFamily="49" charset="0"/>
              </a:rPr>
              <a:t>int</a:t>
            </a:r>
            <a:r>
              <a:rPr lang="en-US" altLang="zh-CN" sz="1600" dirty="0">
                <a:solidFill>
                  <a:srgbClr val="000000"/>
                </a:solidFill>
                <a:highlight>
                  <a:srgbClr val="FFFFFF"/>
                </a:highlight>
                <a:latin typeface="Consolas" panose="020B0609020204030204" pitchFamily="49" charset="0"/>
              </a:rPr>
              <a:t> </a:t>
            </a:r>
            <a:r>
              <a:rPr lang="en-US" altLang="zh-CN" sz="1600" dirty="0" err="1">
                <a:solidFill>
                  <a:srgbClr val="000000"/>
                </a:solidFill>
                <a:highlight>
                  <a:srgbClr val="FFFFFF"/>
                </a:highlight>
                <a:latin typeface="Consolas" panose="020B0609020204030204" pitchFamily="49" charset="0"/>
              </a:rPr>
              <a:t>i</a:t>
            </a:r>
            <a:r>
              <a:rPr lang="en-US" altLang="zh-CN" sz="1600" dirty="0">
                <a:solidFill>
                  <a:srgbClr val="000000"/>
                </a:solidFill>
                <a:highlight>
                  <a:srgbClr val="FFFFFF"/>
                </a:highlight>
                <a:latin typeface="Consolas" panose="020B0609020204030204" pitchFamily="49" charset="0"/>
              </a:rPr>
              <a:t> = n; </a:t>
            </a:r>
            <a:r>
              <a:rPr lang="en-US" altLang="zh-CN" sz="1600" dirty="0" err="1">
                <a:solidFill>
                  <a:srgbClr val="000000"/>
                </a:solidFill>
                <a:highlight>
                  <a:srgbClr val="FFFFFF"/>
                </a:highlight>
                <a:latin typeface="Consolas" panose="020B0609020204030204" pitchFamily="49" charset="0"/>
              </a:rPr>
              <a:t>i</a:t>
            </a:r>
            <a:r>
              <a:rPr lang="en-US" altLang="zh-CN" sz="1600" dirty="0">
                <a:solidFill>
                  <a:srgbClr val="000000"/>
                </a:solidFill>
                <a:highlight>
                  <a:srgbClr val="FFFFFF"/>
                </a:highlight>
                <a:latin typeface="Consolas" panose="020B0609020204030204" pitchFamily="49" charset="0"/>
              </a:rPr>
              <a:t> &gt; pos; </a:t>
            </a:r>
            <a:r>
              <a:rPr lang="en-US" altLang="zh-CN" sz="1600" dirty="0" err="1">
                <a:solidFill>
                  <a:srgbClr val="000000"/>
                </a:solidFill>
                <a:highlight>
                  <a:srgbClr val="FFFFFF"/>
                </a:highlight>
                <a:latin typeface="Consolas" panose="020B0609020204030204" pitchFamily="49" charset="0"/>
              </a:rPr>
              <a:t>i</a:t>
            </a:r>
            <a:r>
              <a:rPr lang="en-US" altLang="zh-CN" sz="1600" dirty="0">
                <a:solidFill>
                  <a:srgbClr val="000000"/>
                </a:solidFill>
                <a:highlight>
                  <a:srgbClr val="FFFFFF"/>
                </a:highlight>
                <a:latin typeface="Consolas" panose="020B0609020204030204" pitchFamily="49" charset="0"/>
              </a:rPr>
              <a:t>--) {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a:t>
            </a:r>
            <a:r>
              <a:rPr lang="en-US" altLang="zh-CN" sz="1600" dirty="0" err="1">
                <a:solidFill>
                  <a:srgbClr val="000000"/>
                </a:solidFill>
                <a:highlight>
                  <a:srgbClr val="F8F8F8"/>
                </a:highlight>
                <a:latin typeface="Consolas" panose="020B0609020204030204" pitchFamily="49" charset="0"/>
              </a:rPr>
              <a:t>arr</a:t>
            </a:r>
            <a:r>
              <a:rPr lang="en-US" altLang="zh-CN" sz="1600" dirty="0">
                <a:solidFill>
                  <a:srgbClr val="000000"/>
                </a:solidFill>
                <a:highlight>
                  <a:srgbClr val="F8F8F8"/>
                </a:highlight>
                <a:latin typeface="Consolas" panose="020B0609020204030204" pitchFamily="49" charset="0"/>
              </a:rPr>
              <a:t>[</a:t>
            </a:r>
            <a:r>
              <a:rPr lang="en-US" altLang="zh-CN" sz="1600" dirty="0" err="1">
                <a:solidFill>
                  <a:srgbClr val="000000"/>
                </a:solidFill>
                <a:highlight>
                  <a:srgbClr val="F8F8F8"/>
                </a:highlight>
                <a:latin typeface="Consolas" panose="020B0609020204030204" pitchFamily="49" charset="0"/>
              </a:rPr>
              <a:t>i</a:t>
            </a:r>
            <a:r>
              <a:rPr lang="en-US" altLang="zh-CN" sz="1600" dirty="0">
                <a:solidFill>
                  <a:srgbClr val="000000"/>
                </a:solidFill>
                <a:highlight>
                  <a:srgbClr val="F8F8F8"/>
                </a:highlight>
                <a:latin typeface="Consolas" panose="020B0609020204030204" pitchFamily="49" charset="0"/>
              </a:rPr>
              <a:t>] = </a:t>
            </a:r>
            <a:r>
              <a:rPr lang="en-US" altLang="zh-CN" sz="1600" dirty="0" err="1">
                <a:solidFill>
                  <a:srgbClr val="000000"/>
                </a:solidFill>
                <a:highlight>
                  <a:srgbClr val="F8F8F8"/>
                </a:highlight>
                <a:latin typeface="Consolas" panose="020B0609020204030204" pitchFamily="49" charset="0"/>
              </a:rPr>
              <a:t>arr</a:t>
            </a:r>
            <a:r>
              <a:rPr lang="en-US" altLang="zh-CN" sz="1600" dirty="0">
                <a:solidFill>
                  <a:srgbClr val="000000"/>
                </a:solidFill>
                <a:highlight>
                  <a:srgbClr val="F8F8F8"/>
                </a:highlight>
                <a:latin typeface="Consolas" panose="020B0609020204030204" pitchFamily="49" charset="0"/>
              </a:rPr>
              <a:t>[</a:t>
            </a:r>
            <a:r>
              <a:rPr lang="en-US" altLang="zh-CN" sz="1600" dirty="0" err="1">
                <a:solidFill>
                  <a:srgbClr val="000000"/>
                </a:solidFill>
                <a:highlight>
                  <a:srgbClr val="F8F8F8"/>
                </a:highlight>
                <a:latin typeface="Consolas" panose="020B0609020204030204" pitchFamily="49" charset="0"/>
              </a:rPr>
              <a:t>i</a:t>
            </a:r>
            <a:r>
              <a:rPr lang="en-US" altLang="zh-CN" sz="1600" dirty="0">
                <a:solidFill>
                  <a:srgbClr val="000000"/>
                </a:solidFill>
                <a:highlight>
                  <a:srgbClr val="F8F8F8"/>
                </a:highlight>
                <a:latin typeface="Consolas" panose="020B0609020204030204" pitchFamily="49" charset="0"/>
              </a:rPr>
              <a:t> - 1];  </a:t>
            </a:r>
            <a:endParaRPr lang="en-US" altLang="zh-CN" sz="1600" dirty="0">
              <a:solidFill>
                <a:srgbClr val="5C5C5C"/>
              </a:solidFill>
              <a:highlight>
                <a:srgbClr val="F8F8F8"/>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a:t>
            </a:r>
            <a:r>
              <a:rPr lang="en-US" altLang="zh-CN" sz="1600" dirty="0" err="1">
                <a:solidFill>
                  <a:srgbClr val="000000"/>
                </a:solidFill>
                <a:highlight>
                  <a:srgbClr val="F8F8F8"/>
                </a:highlight>
                <a:latin typeface="Consolas" panose="020B0609020204030204" pitchFamily="49" charset="0"/>
              </a:rPr>
              <a:t>arr</a:t>
            </a:r>
            <a:r>
              <a:rPr lang="en-US" altLang="zh-CN" sz="1600" dirty="0">
                <a:solidFill>
                  <a:srgbClr val="000000"/>
                </a:solidFill>
                <a:highlight>
                  <a:srgbClr val="F8F8F8"/>
                </a:highlight>
                <a:latin typeface="Consolas" panose="020B0609020204030204" pitchFamily="49" charset="0"/>
              </a:rPr>
              <a:t>[pos] = value;  </a:t>
            </a: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a:t>
            </a:r>
            <a:r>
              <a:rPr lang="en-US" altLang="zh-CN" sz="1600" b="1" dirty="0">
                <a:solidFill>
                  <a:srgbClr val="006699"/>
                </a:solidFill>
                <a:highlight>
                  <a:srgbClr val="FFFFFF"/>
                </a:highlight>
                <a:latin typeface="Consolas" panose="020B0609020204030204" pitchFamily="49" charset="0"/>
              </a:rPr>
              <a:t>return</a:t>
            </a:r>
            <a:r>
              <a:rPr lang="en-US" altLang="zh-CN" sz="1600" dirty="0">
                <a:solidFill>
                  <a:srgbClr val="000000"/>
                </a:solidFill>
                <a:highlight>
                  <a:srgbClr val="F8F8F8"/>
                </a:highlight>
                <a:latin typeface="Consolas" panose="020B0609020204030204" pitchFamily="49" charset="0"/>
              </a:rPr>
              <a:t> n+1;</a:t>
            </a:r>
            <a:endParaRPr lang="en-US" altLang="zh-CN" sz="1600" dirty="0">
              <a:solidFill>
                <a:srgbClr val="5C5C5C"/>
              </a:solidFill>
              <a:highlight>
                <a:srgbClr val="F8F8F8"/>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b="1" dirty="0">
                <a:solidFill>
                  <a:srgbClr val="2E8B57"/>
                </a:solidFill>
                <a:highlight>
                  <a:srgbClr val="F8F8F8"/>
                </a:highlight>
                <a:latin typeface="Consolas" panose="020B0609020204030204" pitchFamily="49" charset="0"/>
              </a:rPr>
              <a:t>int</a:t>
            </a:r>
            <a:r>
              <a:rPr lang="en-US" altLang="zh-CN" sz="1600" dirty="0">
                <a:solidFill>
                  <a:srgbClr val="000000"/>
                </a:solidFill>
                <a:highlight>
                  <a:srgbClr val="F8F8F8"/>
                </a:highlight>
                <a:latin typeface="Consolas" panose="020B0609020204030204" pitchFamily="49" charset="0"/>
              </a:rPr>
              <a:t> main() {  </a:t>
            </a:r>
            <a:endParaRPr lang="en-US" altLang="zh-CN" sz="1600" dirty="0">
              <a:solidFill>
                <a:srgbClr val="5C5C5C"/>
              </a:solidFill>
              <a:highlight>
                <a:srgbClr val="F8F8F8"/>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a:t>
            </a:r>
            <a:r>
              <a:rPr lang="en-US" altLang="zh-CN" sz="1600" b="1" dirty="0">
                <a:solidFill>
                  <a:srgbClr val="2E8B57"/>
                </a:solidFill>
                <a:highlight>
                  <a:srgbClr val="FFFFFF"/>
                </a:highlight>
                <a:latin typeface="Consolas" panose="020B0609020204030204" pitchFamily="49" charset="0"/>
              </a:rPr>
              <a:t>int</a:t>
            </a:r>
            <a:r>
              <a:rPr lang="en-US" altLang="zh-CN" sz="1600" dirty="0">
                <a:solidFill>
                  <a:srgbClr val="000000"/>
                </a:solidFill>
                <a:highlight>
                  <a:srgbClr val="FFFFFF"/>
                </a:highlight>
                <a:latin typeface="Consolas" panose="020B0609020204030204" pitchFamily="49" charset="0"/>
              </a:rPr>
              <a:t> </a:t>
            </a:r>
            <a:r>
              <a:rPr lang="en-US" altLang="zh-CN" sz="1600" dirty="0" err="1">
                <a:solidFill>
                  <a:srgbClr val="000000"/>
                </a:solidFill>
                <a:highlight>
                  <a:srgbClr val="FFFFFF"/>
                </a:highlight>
                <a:latin typeface="Consolas" panose="020B0609020204030204" pitchFamily="49" charset="0"/>
              </a:rPr>
              <a:t>arr</a:t>
            </a:r>
            <a:r>
              <a:rPr lang="en-US" altLang="zh-CN" sz="1600" dirty="0">
                <a:solidFill>
                  <a:srgbClr val="000000"/>
                </a:solidFill>
                <a:highlight>
                  <a:srgbClr val="FFFFFF"/>
                </a:highlight>
                <a:latin typeface="Consolas" panose="020B0609020204030204" pitchFamily="49" charset="0"/>
              </a:rPr>
              <a:t>[100] = {1, 2, 3, 4, 5};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a:t>
            </a:r>
            <a:r>
              <a:rPr lang="en-US" altLang="zh-CN" sz="1600" b="1" dirty="0">
                <a:solidFill>
                  <a:srgbClr val="2E8B57"/>
                </a:solidFill>
                <a:highlight>
                  <a:srgbClr val="F8F8F8"/>
                </a:highlight>
                <a:latin typeface="Consolas" panose="020B0609020204030204" pitchFamily="49" charset="0"/>
              </a:rPr>
              <a:t>int</a:t>
            </a:r>
            <a:r>
              <a:rPr lang="en-US" altLang="zh-CN" sz="1600" dirty="0">
                <a:solidFill>
                  <a:srgbClr val="000000"/>
                </a:solidFill>
                <a:highlight>
                  <a:srgbClr val="F8F8F8"/>
                </a:highlight>
                <a:latin typeface="Consolas" panose="020B0609020204030204" pitchFamily="49" charset="0"/>
              </a:rPr>
              <a:t> n = 5;  </a:t>
            </a:r>
            <a:endParaRPr lang="en-US" altLang="zh-CN" sz="1600" dirty="0">
              <a:solidFill>
                <a:srgbClr val="5C5C5C"/>
              </a:solidFill>
              <a:highlight>
                <a:srgbClr val="F8F8F8"/>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n = </a:t>
            </a:r>
            <a:r>
              <a:rPr lang="en-US" altLang="zh-CN" sz="1600" dirty="0" err="1">
                <a:solidFill>
                  <a:srgbClr val="000000"/>
                </a:solidFill>
                <a:highlight>
                  <a:srgbClr val="FFFFFF"/>
                </a:highlight>
                <a:latin typeface="Consolas" panose="020B0609020204030204" pitchFamily="49" charset="0"/>
              </a:rPr>
              <a:t>insert_at_position</a:t>
            </a:r>
            <a:r>
              <a:rPr lang="en-US" altLang="zh-CN" sz="1600" dirty="0">
                <a:solidFill>
                  <a:srgbClr val="000000"/>
                </a:solidFill>
                <a:highlight>
                  <a:srgbClr val="FFFFFF"/>
                </a:highlight>
                <a:latin typeface="Consolas" panose="020B0609020204030204" pitchFamily="49" charset="0"/>
              </a:rPr>
              <a:t>(</a:t>
            </a:r>
            <a:r>
              <a:rPr lang="en-US" altLang="zh-CN" sz="1600" dirty="0" err="1">
                <a:solidFill>
                  <a:srgbClr val="000000"/>
                </a:solidFill>
                <a:highlight>
                  <a:srgbClr val="FFFFFF"/>
                </a:highlight>
                <a:latin typeface="Consolas" panose="020B0609020204030204" pitchFamily="49" charset="0"/>
              </a:rPr>
              <a:t>arr</a:t>
            </a:r>
            <a:r>
              <a:rPr lang="en-US" altLang="zh-CN" sz="1600" dirty="0">
                <a:solidFill>
                  <a:srgbClr val="000000"/>
                </a:solidFill>
                <a:highlight>
                  <a:srgbClr val="FFFFFF"/>
                </a:highlight>
                <a:latin typeface="Consolas" panose="020B0609020204030204" pitchFamily="49" charset="0"/>
              </a:rPr>
              <a:t>, n, 2, 99);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a:t>
            </a:r>
            <a:r>
              <a:rPr lang="en-US" altLang="zh-CN" sz="1600" b="1" dirty="0">
                <a:solidFill>
                  <a:srgbClr val="006699"/>
                </a:solidFill>
                <a:highlight>
                  <a:srgbClr val="FFFFFF"/>
                </a:highlight>
                <a:latin typeface="Consolas" panose="020B0609020204030204" pitchFamily="49" charset="0"/>
              </a:rPr>
              <a:t>for</a:t>
            </a:r>
            <a:r>
              <a:rPr lang="en-US" altLang="zh-CN" sz="1600" dirty="0">
                <a:solidFill>
                  <a:srgbClr val="000000"/>
                </a:solidFill>
                <a:highlight>
                  <a:srgbClr val="FFFFFF"/>
                </a:highlight>
                <a:latin typeface="Consolas" panose="020B0609020204030204" pitchFamily="49" charset="0"/>
              </a:rPr>
              <a:t> (</a:t>
            </a:r>
            <a:r>
              <a:rPr lang="en-US" altLang="zh-CN" sz="1600" b="1" dirty="0">
                <a:solidFill>
                  <a:srgbClr val="2E8B57"/>
                </a:solidFill>
                <a:highlight>
                  <a:srgbClr val="FFFFFF"/>
                </a:highlight>
                <a:latin typeface="Consolas" panose="020B0609020204030204" pitchFamily="49" charset="0"/>
              </a:rPr>
              <a:t>int</a:t>
            </a:r>
            <a:r>
              <a:rPr lang="en-US" altLang="zh-CN" sz="1600" dirty="0">
                <a:solidFill>
                  <a:srgbClr val="000000"/>
                </a:solidFill>
                <a:highlight>
                  <a:srgbClr val="FFFFFF"/>
                </a:highlight>
                <a:latin typeface="Consolas" panose="020B0609020204030204" pitchFamily="49" charset="0"/>
              </a:rPr>
              <a:t> </a:t>
            </a:r>
            <a:r>
              <a:rPr lang="en-US" altLang="zh-CN" sz="1600" dirty="0" err="1">
                <a:solidFill>
                  <a:srgbClr val="000000"/>
                </a:solidFill>
                <a:highlight>
                  <a:srgbClr val="FFFFFF"/>
                </a:highlight>
                <a:latin typeface="Consolas" panose="020B0609020204030204" pitchFamily="49" charset="0"/>
              </a:rPr>
              <a:t>i</a:t>
            </a:r>
            <a:r>
              <a:rPr lang="en-US" altLang="zh-CN" sz="1600" dirty="0">
                <a:solidFill>
                  <a:srgbClr val="000000"/>
                </a:solidFill>
                <a:highlight>
                  <a:srgbClr val="FFFFFF"/>
                </a:highlight>
                <a:latin typeface="Consolas" panose="020B0609020204030204" pitchFamily="49" charset="0"/>
              </a:rPr>
              <a:t> = 0; </a:t>
            </a:r>
            <a:r>
              <a:rPr lang="en-US" altLang="zh-CN" sz="1600" dirty="0" err="1">
                <a:solidFill>
                  <a:srgbClr val="000000"/>
                </a:solidFill>
                <a:highlight>
                  <a:srgbClr val="FFFFFF"/>
                </a:highlight>
                <a:latin typeface="Consolas" panose="020B0609020204030204" pitchFamily="49" charset="0"/>
              </a:rPr>
              <a:t>i</a:t>
            </a:r>
            <a:r>
              <a:rPr lang="en-US" altLang="zh-CN" sz="1600" dirty="0">
                <a:solidFill>
                  <a:srgbClr val="000000"/>
                </a:solidFill>
                <a:highlight>
                  <a:srgbClr val="FFFFFF"/>
                </a:highlight>
                <a:latin typeface="Consolas" panose="020B0609020204030204" pitchFamily="49" charset="0"/>
              </a:rPr>
              <a:t> &lt; n; </a:t>
            </a:r>
            <a:r>
              <a:rPr lang="en-US" altLang="zh-CN" sz="1600" dirty="0" err="1">
                <a:solidFill>
                  <a:srgbClr val="000000"/>
                </a:solidFill>
                <a:highlight>
                  <a:srgbClr val="FFFFFF"/>
                </a:highlight>
                <a:latin typeface="Consolas" panose="020B0609020204030204" pitchFamily="49" charset="0"/>
              </a:rPr>
              <a:t>i</a:t>
            </a:r>
            <a:r>
              <a:rPr lang="en-US" altLang="zh-CN" sz="1600" dirty="0">
                <a:solidFill>
                  <a:srgbClr val="000000"/>
                </a:solidFill>
                <a:highlight>
                  <a:srgbClr val="FFFFFF"/>
                </a:highlight>
                <a:latin typeface="Consolas" panose="020B0609020204030204" pitchFamily="49" charset="0"/>
              </a:rPr>
              <a:t>++) {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a:t>
            </a:r>
            <a:r>
              <a:rPr lang="en-US" altLang="zh-CN" sz="1600" dirty="0" err="1">
                <a:solidFill>
                  <a:srgbClr val="000000"/>
                </a:solidFill>
                <a:highlight>
                  <a:srgbClr val="F8F8F8"/>
                </a:highlight>
                <a:latin typeface="Consolas" panose="020B0609020204030204" pitchFamily="49" charset="0"/>
              </a:rPr>
              <a:t>printf</a:t>
            </a:r>
            <a:r>
              <a:rPr lang="en-US" altLang="zh-CN" sz="1600" dirty="0">
                <a:solidFill>
                  <a:srgbClr val="000000"/>
                </a:solidFill>
                <a:highlight>
                  <a:srgbClr val="F8F8F8"/>
                </a:highlight>
                <a:latin typeface="Consolas" panose="020B0609020204030204" pitchFamily="49" charset="0"/>
              </a:rPr>
              <a:t>(</a:t>
            </a:r>
            <a:r>
              <a:rPr lang="en-US" altLang="zh-CN" sz="1600" dirty="0">
                <a:solidFill>
                  <a:srgbClr val="0000FF"/>
                </a:solidFill>
                <a:highlight>
                  <a:srgbClr val="F8F8F8"/>
                </a:highlight>
                <a:latin typeface="Consolas" panose="020B0609020204030204" pitchFamily="49" charset="0"/>
              </a:rPr>
              <a:t>"%d "</a:t>
            </a:r>
            <a:r>
              <a:rPr lang="en-US" altLang="zh-CN" sz="1600" dirty="0">
                <a:solidFill>
                  <a:srgbClr val="000000"/>
                </a:solidFill>
                <a:highlight>
                  <a:srgbClr val="F8F8F8"/>
                </a:highlight>
                <a:latin typeface="Consolas" panose="020B0609020204030204" pitchFamily="49" charset="0"/>
              </a:rPr>
              <a:t>, </a:t>
            </a:r>
            <a:r>
              <a:rPr lang="en-US" altLang="zh-CN" sz="1600" dirty="0" err="1">
                <a:solidFill>
                  <a:srgbClr val="000000"/>
                </a:solidFill>
                <a:highlight>
                  <a:srgbClr val="F8F8F8"/>
                </a:highlight>
                <a:latin typeface="Consolas" panose="020B0609020204030204" pitchFamily="49" charset="0"/>
              </a:rPr>
              <a:t>arr</a:t>
            </a:r>
            <a:r>
              <a:rPr lang="en-US" altLang="zh-CN" sz="1600" dirty="0">
                <a:solidFill>
                  <a:srgbClr val="000000"/>
                </a:solidFill>
                <a:highlight>
                  <a:srgbClr val="F8F8F8"/>
                </a:highlight>
                <a:latin typeface="Consolas" panose="020B0609020204030204" pitchFamily="49" charset="0"/>
              </a:rPr>
              <a:t>[</a:t>
            </a:r>
            <a:r>
              <a:rPr lang="en-US" altLang="zh-CN" sz="1600" dirty="0" err="1">
                <a:solidFill>
                  <a:srgbClr val="000000"/>
                </a:solidFill>
                <a:highlight>
                  <a:srgbClr val="F8F8F8"/>
                </a:highlight>
                <a:latin typeface="Consolas" panose="020B0609020204030204" pitchFamily="49" charset="0"/>
              </a:rPr>
              <a:t>i</a:t>
            </a:r>
            <a:r>
              <a:rPr lang="en-US" altLang="zh-CN" sz="1600" dirty="0">
                <a:solidFill>
                  <a:srgbClr val="000000"/>
                </a:solidFill>
                <a:highlight>
                  <a:srgbClr val="F8F8F8"/>
                </a:highlight>
                <a:latin typeface="Consolas" panose="020B0609020204030204" pitchFamily="49" charset="0"/>
              </a:rPr>
              <a:t>]);  </a:t>
            </a:r>
            <a:endParaRPr lang="en-US" altLang="zh-CN" sz="1600" dirty="0">
              <a:solidFill>
                <a:srgbClr val="5C5C5C"/>
              </a:solidFill>
              <a:highlight>
                <a:srgbClr val="F8F8F8"/>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a:t>
            </a:r>
            <a:r>
              <a:rPr lang="en-US" altLang="zh-CN" sz="1600" b="1" dirty="0">
                <a:solidFill>
                  <a:srgbClr val="006699"/>
                </a:solidFill>
                <a:highlight>
                  <a:srgbClr val="F8F8F8"/>
                </a:highlight>
                <a:latin typeface="Consolas" panose="020B0609020204030204" pitchFamily="49" charset="0"/>
              </a:rPr>
              <a:t>return</a:t>
            </a:r>
            <a:r>
              <a:rPr lang="en-US" altLang="zh-CN" sz="1600" dirty="0">
                <a:solidFill>
                  <a:srgbClr val="000000"/>
                </a:solidFill>
                <a:highlight>
                  <a:srgbClr val="F8F8F8"/>
                </a:highlight>
                <a:latin typeface="Consolas" panose="020B0609020204030204" pitchFamily="49" charset="0"/>
              </a:rPr>
              <a:t> 0;  </a:t>
            </a:r>
            <a:endParaRPr lang="en-US" altLang="zh-CN" sz="1600" dirty="0">
              <a:solidFill>
                <a:srgbClr val="5C5C5C"/>
              </a:solidFill>
              <a:highlight>
                <a:srgbClr val="F8F8F8"/>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a:t>
            </a:r>
            <a:endParaRPr lang="en-US" altLang="zh-CN" sz="1600" dirty="0">
              <a:solidFill>
                <a:srgbClr val="5C5C5C"/>
              </a:solidFill>
              <a:highlight>
                <a:srgbClr val="FFFFFF"/>
              </a:highlight>
              <a:latin typeface="Consolas" panose="020B0609020204030204" pitchFamily="49" charset="0"/>
            </a:endParaRPr>
          </a:p>
        </p:txBody>
      </p:sp>
      <p:sp>
        <p:nvSpPr>
          <p:cNvPr id="7" name="文本框 6">
            <a:extLst>
              <a:ext uri="{FF2B5EF4-FFF2-40B4-BE49-F238E27FC236}">
                <a16:creationId xmlns:a16="http://schemas.microsoft.com/office/drawing/2014/main" id="{275E6845-0AD7-3A0A-42EE-C418AF6B41D9}"/>
              </a:ext>
            </a:extLst>
          </p:cNvPr>
          <p:cNvSpPr txBox="1"/>
          <p:nvPr/>
        </p:nvSpPr>
        <p:spPr>
          <a:xfrm>
            <a:off x="6744072" y="1916832"/>
            <a:ext cx="3600400" cy="1938992"/>
          </a:xfrm>
          <a:prstGeom prst="rect">
            <a:avLst/>
          </a:prstGeom>
          <a:noFill/>
        </p:spPr>
        <p:txBody>
          <a:bodyPr wrap="square" rtlCol="0">
            <a:spAutoFit/>
          </a:bodyPr>
          <a:lstStyle/>
          <a:p>
            <a:r>
              <a:rPr lang="zh-CN" altLang="en-US" sz="2400" dirty="0"/>
              <a:t>第</a:t>
            </a:r>
            <a:r>
              <a:rPr lang="en-US" altLang="zh-CN" sz="2400" dirty="0"/>
              <a:t>3-6</a:t>
            </a:r>
            <a:r>
              <a:rPr lang="zh-CN" altLang="en-US" sz="2400" dirty="0"/>
              <a:t>行：</a:t>
            </a:r>
            <a:r>
              <a:rPr lang="en-US" altLang="zh-CN" sz="2400" dirty="0"/>
              <a:t>O(1)</a:t>
            </a:r>
          </a:p>
          <a:p>
            <a:r>
              <a:rPr lang="zh-CN" altLang="en-US" sz="2400" dirty="0"/>
              <a:t>第</a:t>
            </a:r>
            <a:r>
              <a:rPr lang="en-US" altLang="zh-CN" sz="2400" dirty="0"/>
              <a:t>7-9</a:t>
            </a:r>
            <a:r>
              <a:rPr lang="zh-CN" altLang="en-US" sz="2400" dirty="0"/>
              <a:t>行：最多执行</a:t>
            </a:r>
            <a:r>
              <a:rPr lang="en-US" altLang="zh-CN" sz="2400" dirty="0"/>
              <a:t>n-pos</a:t>
            </a:r>
            <a:r>
              <a:rPr lang="zh-CN" altLang="en-US" sz="2400" dirty="0"/>
              <a:t>次，</a:t>
            </a:r>
            <a:r>
              <a:rPr lang="en-US" altLang="zh-CN" sz="2400" dirty="0"/>
              <a:t> O(n)</a:t>
            </a:r>
          </a:p>
          <a:p>
            <a:r>
              <a:rPr lang="zh-CN" altLang="en-US" sz="2400" dirty="0"/>
              <a:t>在给定位置插入时间复杂度为</a:t>
            </a:r>
            <a:r>
              <a:rPr lang="en-US" altLang="zh-CN" sz="2400" dirty="0"/>
              <a:t>O(n)</a:t>
            </a:r>
            <a:endParaRPr lang="zh-CN" altLang="en-US" sz="2400" dirty="0"/>
          </a:p>
        </p:txBody>
      </p:sp>
      <p:sp>
        <p:nvSpPr>
          <p:cNvPr id="2" name="灯片编号占位符 1">
            <a:extLst>
              <a:ext uri="{FF2B5EF4-FFF2-40B4-BE49-F238E27FC236}">
                <a16:creationId xmlns:a16="http://schemas.microsoft.com/office/drawing/2014/main" id="{804ABA2A-62C7-3282-48DB-FD9155B7C521}"/>
              </a:ext>
            </a:extLst>
          </p:cNvPr>
          <p:cNvSpPr>
            <a:spLocks noGrp="1"/>
          </p:cNvSpPr>
          <p:nvPr>
            <p:ph type="sldNum" sz="quarter" idx="12"/>
          </p:nvPr>
        </p:nvSpPr>
        <p:spPr/>
        <p:txBody>
          <a:bodyPr/>
          <a:lstStyle/>
          <a:p>
            <a:pPr>
              <a:defRPr/>
            </a:pPr>
            <a:fld id="{7C4E558B-5425-6346-B896-72F904F12E77}" type="slidenum">
              <a:rPr lang="en-US" altLang="zh-CN" smtClean="0"/>
              <a:pPr>
                <a:defRPr/>
              </a:pPr>
              <a:t>35</a:t>
            </a:fld>
            <a:endParaRPr lang="zh-CN" altLang="en-US" dirty="0"/>
          </a:p>
        </p:txBody>
      </p:sp>
      <p:sp>
        <p:nvSpPr>
          <p:cNvPr id="5" name="标题 1">
            <a:extLst>
              <a:ext uri="{FF2B5EF4-FFF2-40B4-BE49-F238E27FC236}">
                <a16:creationId xmlns:a16="http://schemas.microsoft.com/office/drawing/2014/main" id="{F3C2A7FE-8F1B-B784-9176-F7318398FC09}"/>
              </a:ext>
            </a:extLst>
          </p:cNvPr>
          <p:cNvSpPr>
            <a:spLocks noGrp="1"/>
          </p:cNvSpPr>
          <p:nvPr>
            <p:ph type="title"/>
          </p:nvPr>
        </p:nvSpPr>
        <p:spPr>
          <a:xfrm>
            <a:off x="409303" y="144940"/>
            <a:ext cx="8955360" cy="677863"/>
          </a:xfrm>
        </p:spPr>
        <p:txBody>
          <a:bodyPr/>
          <a:lstStyle/>
          <a:p>
            <a:pPr algn="l"/>
            <a:r>
              <a:rPr lang="en-US" altLang="zh-CN" dirty="0">
                <a:latin typeface="黑体" panose="02010609060101010101" pitchFamily="49" charset="-122"/>
              </a:rPr>
              <a:t>11.5.2</a:t>
            </a:r>
            <a:r>
              <a:rPr lang="zh-CN" altLang="en-US" dirty="0">
                <a:latin typeface="黑体" panose="02010609060101010101" pitchFamily="49" charset="-122"/>
              </a:rPr>
              <a:t>在给定位置插入和删除</a:t>
            </a:r>
            <a:r>
              <a:rPr lang="en-US" altLang="zh-CN" dirty="0">
                <a:latin typeface="黑体" panose="02010609060101010101" pitchFamily="49" charset="-122"/>
              </a:rPr>
              <a:t>——</a:t>
            </a:r>
            <a:r>
              <a:rPr lang="zh-CN" altLang="en-US" dirty="0">
                <a:latin typeface="黑体" panose="02010609060101010101" pitchFamily="49" charset="-122"/>
              </a:rPr>
              <a:t>插入数</a:t>
            </a:r>
          </a:p>
        </p:txBody>
      </p:sp>
      <p:sp>
        <p:nvSpPr>
          <p:cNvPr id="8" name="文本框 7">
            <a:extLst>
              <a:ext uri="{FF2B5EF4-FFF2-40B4-BE49-F238E27FC236}">
                <a16:creationId xmlns:a16="http://schemas.microsoft.com/office/drawing/2014/main" id="{3B8A5A58-0C72-462D-94D2-85CE4024622F}"/>
              </a:ext>
            </a:extLst>
          </p:cNvPr>
          <p:cNvSpPr txBox="1"/>
          <p:nvPr/>
        </p:nvSpPr>
        <p:spPr>
          <a:xfrm>
            <a:off x="8028867" y="4005064"/>
            <a:ext cx="2448272" cy="830997"/>
          </a:xfrm>
          <a:prstGeom prst="rect">
            <a:avLst/>
          </a:prstGeom>
          <a:noFill/>
        </p:spPr>
        <p:txBody>
          <a:bodyPr wrap="square" rtlCol="0">
            <a:spAutoFit/>
          </a:bodyPr>
          <a:lstStyle/>
          <a:p>
            <a:r>
              <a:rPr lang="zh-CN" altLang="en-US" sz="2400" dirty="0">
                <a:solidFill>
                  <a:srgbClr val="FF0000"/>
                </a:solidFill>
              </a:rPr>
              <a:t>平均复杂度如何分析？</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00C5DD25-9C68-4DAD-BCEE-BC78B7E75292}"/>
                  </a:ext>
                </a:extLst>
              </p:cNvPr>
              <p:cNvSpPr txBox="1"/>
              <p:nvPr/>
            </p:nvSpPr>
            <p:spPr>
              <a:xfrm>
                <a:off x="7968208" y="5008091"/>
                <a:ext cx="3096344" cy="911788"/>
              </a:xfrm>
              <a:prstGeom prst="rect">
                <a:avLst/>
              </a:prstGeom>
              <a:noFill/>
            </p:spPr>
            <p:txBody>
              <a:bodyPr wrap="square" rtlCol="0">
                <a:spAutoFit/>
              </a:bodyPr>
              <a:lstStyle/>
              <a:p>
                <a:r>
                  <a:rPr lang="zh-CN" altLang="en-US" dirty="0"/>
                  <a:t>所有可能的</a:t>
                </a:r>
                <a:r>
                  <a:rPr lang="en-US" altLang="zh-CN" dirty="0"/>
                  <a:t>pos</a:t>
                </a:r>
                <a:r>
                  <a:rPr lang="zh-CN" altLang="en-US" dirty="0"/>
                  <a:t>位置</a:t>
                </a:r>
                <a:r>
                  <a:rPr lang="en-US" altLang="zh-CN" dirty="0"/>
                  <a:t>0,…,n</a:t>
                </a:r>
              </a:p>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𝑛</m:t>
                          </m:r>
                          <m:r>
                            <a:rPr lang="en-US" altLang="zh-CN" b="0" i="1" smtClean="0">
                              <a:latin typeface="Cambria Math" panose="02040503050406030204" pitchFamily="18" charset="0"/>
                            </a:rPr>
                            <m:t>+1</m:t>
                          </m:r>
                        </m:den>
                      </m:f>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+…+0</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/2</m:t>
                      </m:r>
                    </m:oMath>
                  </m:oMathPara>
                </a14:m>
                <a:endParaRPr lang="zh-CN" altLang="en-US" dirty="0"/>
              </a:p>
            </p:txBody>
          </p:sp>
        </mc:Choice>
        <mc:Fallback xmlns="">
          <p:sp>
            <p:nvSpPr>
              <p:cNvPr id="9" name="文本框 8">
                <a:extLst>
                  <a:ext uri="{FF2B5EF4-FFF2-40B4-BE49-F238E27FC236}">
                    <a16:creationId xmlns:a16="http://schemas.microsoft.com/office/drawing/2014/main" id="{00C5DD25-9C68-4DAD-BCEE-BC78B7E75292}"/>
                  </a:ext>
                </a:extLst>
              </p:cNvPr>
              <p:cNvSpPr txBox="1">
                <a:spLocks noRot="1" noChangeAspect="1" noMove="1" noResize="1" noEditPoints="1" noAdjustHandles="1" noChangeArrowheads="1" noChangeShapeType="1" noTextEdit="1"/>
              </p:cNvSpPr>
              <p:nvPr/>
            </p:nvSpPr>
            <p:spPr>
              <a:xfrm>
                <a:off x="7968208" y="5008091"/>
                <a:ext cx="3096344" cy="911788"/>
              </a:xfrm>
              <a:prstGeom prst="rect">
                <a:avLst/>
              </a:prstGeom>
              <a:blipFill>
                <a:blip r:embed="rId2"/>
                <a:stretch>
                  <a:fillRect l="-1575" t="-5369"/>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CFC68B95-60A6-47F1-B66F-CA58333E113D}"/>
              </a:ext>
            </a:extLst>
          </p:cNvPr>
          <p:cNvSpPr txBox="1"/>
          <p:nvPr/>
        </p:nvSpPr>
        <p:spPr>
          <a:xfrm>
            <a:off x="5114367" y="6165303"/>
            <a:ext cx="2724955" cy="646331"/>
          </a:xfrm>
          <a:prstGeom prst="rect">
            <a:avLst/>
          </a:prstGeom>
          <a:noFill/>
        </p:spPr>
        <p:txBody>
          <a:bodyPr wrap="square" rtlCol="0">
            <a:spAutoFit/>
          </a:bodyPr>
          <a:lstStyle/>
          <a:p>
            <a:r>
              <a:rPr lang="zh-CN" altLang="en-US" dirty="0">
                <a:solidFill>
                  <a:srgbClr val="FF0000"/>
                </a:solidFill>
                <a:highlight>
                  <a:srgbClr val="FFFFFF"/>
                </a:highlight>
                <a:latin typeface="Consolas" panose="020B0609020204030204" pitchFamily="49" charset="0"/>
              </a:rPr>
              <a:t>如果</a:t>
            </a:r>
            <a:r>
              <a:rPr lang="en-US" altLang="zh-CN" dirty="0">
                <a:solidFill>
                  <a:srgbClr val="FF0000"/>
                </a:solidFill>
                <a:highlight>
                  <a:srgbClr val="FFFFFF"/>
                </a:highlight>
                <a:latin typeface="Consolas" panose="020B0609020204030204" pitchFamily="49" charset="0"/>
              </a:rPr>
              <a:t>n&gt;=100</a:t>
            </a:r>
            <a:r>
              <a:rPr lang="zh-CN" altLang="en-US" dirty="0">
                <a:solidFill>
                  <a:srgbClr val="FF0000"/>
                </a:solidFill>
                <a:highlight>
                  <a:srgbClr val="FFFFFF"/>
                </a:highlight>
                <a:latin typeface="Consolas" panose="020B0609020204030204" pitchFamily="49" charset="0"/>
              </a:rPr>
              <a:t>会发生什么？如何处理？</a:t>
            </a:r>
            <a:endParaRPr lang="zh-CN" altLang="en-US" dirty="0">
              <a:solidFill>
                <a:srgbClr val="FF0000"/>
              </a:solidFill>
            </a:endParaRPr>
          </a:p>
        </p:txBody>
      </p:sp>
    </p:spTree>
    <p:extLst>
      <p:ext uri="{BB962C8B-B14F-4D97-AF65-F5344CB8AC3E}">
        <p14:creationId xmlns:p14="http://schemas.microsoft.com/office/powerpoint/2010/main" val="1067323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04ABA2A-62C7-3282-48DB-FD9155B7C521}"/>
              </a:ext>
            </a:extLst>
          </p:cNvPr>
          <p:cNvSpPr>
            <a:spLocks noGrp="1"/>
          </p:cNvSpPr>
          <p:nvPr>
            <p:ph type="sldNum" sz="quarter" idx="12"/>
          </p:nvPr>
        </p:nvSpPr>
        <p:spPr/>
        <p:txBody>
          <a:bodyPr/>
          <a:lstStyle/>
          <a:p>
            <a:pPr>
              <a:defRPr/>
            </a:pPr>
            <a:fld id="{7C4E558B-5425-6346-B896-72F904F12E77}" type="slidenum">
              <a:rPr lang="en-US" altLang="zh-CN" smtClean="0"/>
              <a:pPr>
                <a:defRPr/>
              </a:pPr>
              <a:t>36</a:t>
            </a:fld>
            <a:endParaRPr lang="zh-CN" altLang="en-US" dirty="0"/>
          </a:p>
        </p:txBody>
      </p:sp>
      <p:sp>
        <p:nvSpPr>
          <p:cNvPr id="5" name="标题 1">
            <a:extLst>
              <a:ext uri="{FF2B5EF4-FFF2-40B4-BE49-F238E27FC236}">
                <a16:creationId xmlns:a16="http://schemas.microsoft.com/office/drawing/2014/main" id="{F3C2A7FE-8F1B-B784-9176-F7318398FC09}"/>
              </a:ext>
            </a:extLst>
          </p:cNvPr>
          <p:cNvSpPr>
            <a:spLocks noGrp="1"/>
          </p:cNvSpPr>
          <p:nvPr>
            <p:ph type="title"/>
          </p:nvPr>
        </p:nvSpPr>
        <p:spPr>
          <a:xfrm>
            <a:off x="409303" y="144940"/>
            <a:ext cx="8955360" cy="677863"/>
          </a:xfrm>
        </p:spPr>
        <p:txBody>
          <a:bodyPr/>
          <a:lstStyle/>
          <a:p>
            <a:pPr algn="l"/>
            <a:r>
              <a:rPr lang="en-US" altLang="zh-CN" dirty="0">
                <a:latin typeface="黑体" panose="02010609060101010101" pitchFamily="49" charset="-122"/>
              </a:rPr>
              <a:t>11.5.2</a:t>
            </a:r>
            <a:r>
              <a:rPr lang="zh-CN" altLang="en-US" dirty="0">
                <a:latin typeface="黑体" panose="02010609060101010101" pitchFamily="49" charset="-122"/>
              </a:rPr>
              <a:t>在给定位置插入和删除</a:t>
            </a:r>
            <a:r>
              <a:rPr lang="en-US" altLang="zh-CN" dirty="0">
                <a:latin typeface="黑体" panose="02010609060101010101" pitchFamily="49" charset="-122"/>
              </a:rPr>
              <a:t>——</a:t>
            </a:r>
            <a:r>
              <a:rPr lang="zh-CN" altLang="en-US" dirty="0">
                <a:latin typeface="黑体" panose="02010609060101010101" pitchFamily="49" charset="-122"/>
              </a:rPr>
              <a:t>插入数</a:t>
            </a:r>
          </a:p>
        </p:txBody>
      </p:sp>
      <p:sp>
        <p:nvSpPr>
          <p:cNvPr id="8" name="文本框 7">
            <a:extLst>
              <a:ext uri="{FF2B5EF4-FFF2-40B4-BE49-F238E27FC236}">
                <a16:creationId xmlns:a16="http://schemas.microsoft.com/office/drawing/2014/main" id="{F1499C84-EDD7-4EE9-BF39-15FA9C7BC448}"/>
              </a:ext>
            </a:extLst>
          </p:cNvPr>
          <p:cNvSpPr txBox="1"/>
          <p:nvPr/>
        </p:nvSpPr>
        <p:spPr>
          <a:xfrm>
            <a:off x="695400" y="1327620"/>
            <a:ext cx="9577065" cy="5262979"/>
          </a:xfrm>
          <a:prstGeom prst="rect">
            <a:avLst/>
          </a:prstGeom>
          <a:noFill/>
        </p:spPr>
        <p:txBody>
          <a:bodyPr wrap="square">
            <a:spAutoFit/>
          </a:bodyPr>
          <a:lstStyle/>
          <a:p>
            <a:pPr algn="l">
              <a:buFont typeface="+mj-lt"/>
              <a:buAutoNum type="arabicPeriod"/>
            </a:pPr>
            <a:r>
              <a:rPr lang="en-US" altLang="zh-CN" sz="1600" dirty="0">
                <a:solidFill>
                  <a:srgbClr val="808080"/>
                </a:solidFill>
                <a:highlight>
                  <a:srgbClr val="FFFFFF"/>
                </a:highlight>
                <a:latin typeface="Consolas" panose="020B0609020204030204" pitchFamily="49" charset="0"/>
              </a:rPr>
              <a:t>#include &lt;</a:t>
            </a:r>
            <a:r>
              <a:rPr lang="en-US" altLang="zh-CN" sz="1600" dirty="0" err="1">
                <a:solidFill>
                  <a:srgbClr val="808080"/>
                </a:solidFill>
                <a:highlight>
                  <a:srgbClr val="FFFFFF"/>
                </a:highlight>
                <a:latin typeface="Consolas" panose="020B0609020204030204" pitchFamily="49" charset="0"/>
              </a:rPr>
              <a:t>stdio.h</a:t>
            </a:r>
            <a:r>
              <a:rPr lang="en-US" altLang="zh-CN" sz="1600" dirty="0">
                <a:solidFill>
                  <a:srgbClr val="808080"/>
                </a:solidFill>
                <a:highlight>
                  <a:srgbClr val="FFFFFF"/>
                </a:highlight>
                <a:latin typeface="Consolas" panose="020B0609020204030204" pitchFamily="49" charset="0"/>
              </a:rPr>
              <a:t>&gt;</a:t>
            </a:r>
            <a:r>
              <a:rPr lang="en-US" altLang="zh-CN" sz="1600" dirty="0">
                <a:solidFill>
                  <a:srgbClr val="000000"/>
                </a:solidFill>
                <a:highlight>
                  <a:srgbClr val="FFFFFF"/>
                </a:highlight>
                <a:latin typeface="Consolas" panose="020B0609020204030204" pitchFamily="49" charset="0"/>
              </a:rPr>
              <a:t>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b="1" dirty="0">
                <a:solidFill>
                  <a:srgbClr val="006699"/>
                </a:solidFill>
                <a:highlight>
                  <a:srgbClr val="F8F8F8"/>
                </a:highlight>
                <a:latin typeface="Consolas" panose="020B0609020204030204" pitchFamily="49" charset="0"/>
              </a:rPr>
              <a:t>int</a:t>
            </a:r>
            <a:r>
              <a:rPr lang="en-US" altLang="zh-CN" sz="1600" dirty="0">
                <a:solidFill>
                  <a:srgbClr val="000000"/>
                </a:solidFill>
                <a:highlight>
                  <a:srgbClr val="F8F8F8"/>
                </a:highlight>
                <a:latin typeface="Consolas" panose="020B0609020204030204" pitchFamily="49" charset="0"/>
              </a:rPr>
              <a:t> </a:t>
            </a:r>
            <a:r>
              <a:rPr lang="en-US" altLang="zh-CN" sz="1600" dirty="0" err="1">
                <a:solidFill>
                  <a:srgbClr val="000000"/>
                </a:solidFill>
                <a:highlight>
                  <a:srgbClr val="F8F8F8"/>
                </a:highlight>
                <a:latin typeface="Consolas" panose="020B0609020204030204" pitchFamily="49" charset="0"/>
              </a:rPr>
              <a:t>insert_at_position</a:t>
            </a:r>
            <a:r>
              <a:rPr lang="en-US" altLang="zh-CN" sz="1600" dirty="0">
                <a:solidFill>
                  <a:srgbClr val="000000"/>
                </a:solidFill>
                <a:highlight>
                  <a:srgbClr val="F8F8F8"/>
                </a:highlight>
                <a:latin typeface="Consolas" panose="020B0609020204030204" pitchFamily="49" charset="0"/>
              </a:rPr>
              <a:t>(</a:t>
            </a:r>
            <a:r>
              <a:rPr lang="en-US" altLang="zh-CN" sz="1600" b="1" dirty="0">
                <a:solidFill>
                  <a:srgbClr val="2E8B57"/>
                </a:solidFill>
                <a:highlight>
                  <a:srgbClr val="F8F8F8"/>
                </a:highlight>
                <a:latin typeface="Consolas" panose="020B0609020204030204" pitchFamily="49" charset="0"/>
              </a:rPr>
              <a:t>int</a:t>
            </a:r>
            <a:r>
              <a:rPr lang="en-US" altLang="zh-CN" sz="1600" dirty="0">
                <a:solidFill>
                  <a:srgbClr val="000000"/>
                </a:solidFill>
                <a:highlight>
                  <a:srgbClr val="F8F8F8"/>
                </a:highlight>
                <a:latin typeface="Consolas" panose="020B0609020204030204" pitchFamily="49" charset="0"/>
              </a:rPr>
              <a:t> </a:t>
            </a:r>
            <a:r>
              <a:rPr lang="en-US" altLang="zh-CN" sz="1600" dirty="0" err="1">
                <a:solidFill>
                  <a:srgbClr val="000000"/>
                </a:solidFill>
                <a:highlight>
                  <a:srgbClr val="F8F8F8"/>
                </a:highlight>
                <a:latin typeface="Consolas" panose="020B0609020204030204" pitchFamily="49" charset="0"/>
              </a:rPr>
              <a:t>arr</a:t>
            </a:r>
            <a:r>
              <a:rPr lang="en-US" altLang="zh-CN" sz="1600" dirty="0">
                <a:solidFill>
                  <a:srgbClr val="000000"/>
                </a:solidFill>
                <a:highlight>
                  <a:srgbClr val="F8F8F8"/>
                </a:highlight>
                <a:latin typeface="Consolas" panose="020B0609020204030204" pitchFamily="49" charset="0"/>
              </a:rPr>
              <a:t>[], </a:t>
            </a:r>
            <a:r>
              <a:rPr lang="en-US" altLang="zh-CN" sz="1600" b="1" dirty="0">
                <a:solidFill>
                  <a:srgbClr val="2E8B57"/>
                </a:solidFill>
                <a:highlight>
                  <a:srgbClr val="F8F8F8"/>
                </a:highlight>
                <a:latin typeface="Consolas" panose="020B0609020204030204" pitchFamily="49" charset="0"/>
              </a:rPr>
              <a:t>int</a:t>
            </a:r>
            <a:r>
              <a:rPr lang="en-US" altLang="zh-CN" sz="1600" dirty="0">
                <a:solidFill>
                  <a:srgbClr val="000000"/>
                </a:solidFill>
                <a:highlight>
                  <a:srgbClr val="F8F8F8"/>
                </a:highlight>
                <a:latin typeface="Consolas" panose="020B0609020204030204" pitchFamily="49" charset="0"/>
              </a:rPr>
              <a:t> n, </a:t>
            </a:r>
            <a:r>
              <a:rPr lang="en-US" altLang="zh-CN" sz="1600" b="1" dirty="0">
                <a:solidFill>
                  <a:srgbClr val="2E8B57"/>
                </a:solidFill>
                <a:highlight>
                  <a:srgbClr val="F8F8F8"/>
                </a:highlight>
                <a:latin typeface="Consolas" panose="020B0609020204030204" pitchFamily="49" charset="0"/>
              </a:rPr>
              <a:t>int</a:t>
            </a:r>
            <a:r>
              <a:rPr lang="en-US" altLang="zh-CN" sz="1600" dirty="0">
                <a:solidFill>
                  <a:srgbClr val="000000"/>
                </a:solidFill>
                <a:highlight>
                  <a:srgbClr val="F8F8F8"/>
                </a:highlight>
                <a:latin typeface="Consolas" panose="020B0609020204030204" pitchFamily="49" charset="0"/>
              </a:rPr>
              <a:t> pos, </a:t>
            </a:r>
            <a:r>
              <a:rPr lang="en-US" altLang="zh-CN" sz="1600" b="1" dirty="0">
                <a:solidFill>
                  <a:srgbClr val="2E8B57"/>
                </a:solidFill>
                <a:highlight>
                  <a:srgbClr val="F8F8F8"/>
                </a:highlight>
                <a:latin typeface="Consolas" panose="020B0609020204030204" pitchFamily="49" charset="0"/>
              </a:rPr>
              <a:t>int</a:t>
            </a:r>
            <a:r>
              <a:rPr lang="en-US" altLang="zh-CN" sz="1600" dirty="0">
                <a:solidFill>
                  <a:srgbClr val="000000"/>
                </a:solidFill>
                <a:highlight>
                  <a:srgbClr val="F8F8F8"/>
                </a:highlight>
                <a:latin typeface="Consolas" panose="020B0609020204030204" pitchFamily="49" charset="0"/>
              </a:rPr>
              <a:t> value) {  </a:t>
            </a:r>
            <a:endParaRPr lang="en-US" altLang="zh-CN" sz="1600" dirty="0">
              <a:solidFill>
                <a:srgbClr val="5C5C5C"/>
              </a:solidFill>
              <a:highlight>
                <a:srgbClr val="F8F8F8"/>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a:t>
            </a:r>
            <a:r>
              <a:rPr lang="en-US" altLang="zh-CN" sz="1600" b="1" dirty="0">
                <a:solidFill>
                  <a:srgbClr val="006699"/>
                </a:solidFill>
                <a:highlight>
                  <a:srgbClr val="FFFFFF"/>
                </a:highlight>
                <a:latin typeface="Consolas" panose="020B0609020204030204" pitchFamily="49" charset="0"/>
              </a:rPr>
              <a:t>if</a:t>
            </a:r>
            <a:r>
              <a:rPr lang="en-US" altLang="zh-CN" sz="1600" dirty="0">
                <a:solidFill>
                  <a:srgbClr val="000000"/>
                </a:solidFill>
                <a:highlight>
                  <a:srgbClr val="FFFFFF"/>
                </a:highlight>
                <a:latin typeface="Consolas" panose="020B0609020204030204" pitchFamily="49" charset="0"/>
              </a:rPr>
              <a:t> (pos &gt; n || pos &lt; 0) {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a:t>
            </a:r>
            <a:r>
              <a:rPr lang="en-US" altLang="zh-CN" sz="1600" dirty="0" err="1">
                <a:solidFill>
                  <a:srgbClr val="000000"/>
                </a:solidFill>
                <a:highlight>
                  <a:srgbClr val="F8F8F8"/>
                </a:highlight>
                <a:latin typeface="Consolas" panose="020B0609020204030204" pitchFamily="49" charset="0"/>
              </a:rPr>
              <a:t>printf</a:t>
            </a:r>
            <a:r>
              <a:rPr lang="en-US" altLang="zh-CN" sz="1600" dirty="0">
                <a:solidFill>
                  <a:srgbClr val="000000"/>
                </a:solidFill>
                <a:highlight>
                  <a:srgbClr val="F8F8F8"/>
                </a:highlight>
                <a:latin typeface="Consolas" panose="020B0609020204030204" pitchFamily="49" charset="0"/>
              </a:rPr>
              <a:t>(</a:t>
            </a:r>
            <a:r>
              <a:rPr lang="en-US" altLang="zh-CN" sz="1600" dirty="0">
                <a:solidFill>
                  <a:srgbClr val="0000FF"/>
                </a:solidFill>
                <a:highlight>
                  <a:srgbClr val="F8F8F8"/>
                </a:highlight>
                <a:latin typeface="Consolas" panose="020B0609020204030204" pitchFamily="49" charset="0"/>
              </a:rPr>
              <a:t>"Invalid position\n"</a:t>
            </a:r>
            <a:r>
              <a:rPr lang="en-US" altLang="zh-CN" sz="1600" dirty="0">
                <a:solidFill>
                  <a:srgbClr val="000000"/>
                </a:solidFill>
                <a:highlight>
                  <a:srgbClr val="F8F8F8"/>
                </a:highlight>
                <a:latin typeface="Consolas" panose="020B0609020204030204" pitchFamily="49" charset="0"/>
              </a:rPr>
              <a:t>);  </a:t>
            </a:r>
            <a:endParaRPr lang="en-US" altLang="zh-CN" sz="1600" dirty="0">
              <a:solidFill>
                <a:srgbClr val="5C5C5C"/>
              </a:solidFill>
              <a:highlight>
                <a:srgbClr val="F8F8F8"/>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a:t>
            </a:r>
            <a:r>
              <a:rPr lang="en-US" altLang="zh-CN" sz="1600" b="1" dirty="0">
                <a:solidFill>
                  <a:srgbClr val="006699"/>
                </a:solidFill>
                <a:highlight>
                  <a:srgbClr val="FFFFFF"/>
                </a:highlight>
                <a:latin typeface="Consolas" panose="020B0609020204030204" pitchFamily="49" charset="0"/>
              </a:rPr>
              <a:t>return </a:t>
            </a:r>
            <a:r>
              <a:rPr lang="en-US" altLang="zh-CN" sz="1600" b="1" dirty="0">
                <a:highlight>
                  <a:srgbClr val="FFFFFF"/>
                </a:highlight>
                <a:latin typeface="Consolas" panose="020B0609020204030204" pitchFamily="49" charset="0"/>
              </a:rPr>
              <a:t>n</a:t>
            </a:r>
            <a:r>
              <a:rPr lang="en-US" altLang="zh-CN" sz="1600" dirty="0">
                <a:solidFill>
                  <a:srgbClr val="000000"/>
                </a:solidFill>
                <a:highlight>
                  <a:srgbClr val="FFFFFF"/>
                </a:highlight>
                <a:latin typeface="Consolas" panose="020B0609020204030204" pitchFamily="49" charset="0"/>
              </a:rPr>
              <a:t>;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  </a:t>
            </a:r>
            <a:endParaRPr lang="en-US" altLang="zh-CN" sz="1600" dirty="0">
              <a:solidFill>
                <a:srgbClr val="5C5C5C"/>
              </a:solidFill>
              <a:highlight>
                <a:srgbClr val="F8F8F8"/>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a:t>
            </a:r>
            <a:r>
              <a:rPr lang="en-US" altLang="zh-CN" sz="1600" b="1" dirty="0">
                <a:solidFill>
                  <a:srgbClr val="006699"/>
                </a:solidFill>
                <a:highlight>
                  <a:srgbClr val="FFFFFF"/>
                </a:highlight>
                <a:latin typeface="Consolas" panose="020B0609020204030204" pitchFamily="49" charset="0"/>
              </a:rPr>
              <a:t>for</a:t>
            </a:r>
            <a:r>
              <a:rPr lang="en-US" altLang="zh-CN" sz="1600" dirty="0">
                <a:solidFill>
                  <a:srgbClr val="000000"/>
                </a:solidFill>
                <a:highlight>
                  <a:srgbClr val="FFFFFF"/>
                </a:highlight>
                <a:latin typeface="Consolas" panose="020B0609020204030204" pitchFamily="49" charset="0"/>
              </a:rPr>
              <a:t> (</a:t>
            </a:r>
            <a:r>
              <a:rPr lang="en-US" altLang="zh-CN" sz="1600" b="1" dirty="0">
                <a:solidFill>
                  <a:srgbClr val="2E8B57"/>
                </a:solidFill>
                <a:highlight>
                  <a:srgbClr val="FFFFFF"/>
                </a:highlight>
                <a:latin typeface="Consolas" panose="020B0609020204030204" pitchFamily="49" charset="0"/>
              </a:rPr>
              <a:t>int</a:t>
            </a:r>
            <a:r>
              <a:rPr lang="en-US" altLang="zh-CN" sz="1600" dirty="0">
                <a:solidFill>
                  <a:srgbClr val="000000"/>
                </a:solidFill>
                <a:highlight>
                  <a:srgbClr val="FFFFFF"/>
                </a:highlight>
                <a:latin typeface="Consolas" panose="020B0609020204030204" pitchFamily="49" charset="0"/>
              </a:rPr>
              <a:t> </a:t>
            </a:r>
            <a:r>
              <a:rPr lang="en-US" altLang="zh-CN" sz="1600" dirty="0" err="1">
                <a:solidFill>
                  <a:srgbClr val="000000"/>
                </a:solidFill>
                <a:highlight>
                  <a:srgbClr val="FFFFFF"/>
                </a:highlight>
                <a:latin typeface="Consolas" panose="020B0609020204030204" pitchFamily="49" charset="0"/>
              </a:rPr>
              <a:t>i</a:t>
            </a:r>
            <a:r>
              <a:rPr lang="en-US" altLang="zh-CN" sz="1600" dirty="0">
                <a:solidFill>
                  <a:srgbClr val="000000"/>
                </a:solidFill>
                <a:highlight>
                  <a:srgbClr val="FFFFFF"/>
                </a:highlight>
                <a:latin typeface="Consolas" panose="020B0609020204030204" pitchFamily="49" charset="0"/>
              </a:rPr>
              <a:t> = n; </a:t>
            </a:r>
            <a:r>
              <a:rPr lang="en-US" altLang="zh-CN" sz="1600" dirty="0" err="1">
                <a:solidFill>
                  <a:srgbClr val="000000"/>
                </a:solidFill>
                <a:highlight>
                  <a:srgbClr val="FFFFFF"/>
                </a:highlight>
                <a:latin typeface="Consolas" panose="020B0609020204030204" pitchFamily="49" charset="0"/>
              </a:rPr>
              <a:t>i</a:t>
            </a:r>
            <a:r>
              <a:rPr lang="en-US" altLang="zh-CN" sz="1600" dirty="0">
                <a:solidFill>
                  <a:srgbClr val="000000"/>
                </a:solidFill>
                <a:highlight>
                  <a:srgbClr val="FFFFFF"/>
                </a:highlight>
                <a:latin typeface="Consolas" panose="020B0609020204030204" pitchFamily="49" charset="0"/>
              </a:rPr>
              <a:t> &gt; pos; </a:t>
            </a:r>
            <a:r>
              <a:rPr lang="en-US" altLang="zh-CN" sz="1600" dirty="0" err="1">
                <a:solidFill>
                  <a:srgbClr val="000000"/>
                </a:solidFill>
                <a:highlight>
                  <a:srgbClr val="FFFFFF"/>
                </a:highlight>
                <a:latin typeface="Consolas" panose="020B0609020204030204" pitchFamily="49" charset="0"/>
              </a:rPr>
              <a:t>i</a:t>
            </a:r>
            <a:r>
              <a:rPr lang="en-US" altLang="zh-CN" sz="1600" dirty="0">
                <a:solidFill>
                  <a:srgbClr val="000000"/>
                </a:solidFill>
                <a:highlight>
                  <a:srgbClr val="FFFFFF"/>
                </a:highlight>
                <a:latin typeface="Consolas" panose="020B0609020204030204" pitchFamily="49" charset="0"/>
              </a:rPr>
              <a:t>--) {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a:t>
            </a:r>
            <a:r>
              <a:rPr lang="en-US" altLang="zh-CN" sz="1600" dirty="0" err="1">
                <a:solidFill>
                  <a:srgbClr val="000000"/>
                </a:solidFill>
                <a:highlight>
                  <a:srgbClr val="F8F8F8"/>
                </a:highlight>
                <a:latin typeface="Consolas" panose="020B0609020204030204" pitchFamily="49" charset="0"/>
              </a:rPr>
              <a:t>arr</a:t>
            </a:r>
            <a:r>
              <a:rPr lang="en-US" altLang="zh-CN" sz="1600" dirty="0">
                <a:solidFill>
                  <a:srgbClr val="000000"/>
                </a:solidFill>
                <a:highlight>
                  <a:srgbClr val="F8F8F8"/>
                </a:highlight>
                <a:latin typeface="Consolas" panose="020B0609020204030204" pitchFamily="49" charset="0"/>
              </a:rPr>
              <a:t>[</a:t>
            </a:r>
            <a:r>
              <a:rPr lang="en-US" altLang="zh-CN" sz="1600" dirty="0" err="1">
                <a:solidFill>
                  <a:srgbClr val="000000"/>
                </a:solidFill>
                <a:highlight>
                  <a:srgbClr val="F8F8F8"/>
                </a:highlight>
                <a:latin typeface="Consolas" panose="020B0609020204030204" pitchFamily="49" charset="0"/>
              </a:rPr>
              <a:t>i</a:t>
            </a:r>
            <a:r>
              <a:rPr lang="en-US" altLang="zh-CN" sz="1600" dirty="0">
                <a:solidFill>
                  <a:srgbClr val="000000"/>
                </a:solidFill>
                <a:highlight>
                  <a:srgbClr val="F8F8F8"/>
                </a:highlight>
                <a:latin typeface="Consolas" panose="020B0609020204030204" pitchFamily="49" charset="0"/>
              </a:rPr>
              <a:t>] = </a:t>
            </a:r>
            <a:r>
              <a:rPr lang="en-US" altLang="zh-CN" sz="1600" dirty="0" err="1">
                <a:solidFill>
                  <a:srgbClr val="000000"/>
                </a:solidFill>
                <a:highlight>
                  <a:srgbClr val="F8F8F8"/>
                </a:highlight>
                <a:latin typeface="Consolas" panose="020B0609020204030204" pitchFamily="49" charset="0"/>
              </a:rPr>
              <a:t>arr</a:t>
            </a:r>
            <a:r>
              <a:rPr lang="en-US" altLang="zh-CN" sz="1600" dirty="0">
                <a:solidFill>
                  <a:srgbClr val="000000"/>
                </a:solidFill>
                <a:highlight>
                  <a:srgbClr val="F8F8F8"/>
                </a:highlight>
                <a:latin typeface="Consolas" panose="020B0609020204030204" pitchFamily="49" charset="0"/>
              </a:rPr>
              <a:t>[</a:t>
            </a:r>
            <a:r>
              <a:rPr lang="en-US" altLang="zh-CN" sz="1600" dirty="0" err="1">
                <a:solidFill>
                  <a:srgbClr val="000000"/>
                </a:solidFill>
                <a:highlight>
                  <a:srgbClr val="F8F8F8"/>
                </a:highlight>
                <a:latin typeface="Consolas" panose="020B0609020204030204" pitchFamily="49" charset="0"/>
              </a:rPr>
              <a:t>i</a:t>
            </a:r>
            <a:r>
              <a:rPr lang="en-US" altLang="zh-CN" sz="1600" dirty="0">
                <a:solidFill>
                  <a:srgbClr val="000000"/>
                </a:solidFill>
                <a:highlight>
                  <a:srgbClr val="F8F8F8"/>
                </a:highlight>
                <a:latin typeface="Consolas" panose="020B0609020204030204" pitchFamily="49" charset="0"/>
              </a:rPr>
              <a:t> - 1];  </a:t>
            </a:r>
            <a:endParaRPr lang="en-US" altLang="zh-CN" sz="1600" dirty="0">
              <a:solidFill>
                <a:srgbClr val="5C5C5C"/>
              </a:solidFill>
              <a:highlight>
                <a:srgbClr val="F8F8F8"/>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a:t>
            </a:r>
            <a:r>
              <a:rPr lang="en-US" altLang="zh-CN" sz="1600" dirty="0" err="1">
                <a:solidFill>
                  <a:srgbClr val="000000"/>
                </a:solidFill>
                <a:highlight>
                  <a:srgbClr val="F8F8F8"/>
                </a:highlight>
                <a:latin typeface="Consolas" panose="020B0609020204030204" pitchFamily="49" charset="0"/>
              </a:rPr>
              <a:t>arr</a:t>
            </a:r>
            <a:r>
              <a:rPr lang="en-US" altLang="zh-CN" sz="1600" dirty="0">
                <a:solidFill>
                  <a:srgbClr val="000000"/>
                </a:solidFill>
                <a:highlight>
                  <a:srgbClr val="F8F8F8"/>
                </a:highlight>
                <a:latin typeface="Consolas" panose="020B0609020204030204" pitchFamily="49" charset="0"/>
              </a:rPr>
              <a:t>[pos] = value;  </a:t>
            </a: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a:t>
            </a:r>
            <a:r>
              <a:rPr lang="en-US" altLang="zh-CN" sz="1600" b="1" dirty="0">
                <a:solidFill>
                  <a:srgbClr val="006699"/>
                </a:solidFill>
                <a:highlight>
                  <a:srgbClr val="FFFFFF"/>
                </a:highlight>
                <a:latin typeface="Consolas" panose="020B0609020204030204" pitchFamily="49" charset="0"/>
              </a:rPr>
              <a:t>return</a:t>
            </a:r>
            <a:r>
              <a:rPr lang="en-US" altLang="zh-CN" sz="1600" dirty="0">
                <a:solidFill>
                  <a:srgbClr val="000000"/>
                </a:solidFill>
                <a:highlight>
                  <a:srgbClr val="F8F8F8"/>
                </a:highlight>
                <a:latin typeface="Consolas" panose="020B0609020204030204" pitchFamily="49" charset="0"/>
              </a:rPr>
              <a:t> n+1;</a:t>
            </a:r>
            <a:endParaRPr lang="en-US" altLang="zh-CN" sz="1600" dirty="0">
              <a:solidFill>
                <a:srgbClr val="5C5C5C"/>
              </a:solidFill>
              <a:highlight>
                <a:srgbClr val="F8F8F8"/>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b="1" dirty="0">
                <a:solidFill>
                  <a:srgbClr val="2E8B57"/>
                </a:solidFill>
                <a:highlight>
                  <a:srgbClr val="F8F8F8"/>
                </a:highlight>
                <a:latin typeface="Consolas" panose="020B0609020204030204" pitchFamily="49" charset="0"/>
              </a:rPr>
              <a:t>int</a:t>
            </a:r>
            <a:r>
              <a:rPr lang="en-US" altLang="zh-CN" sz="1600" dirty="0">
                <a:solidFill>
                  <a:srgbClr val="000000"/>
                </a:solidFill>
                <a:highlight>
                  <a:srgbClr val="F8F8F8"/>
                </a:highlight>
                <a:latin typeface="Consolas" panose="020B0609020204030204" pitchFamily="49" charset="0"/>
              </a:rPr>
              <a:t> main() {  </a:t>
            </a:r>
            <a:endParaRPr lang="en-US" altLang="zh-CN" sz="1600" dirty="0">
              <a:solidFill>
                <a:srgbClr val="5C5C5C"/>
              </a:solidFill>
              <a:highlight>
                <a:srgbClr val="F8F8F8"/>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a:t>
            </a:r>
            <a:r>
              <a:rPr lang="en-US" altLang="zh-CN" sz="1600" b="1" dirty="0">
                <a:solidFill>
                  <a:srgbClr val="2E8B57"/>
                </a:solidFill>
                <a:highlight>
                  <a:srgbClr val="FFFFFF"/>
                </a:highlight>
                <a:latin typeface="Consolas" panose="020B0609020204030204" pitchFamily="49" charset="0"/>
              </a:rPr>
              <a:t>int</a:t>
            </a:r>
            <a:r>
              <a:rPr lang="en-US" altLang="zh-CN" sz="1600" dirty="0">
                <a:solidFill>
                  <a:srgbClr val="000000"/>
                </a:solidFill>
                <a:highlight>
                  <a:srgbClr val="FFFFFF"/>
                </a:highlight>
                <a:latin typeface="Consolas" panose="020B0609020204030204" pitchFamily="49" charset="0"/>
              </a:rPr>
              <a:t> </a:t>
            </a:r>
            <a:r>
              <a:rPr lang="en-US" altLang="zh-CN" sz="1600" dirty="0" err="1">
                <a:solidFill>
                  <a:srgbClr val="000000"/>
                </a:solidFill>
                <a:highlight>
                  <a:srgbClr val="FFFFFF"/>
                </a:highlight>
                <a:latin typeface="Consolas" panose="020B0609020204030204" pitchFamily="49" charset="0"/>
              </a:rPr>
              <a:t>arr</a:t>
            </a:r>
            <a:r>
              <a:rPr lang="en-US" altLang="zh-CN" sz="1600" dirty="0">
                <a:solidFill>
                  <a:srgbClr val="000000"/>
                </a:solidFill>
                <a:highlight>
                  <a:srgbClr val="FFFFFF"/>
                </a:highlight>
                <a:latin typeface="Consolas" panose="020B0609020204030204" pitchFamily="49" charset="0"/>
              </a:rPr>
              <a:t>[100] = {1, 2, 3, 4, 5};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a:t>
            </a:r>
            <a:r>
              <a:rPr lang="en-US" altLang="zh-CN" sz="1600" b="1" dirty="0">
                <a:solidFill>
                  <a:srgbClr val="2E8B57"/>
                </a:solidFill>
                <a:highlight>
                  <a:srgbClr val="F8F8F8"/>
                </a:highlight>
                <a:latin typeface="Consolas" panose="020B0609020204030204" pitchFamily="49" charset="0"/>
              </a:rPr>
              <a:t>int</a:t>
            </a:r>
            <a:r>
              <a:rPr lang="en-US" altLang="zh-CN" sz="1600" dirty="0">
                <a:solidFill>
                  <a:srgbClr val="000000"/>
                </a:solidFill>
                <a:highlight>
                  <a:srgbClr val="F8F8F8"/>
                </a:highlight>
                <a:latin typeface="Consolas" panose="020B0609020204030204" pitchFamily="49" charset="0"/>
              </a:rPr>
              <a:t> n = 5;  </a:t>
            </a:r>
            <a:endParaRPr lang="en-US" altLang="zh-CN" sz="1600" dirty="0">
              <a:solidFill>
                <a:srgbClr val="5C5C5C"/>
              </a:solidFill>
              <a:highlight>
                <a:srgbClr val="F8F8F8"/>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n = </a:t>
            </a:r>
            <a:r>
              <a:rPr lang="en-US" altLang="zh-CN" sz="1600" dirty="0" err="1">
                <a:solidFill>
                  <a:srgbClr val="000000"/>
                </a:solidFill>
                <a:highlight>
                  <a:srgbClr val="FFFFFF"/>
                </a:highlight>
                <a:latin typeface="Consolas" panose="020B0609020204030204" pitchFamily="49" charset="0"/>
              </a:rPr>
              <a:t>insert_at_position</a:t>
            </a:r>
            <a:r>
              <a:rPr lang="en-US" altLang="zh-CN" sz="1600" dirty="0">
                <a:solidFill>
                  <a:srgbClr val="000000"/>
                </a:solidFill>
                <a:highlight>
                  <a:srgbClr val="FFFFFF"/>
                </a:highlight>
                <a:latin typeface="Consolas" panose="020B0609020204030204" pitchFamily="49" charset="0"/>
              </a:rPr>
              <a:t>(</a:t>
            </a:r>
            <a:r>
              <a:rPr lang="en-US" altLang="zh-CN" sz="1600" dirty="0" err="1">
                <a:solidFill>
                  <a:srgbClr val="000000"/>
                </a:solidFill>
                <a:highlight>
                  <a:srgbClr val="FFFFFF"/>
                </a:highlight>
                <a:latin typeface="Consolas" panose="020B0609020204030204" pitchFamily="49" charset="0"/>
              </a:rPr>
              <a:t>arr</a:t>
            </a:r>
            <a:r>
              <a:rPr lang="en-US" altLang="zh-CN" sz="1600" dirty="0">
                <a:solidFill>
                  <a:srgbClr val="000000"/>
                </a:solidFill>
                <a:highlight>
                  <a:srgbClr val="FFFFFF"/>
                </a:highlight>
                <a:latin typeface="Consolas" panose="020B0609020204030204" pitchFamily="49" charset="0"/>
              </a:rPr>
              <a:t>, n, 2, 99);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a:t>
            </a:r>
            <a:r>
              <a:rPr lang="en-US" altLang="zh-CN" sz="1600" b="1" dirty="0">
                <a:solidFill>
                  <a:srgbClr val="006699"/>
                </a:solidFill>
                <a:highlight>
                  <a:srgbClr val="FFFFFF"/>
                </a:highlight>
                <a:latin typeface="Consolas" panose="020B0609020204030204" pitchFamily="49" charset="0"/>
              </a:rPr>
              <a:t>for</a:t>
            </a:r>
            <a:r>
              <a:rPr lang="en-US" altLang="zh-CN" sz="1600" dirty="0">
                <a:solidFill>
                  <a:srgbClr val="000000"/>
                </a:solidFill>
                <a:highlight>
                  <a:srgbClr val="FFFFFF"/>
                </a:highlight>
                <a:latin typeface="Consolas" panose="020B0609020204030204" pitchFamily="49" charset="0"/>
              </a:rPr>
              <a:t> (</a:t>
            </a:r>
            <a:r>
              <a:rPr lang="en-US" altLang="zh-CN" sz="1600" b="1" dirty="0">
                <a:solidFill>
                  <a:srgbClr val="2E8B57"/>
                </a:solidFill>
                <a:highlight>
                  <a:srgbClr val="FFFFFF"/>
                </a:highlight>
                <a:latin typeface="Consolas" panose="020B0609020204030204" pitchFamily="49" charset="0"/>
              </a:rPr>
              <a:t>int</a:t>
            </a:r>
            <a:r>
              <a:rPr lang="en-US" altLang="zh-CN" sz="1600" dirty="0">
                <a:solidFill>
                  <a:srgbClr val="000000"/>
                </a:solidFill>
                <a:highlight>
                  <a:srgbClr val="FFFFFF"/>
                </a:highlight>
                <a:latin typeface="Consolas" panose="020B0609020204030204" pitchFamily="49" charset="0"/>
              </a:rPr>
              <a:t> </a:t>
            </a:r>
            <a:r>
              <a:rPr lang="en-US" altLang="zh-CN" sz="1600" dirty="0" err="1">
                <a:solidFill>
                  <a:srgbClr val="000000"/>
                </a:solidFill>
                <a:highlight>
                  <a:srgbClr val="FFFFFF"/>
                </a:highlight>
                <a:latin typeface="Consolas" panose="020B0609020204030204" pitchFamily="49" charset="0"/>
              </a:rPr>
              <a:t>i</a:t>
            </a:r>
            <a:r>
              <a:rPr lang="en-US" altLang="zh-CN" sz="1600" dirty="0">
                <a:solidFill>
                  <a:srgbClr val="000000"/>
                </a:solidFill>
                <a:highlight>
                  <a:srgbClr val="FFFFFF"/>
                </a:highlight>
                <a:latin typeface="Consolas" panose="020B0609020204030204" pitchFamily="49" charset="0"/>
              </a:rPr>
              <a:t> = 0; </a:t>
            </a:r>
            <a:r>
              <a:rPr lang="en-US" altLang="zh-CN" sz="1600" dirty="0" err="1">
                <a:solidFill>
                  <a:srgbClr val="000000"/>
                </a:solidFill>
                <a:highlight>
                  <a:srgbClr val="FFFFFF"/>
                </a:highlight>
                <a:latin typeface="Consolas" panose="020B0609020204030204" pitchFamily="49" charset="0"/>
              </a:rPr>
              <a:t>i</a:t>
            </a:r>
            <a:r>
              <a:rPr lang="en-US" altLang="zh-CN" sz="1600" dirty="0">
                <a:solidFill>
                  <a:srgbClr val="000000"/>
                </a:solidFill>
                <a:highlight>
                  <a:srgbClr val="FFFFFF"/>
                </a:highlight>
                <a:latin typeface="Consolas" panose="020B0609020204030204" pitchFamily="49" charset="0"/>
              </a:rPr>
              <a:t> &lt; n; </a:t>
            </a:r>
            <a:r>
              <a:rPr lang="en-US" altLang="zh-CN" sz="1600" dirty="0" err="1">
                <a:solidFill>
                  <a:srgbClr val="000000"/>
                </a:solidFill>
                <a:highlight>
                  <a:srgbClr val="FFFFFF"/>
                </a:highlight>
                <a:latin typeface="Consolas" panose="020B0609020204030204" pitchFamily="49" charset="0"/>
              </a:rPr>
              <a:t>i</a:t>
            </a:r>
            <a:r>
              <a:rPr lang="en-US" altLang="zh-CN" sz="1600" dirty="0">
                <a:solidFill>
                  <a:srgbClr val="000000"/>
                </a:solidFill>
                <a:highlight>
                  <a:srgbClr val="FFFFFF"/>
                </a:highlight>
                <a:latin typeface="Consolas" panose="020B0609020204030204" pitchFamily="49" charset="0"/>
              </a:rPr>
              <a:t>++) {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a:t>
            </a:r>
            <a:r>
              <a:rPr lang="en-US" altLang="zh-CN" sz="1600" dirty="0" err="1">
                <a:solidFill>
                  <a:srgbClr val="000000"/>
                </a:solidFill>
                <a:highlight>
                  <a:srgbClr val="F8F8F8"/>
                </a:highlight>
                <a:latin typeface="Consolas" panose="020B0609020204030204" pitchFamily="49" charset="0"/>
              </a:rPr>
              <a:t>printf</a:t>
            </a:r>
            <a:r>
              <a:rPr lang="en-US" altLang="zh-CN" sz="1600" dirty="0">
                <a:solidFill>
                  <a:srgbClr val="000000"/>
                </a:solidFill>
                <a:highlight>
                  <a:srgbClr val="F8F8F8"/>
                </a:highlight>
                <a:latin typeface="Consolas" panose="020B0609020204030204" pitchFamily="49" charset="0"/>
              </a:rPr>
              <a:t>(</a:t>
            </a:r>
            <a:r>
              <a:rPr lang="en-US" altLang="zh-CN" sz="1600" dirty="0">
                <a:solidFill>
                  <a:srgbClr val="0000FF"/>
                </a:solidFill>
                <a:highlight>
                  <a:srgbClr val="F8F8F8"/>
                </a:highlight>
                <a:latin typeface="Consolas" panose="020B0609020204030204" pitchFamily="49" charset="0"/>
              </a:rPr>
              <a:t>"%d "</a:t>
            </a:r>
            <a:r>
              <a:rPr lang="en-US" altLang="zh-CN" sz="1600" dirty="0">
                <a:solidFill>
                  <a:srgbClr val="000000"/>
                </a:solidFill>
                <a:highlight>
                  <a:srgbClr val="F8F8F8"/>
                </a:highlight>
                <a:latin typeface="Consolas" panose="020B0609020204030204" pitchFamily="49" charset="0"/>
              </a:rPr>
              <a:t>, </a:t>
            </a:r>
            <a:r>
              <a:rPr lang="en-US" altLang="zh-CN" sz="1600" dirty="0" err="1">
                <a:solidFill>
                  <a:srgbClr val="000000"/>
                </a:solidFill>
                <a:highlight>
                  <a:srgbClr val="F8F8F8"/>
                </a:highlight>
                <a:latin typeface="Consolas" panose="020B0609020204030204" pitchFamily="49" charset="0"/>
              </a:rPr>
              <a:t>arr</a:t>
            </a:r>
            <a:r>
              <a:rPr lang="en-US" altLang="zh-CN" sz="1600" dirty="0">
                <a:solidFill>
                  <a:srgbClr val="000000"/>
                </a:solidFill>
                <a:highlight>
                  <a:srgbClr val="F8F8F8"/>
                </a:highlight>
                <a:latin typeface="Consolas" panose="020B0609020204030204" pitchFamily="49" charset="0"/>
              </a:rPr>
              <a:t>[</a:t>
            </a:r>
            <a:r>
              <a:rPr lang="en-US" altLang="zh-CN" sz="1600" dirty="0" err="1">
                <a:solidFill>
                  <a:srgbClr val="000000"/>
                </a:solidFill>
                <a:highlight>
                  <a:srgbClr val="F8F8F8"/>
                </a:highlight>
                <a:latin typeface="Consolas" panose="020B0609020204030204" pitchFamily="49" charset="0"/>
              </a:rPr>
              <a:t>i</a:t>
            </a:r>
            <a:r>
              <a:rPr lang="en-US" altLang="zh-CN" sz="1600" dirty="0">
                <a:solidFill>
                  <a:srgbClr val="000000"/>
                </a:solidFill>
                <a:highlight>
                  <a:srgbClr val="F8F8F8"/>
                </a:highlight>
                <a:latin typeface="Consolas" panose="020B0609020204030204" pitchFamily="49" charset="0"/>
              </a:rPr>
              <a:t>]);  </a:t>
            </a:r>
            <a:endParaRPr lang="en-US" altLang="zh-CN" sz="1600" dirty="0">
              <a:solidFill>
                <a:srgbClr val="5C5C5C"/>
              </a:solidFill>
              <a:highlight>
                <a:srgbClr val="F8F8F8"/>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a:t>
            </a:r>
            <a:r>
              <a:rPr lang="en-US" altLang="zh-CN" sz="1600" b="1" dirty="0">
                <a:solidFill>
                  <a:srgbClr val="006699"/>
                </a:solidFill>
                <a:highlight>
                  <a:srgbClr val="F8F8F8"/>
                </a:highlight>
                <a:latin typeface="Consolas" panose="020B0609020204030204" pitchFamily="49" charset="0"/>
              </a:rPr>
              <a:t>return</a:t>
            </a:r>
            <a:r>
              <a:rPr lang="en-US" altLang="zh-CN" sz="1600" dirty="0">
                <a:solidFill>
                  <a:srgbClr val="000000"/>
                </a:solidFill>
                <a:highlight>
                  <a:srgbClr val="F8F8F8"/>
                </a:highlight>
                <a:latin typeface="Consolas" panose="020B0609020204030204" pitchFamily="49" charset="0"/>
              </a:rPr>
              <a:t> 0;  </a:t>
            </a:r>
            <a:endParaRPr lang="en-US" altLang="zh-CN" sz="1600" dirty="0">
              <a:solidFill>
                <a:srgbClr val="5C5C5C"/>
              </a:solidFill>
              <a:highlight>
                <a:srgbClr val="F8F8F8"/>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a:t>
            </a:r>
            <a:endParaRPr lang="en-US" altLang="zh-CN" sz="1600" dirty="0">
              <a:solidFill>
                <a:srgbClr val="5C5C5C"/>
              </a:solidFill>
              <a:highlight>
                <a:srgbClr val="FFFFFF"/>
              </a:highlight>
              <a:latin typeface="Consolas" panose="020B0609020204030204" pitchFamily="49" charset="0"/>
            </a:endParaRPr>
          </a:p>
        </p:txBody>
      </p:sp>
      <p:sp>
        <p:nvSpPr>
          <p:cNvPr id="9" name="文本框 8">
            <a:extLst>
              <a:ext uri="{FF2B5EF4-FFF2-40B4-BE49-F238E27FC236}">
                <a16:creationId xmlns:a16="http://schemas.microsoft.com/office/drawing/2014/main" id="{E7E75E99-36BD-4A50-92E4-6F51B8453974}"/>
              </a:ext>
            </a:extLst>
          </p:cNvPr>
          <p:cNvSpPr txBox="1"/>
          <p:nvPr/>
        </p:nvSpPr>
        <p:spPr>
          <a:xfrm>
            <a:off x="6276020" y="2239090"/>
            <a:ext cx="3600400" cy="1938992"/>
          </a:xfrm>
          <a:prstGeom prst="rect">
            <a:avLst/>
          </a:prstGeom>
          <a:noFill/>
        </p:spPr>
        <p:txBody>
          <a:bodyPr wrap="square" rtlCol="0">
            <a:spAutoFit/>
          </a:bodyPr>
          <a:lstStyle/>
          <a:p>
            <a:r>
              <a:rPr lang="zh-CN" altLang="en-US" sz="2400" dirty="0"/>
              <a:t>第</a:t>
            </a:r>
            <a:r>
              <a:rPr lang="en-US" altLang="zh-CN" sz="2400" dirty="0"/>
              <a:t>3-6</a:t>
            </a:r>
            <a:r>
              <a:rPr lang="zh-CN" altLang="en-US" sz="2400" dirty="0"/>
              <a:t>行：</a:t>
            </a:r>
            <a:r>
              <a:rPr lang="en-US" altLang="zh-CN" sz="2400" dirty="0"/>
              <a:t>O(1)</a:t>
            </a:r>
          </a:p>
          <a:p>
            <a:r>
              <a:rPr lang="zh-CN" altLang="en-US" sz="2400" dirty="0"/>
              <a:t>第</a:t>
            </a:r>
            <a:r>
              <a:rPr lang="en-US" altLang="zh-CN" sz="2400" dirty="0"/>
              <a:t>7-9</a:t>
            </a:r>
            <a:r>
              <a:rPr lang="zh-CN" altLang="en-US" sz="2400" dirty="0"/>
              <a:t>行：最多执行</a:t>
            </a:r>
            <a:r>
              <a:rPr lang="en-US" altLang="zh-CN" sz="2400" dirty="0"/>
              <a:t>n-pos</a:t>
            </a:r>
            <a:r>
              <a:rPr lang="zh-CN" altLang="en-US" sz="2400" dirty="0"/>
              <a:t>次，</a:t>
            </a:r>
            <a:r>
              <a:rPr lang="en-US" altLang="zh-CN" sz="2400" dirty="0"/>
              <a:t> O(n)</a:t>
            </a:r>
          </a:p>
          <a:p>
            <a:r>
              <a:rPr lang="zh-CN" altLang="en-US" sz="2400" dirty="0"/>
              <a:t>在给定位置插入时间复杂度为</a:t>
            </a:r>
            <a:r>
              <a:rPr lang="en-US" altLang="zh-CN" sz="2400" dirty="0"/>
              <a:t>O(n)</a:t>
            </a:r>
            <a:endParaRPr lang="zh-CN" altLang="en-US" sz="2400" dirty="0"/>
          </a:p>
        </p:txBody>
      </p:sp>
    </p:spTree>
    <p:extLst>
      <p:ext uri="{BB962C8B-B14F-4D97-AF65-F5344CB8AC3E}">
        <p14:creationId xmlns:p14="http://schemas.microsoft.com/office/powerpoint/2010/main" val="748783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ABF43EB-23E6-37F1-8530-E5BB26070490}"/>
              </a:ext>
            </a:extLst>
          </p:cNvPr>
          <p:cNvSpPr>
            <a:spLocks noGrp="1"/>
          </p:cNvSpPr>
          <p:nvPr>
            <p:ph idx="1"/>
          </p:nvPr>
        </p:nvSpPr>
        <p:spPr>
          <a:xfrm>
            <a:off x="1824038" y="1716189"/>
            <a:ext cx="8543925" cy="4351338"/>
          </a:xfrm>
        </p:spPr>
        <p:txBody>
          <a:bodyPr/>
          <a:lstStyle/>
          <a:p>
            <a:r>
              <a:rPr lang="zh-CN" altLang="en-US" dirty="0"/>
              <a:t>删除数组里</a:t>
            </a:r>
            <a:r>
              <a:rPr lang="en-US" altLang="zh-CN" dirty="0"/>
              <a:t>Index</a:t>
            </a:r>
            <a:r>
              <a:rPr lang="zh-CN" altLang="en-US" dirty="0"/>
              <a:t>为</a:t>
            </a:r>
            <a:r>
              <a:rPr lang="en-US" altLang="zh-CN" dirty="0"/>
              <a:t>4</a:t>
            </a:r>
            <a:r>
              <a:rPr lang="zh-CN" altLang="en-US" dirty="0"/>
              <a:t>的位置上的数</a:t>
            </a:r>
          </a:p>
        </p:txBody>
      </p:sp>
      <p:sp>
        <p:nvSpPr>
          <p:cNvPr id="6" name="灯片编号占位符 5">
            <a:extLst>
              <a:ext uri="{FF2B5EF4-FFF2-40B4-BE49-F238E27FC236}">
                <a16:creationId xmlns:a16="http://schemas.microsoft.com/office/drawing/2014/main" id="{08213655-BF8F-105F-9D4D-23262860F23C}"/>
              </a:ext>
            </a:extLst>
          </p:cNvPr>
          <p:cNvSpPr>
            <a:spLocks noGrp="1"/>
          </p:cNvSpPr>
          <p:nvPr>
            <p:ph type="sldNum" sz="quarter" idx="12"/>
          </p:nvPr>
        </p:nvSpPr>
        <p:spPr/>
        <p:txBody>
          <a:bodyPr/>
          <a:lstStyle/>
          <a:p>
            <a:pPr>
              <a:defRPr/>
            </a:pPr>
            <a:fld id="{7C4E558B-5425-6346-B896-72F904F12E77}" type="slidenum">
              <a:rPr lang="en-US" altLang="zh-CN" smtClean="0"/>
              <a:pPr>
                <a:defRPr/>
              </a:pPr>
              <a:t>37</a:t>
            </a:fld>
            <a:endParaRPr lang="zh-CN" altLang="en-US" dirty="0"/>
          </a:p>
        </p:txBody>
      </p:sp>
      <p:graphicFrame>
        <p:nvGraphicFramePr>
          <p:cNvPr id="7" name="Group 3">
            <a:extLst>
              <a:ext uri="{FF2B5EF4-FFF2-40B4-BE49-F238E27FC236}">
                <a16:creationId xmlns:a16="http://schemas.microsoft.com/office/drawing/2014/main" id="{FD5C1C7D-6A18-FA26-EA72-2E5CCFC4E544}"/>
              </a:ext>
            </a:extLst>
          </p:cNvPr>
          <p:cNvGraphicFramePr>
            <a:graphicFrameLocks noGrp="1"/>
          </p:cNvGraphicFramePr>
          <p:nvPr/>
        </p:nvGraphicFramePr>
        <p:xfrm>
          <a:off x="2711624" y="2492896"/>
          <a:ext cx="4622800" cy="457200"/>
        </p:xfrm>
        <a:graphic>
          <a:graphicData uri="http://schemas.openxmlformats.org/drawingml/2006/table">
            <a:tbl>
              <a:tblPr>
                <a:tableStyleId>{5940675A-B579-460E-94D1-54222C63F5DA}</a:tableStyleId>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4572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2</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6</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7</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10</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12</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graphicFrame>
        <p:nvGraphicFramePr>
          <p:cNvPr id="9" name="Group 3">
            <a:extLst>
              <a:ext uri="{FF2B5EF4-FFF2-40B4-BE49-F238E27FC236}">
                <a16:creationId xmlns:a16="http://schemas.microsoft.com/office/drawing/2014/main" id="{885C487C-7357-2E9D-9827-52FCFCC482ED}"/>
              </a:ext>
            </a:extLst>
          </p:cNvPr>
          <p:cNvGraphicFramePr>
            <a:graphicFrameLocks noGrp="1"/>
          </p:cNvGraphicFramePr>
          <p:nvPr>
            <p:extLst>
              <p:ext uri="{D42A27DB-BD31-4B8C-83A1-F6EECF244321}">
                <p14:modId xmlns:p14="http://schemas.microsoft.com/office/powerpoint/2010/main" val="476979927"/>
              </p:ext>
            </p:extLst>
          </p:nvPr>
        </p:nvGraphicFramePr>
        <p:xfrm>
          <a:off x="2711624" y="4077072"/>
          <a:ext cx="4608512" cy="457200"/>
        </p:xfrm>
        <a:graphic>
          <a:graphicData uri="http://schemas.openxmlformats.org/drawingml/2006/table">
            <a:tbl>
              <a:tblPr>
                <a:tableStyleId>{5940675A-B579-460E-94D1-54222C63F5DA}</a:tableStyleId>
              </a:tblPr>
              <a:tblGrid>
                <a:gridCol w="5760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76064">
                  <a:extLst>
                    <a:ext uri="{9D8B030D-6E8A-4147-A177-3AD203B41FA5}">
                      <a16:colId xmlns:a16="http://schemas.microsoft.com/office/drawing/2014/main" val="20005"/>
                    </a:ext>
                  </a:extLst>
                </a:gridCol>
                <a:gridCol w="576064">
                  <a:extLst>
                    <a:ext uri="{9D8B030D-6E8A-4147-A177-3AD203B41FA5}">
                      <a16:colId xmlns:a16="http://schemas.microsoft.com/office/drawing/2014/main" val="20006"/>
                    </a:ext>
                  </a:extLst>
                </a:gridCol>
                <a:gridCol w="576064">
                  <a:extLst>
                    <a:ext uri="{9D8B030D-6E8A-4147-A177-3AD203B41FA5}">
                      <a16:colId xmlns:a16="http://schemas.microsoft.com/office/drawing/2014/main" val="20007"/>
                    </a:ext>
                  </a:extLst>
                </a:gridCol>
                <a:gridCol w="576064">
                  <a:extLst>
                    <a:ext uri="{9D8B030D-6E8A-4147-A177-3AD203B41FA5}">
                      <a16:colId xmlns:a16="http://schemas.microsoft.com/office/drawing/2014/main" val="3577536897"/>
                    </a:ext>
                  </a:extLst>
                </a:gridCol>
              </a:tblGrid>
              <a:tr h="4572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2</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4</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FF0000"/>
                          </a:solidFill>
                          <a:effectLst/>
                        </a:rPr>
                        <a:t>7</a:t>
                      </a:r>
                      <a:endParaRPr kumimoji="0" lang="en-US" altLang="zh-CN" sz="2400" b="1" i="0" u="none" strike="noStrike" cap="none" normalizeH="0" baseline="0" dirty="0">
                        <a:ln>
                          <a:noFill/>
                        </a:ln>
                        <a:solidFill>
                          <a:srgbClr val="FF0000"/>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FF0000"/>
                          </a:solidFill>
                          <a:effectLst/>
                        </a:rPr>
                        <a:t>10</a:t>
                      </a:r>
                      <a:endParaRPr kumimoji="0" lang="en-US" altLang="zh-CN" sz="2400" b="1" i="0" u="none" strike="noStrike" cap="none" normalizeH="0" baseline="0" dirty="0">
                        <a:ln>
                          <a:noFill/>
                        </a:ln>
                        <a:solidFill>
                          <a:srgbClr val="FF0000"/>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FF0000"/>
                          </a:solidFill>
                          <a:effectLst/>
                        </a:rPr>
                        <a:t>12</a:t>
                      </a:r>
                      <a:endParaRPr kumimoji="0" lang="en-US" altLang="zh-CN" sz="2400" b="1" i="0" u="none" strike="noStrike" cap="none" normalizeH="0" baseline="0" dirty="0">
                        <a:ln>
                          <a:noFill/>
                        </a:ln>
                        <a:solidFill>
                          <a:srgbClr val="FF0000"/>
                        </a:solidFill>
                        <a:effectLst/>
                        <a:latin typeface="Courier New"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endParaRPr kumimoji="0" lang="en-US" altLang="zh-CN" sz="2400" b="1" i="0" u="none" strike="noStrike" cap="none" normalizeH="0" baseline="0" dirty="0">
                        <a:ln>
                          <a:noFill/>
                        </a:ln>
                        <a:solidFill>
                          <a:srgbClr val="FF0000"/>
                        </a:solidFill>
                        <a:effectLst/>
                        <a:latin typeface="Courier New"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sp>
        <p:nvSpPr>
          <p:cNvPr id="10" name="文本框 9">
            <a:extLst>
              <a:ext uri="{FF2B5EF4-FFF2-40B4-BE49-F238E27FC236}">
                <a16:creationId xmlns:a16="http://schemas.microsoft.com/office/drawing/2014/main" id="{4CEFD1A2-2EEB-2FD2-101E-F694357F8306}"/>
              </a:ext>
            </a:extLst>
          </p:cNvPr>
          <p:cNvSpPr txBox="1"/>
          <p:nvPr/>
        </p:nvSpPr>
        <p:spPr>
          <a:xfrm>
            <a:off x="7815600" y="4164940"/>
            <a:ext cx="2492990" cy="369332"/>
          </a:xfrm>
          <a:prstGeom prst="rect">
            <a:avLst/>
          </a:prstGeom>
          <a:noFill/>
        </p:spPr>
        <p:txBody>
          <a:bodyPr wrap="none" rtlCol="0">
            <a:spAutoFit/>
          </a:bodyPr>
          <a:lstStyle/>
          <a:p>
            <a:r>
              <a:rPr lang="zh-CN" altLang="en-US" dirty="0"/>
              <a:t>把后面的元素往前移动</a:t>
            </a:r>
          </a:p>
        </p:txBody>
      </p:sp>
      <p:sp>
        <p:nvSpPr>
          <p:cNvPr id="11" name="文本框 10">
            <a:extLst>
              <a:ext uri="{FF2B5EF4-FFF2-40B4-BE49-F238E27FC236}">
                <a16:creationId xmlns:a16="http://schemas.microsoft.com/office/drawing/2014/main" id="{8769C0AF-B383-53BD-6A23-D82FB3321C26}"/>
              </a:ext>
            </a:extLst>
          </p:cNvPr>
          <p:cNvSpPr txBox="1"/>
          <p:nvPr/>
        </p:nvSpPr>
        <p:spPr>
          <a:xfrm>
            <a:off x="7815601" y="3303457"/>
            <a:ext cx="3134191" cy="369332"/>
          </a:xfrm>
          <a:prstGeom prst="rect">
            <a:avLst/>
          </a:prstGeom>
          <a:noFill/>
        </p:spPr>
        <p:txBody>
          <a:bodyPr wrap="none" rtlCol="0">
            <a:spAutoFit/>
          </a:bodyPr>
          <a:lstStyle/>
          <a:p>
            <a:r>
              <a:rPr lang="zh-CN" altLang="en-US" dirty="0"/>
              <a:t>删除</a:t>
            </a:r>
            <a:r>
              <a:rPr lang="en-US" altLang="zh-CN" dirty="0"/>
              <a:t>Index</a:t>
            </a:r>
            <a:r>
              <a:rPr lang="zh-CN" altLang="en-US" dirty="0"/>
              <a:t>为</a:t>
            </a:r>
            <a:r>
              <a:rPr lang="en-US" altLang="zh-CN" dirty="0"/>
              <a:t>4</a:t>
            </a:r>
            <a:r>
              <a:rPr lang="zh-CN" altLang="en-US" dirty="0"/>
              <a:t>的位置上的元素</a:t>
            </a:r>
          </a:p>
        </p:txBody>
      </p:sp>
      <p:graphicFrame>
        <p:nvGraphicFramePr>
          <p:cNvPr id="5" name="Group 3">
            <a:extLst>
              <a:ext uri="{FF2B5EF4-FFF2-40B4-BE49-F238E27FC236}">
                <a16:creationId xmlns:a16="http://schemas.microsoft.com/office/drawing/2014/main" id="{72635DAB-7BA8-C913-9D87-A5385796A3D9}"/>
              </a:ext>
            </a:extLst>
          </p:cNvPr>
          <p:cNvGraphicFramePr>
            <a:graphicFrameLocks noGrp="1"/>
          </p:cNvGraphicFramePr>
          <p:nvPr>
            <p:extLst>
              <p:ext uri="{D42A27DB-BD31-4B8C-83A1-F6EECF244321}">
                <p14:modId xmlns:p14="http://schemas.microsoft.com/office/powerpoint/2010/main" val="3647928721"/>
              </p:ext>
            </p:extLst>
          </p:nvPr>
        </p:nvGraphicFramePr>
        <p:xfrm>
          <a:off x="2711624" y="3259523"/>
          <a:ext cx="4622800" cy="457200"/>
        </p:xfrm>
        <a:graphic>
          <a:graphicData uri="http://schemas.openxmlformats.org/drawingml/2006/table">
            <a:tbl>
              <a:tblPr>
                <a:tableStyleId>{5940675A-B579-460E-94D1-54222C63F5DA}</a:tableStyleId>
              </a:tblPr>
              <a:tblGrid>
                <a:gridCol w="5778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7785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577850">
                  <a:extLst>
                    <a:ext uri="{9D8B030D-6E8A-4147-A177-3AD203B41FA5}">
                      <a16:colId xmlns:a16="http://schemas.microsoft.com/office/drawing/2014/main" val="20007"/>
                    </a:ext>
                  </a:extLst>
                </a:gridCol>
              </a:tblGrid>
              <a:tr h="4572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2</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7</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10</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12</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sp>
        <p:nvSpPr>
          <p:cNvPr id="12" name="标题 1">
            <a:extLst>
              <a:ext uri="{FF2B5EF4-FFF2-40B4-BE49-F238E27FC236}">
                <a16:creationId xmlns:a16="http://schemas.microsoft.com/office/drawing/2014/main" id="{F3C2A7FE-8F1B-B784-9176-F7318398FC09}"/>
              </a:ext>
            </a:extLst>
          </p:cNvPr>
          <p:cNvSpPr>
            <a:spLocks noGrp="1"/>
          </p:cNvSpPr>
          <p:nvPr>
            <p:ph type="title"/>
          </p:nvPr>
        </p:nvSpPr>
        <p:spPr>
          <a:xfrm>
            <a:off x="409303" y="144940"/>
            <a:ext cx="8955360" cy="677863"/>
          </a:xfrm>
        </p:spPr>
        <p:txBody>
          <a:bodyPr/>
          <a:lstStyle/>
          <a:p>
            <a:pPr algn="l"/>
            <a:r>
              <a:rPr lang="en-US" altLang="zh-CN" dirty="0">
                <a:latin typeface="黑体" panose="02010609060101010101" pitchFamily="49" charset="-122"/>
              </a:rPr>
              <a:t>11.5.2</a:t>
            </a:r>
            <a:r>
              <a:rPr lang="zh-CN" altLang="en-US" dirty="0">
                <a:latin typeface="黑体" panose="02010609060101010101" pitchFamily="49" charset="-122"/>
              </a:rPr>
              <a:t>在给定位置插入和删除</a:t>
            </a:r>
            <a:r>
              <a:rPr lang="en-US" altLang="zh-CN" dirty="0">
                <a:latin typeface="黑体" panose="02010609060101010101" pitchFamily="49" charset="-122"/>
              </a:rPr>
              <a:t>——</a:t>
            </a:r>
            <a:r>
              <a:rPr lang="zh-CN" altLang="en-US" dirty="0">
                <a:latin typeface="黑体" panose="02010609060101010101" pitchFamily="49" charset="-122"/>
              </a:rPr>
              <a:t>删除数</a:t>
            </a:r>
          </a:p>
        </p:txBody>
      </p:sp>
    </p:spTree>
    <p:extLst>
      <p:ext uri="{BB962C8B-B14F-4D97-AF65-F5344CB8AC3E}">
        <p14:creationId xmlns:p14="http://schemas.microsoft.com/office/powerpoint/2010/main" val="1167612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ox(in)">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ox(in)">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3713F961-6562-8009-2A8E-29CA3AEE01F3}"/>
              </a:ext>
            </a:extLst>
          </p:cNvPr>
          <p:cNvSpPr txBox="1"/>
          <p:nvPr/>
        </p:nvSpPr>
        <p:spPr>
          <a:xfrm>
            <a:off x="407368" y="1268760"/>
            <a:ext cx="8697416" cy="5416868"/>
          </a:xfrm>
          <a:prstGeom prst="rect">
            <a:avLst/>
          </a:prstGeom>
          <a:noFill/>
        </p:spPr>
        <p:txBody>
          <a:bodyPr wrap="square">
            <a:spAutoFit/>
          </a:bodyPr>
          <a:lstStyle/>
          <a:p>
            <a:pPr algn="l">
              <a:buFont typeface="+mj-lt"/>
              <a:buAutoNum type="arabicPeriod"/>
            </a:pPr>
            <a:r>
              <a:rPr lang="en-US" altLang="zh-CN" sz="1600" dirty="0">
                <a:solidFill>
                  <a:srgbClr val="808080"/>
                </a:solidFill>
                <a:highlight>
                  <a:srgbClr val="FFFFFF"/>
                </a:highlight>
                <a:latin typeface="Consolas" panose="020B0609020204030204" pitchFamily="49" charset="0"/>
              </a:rPr>
              <a:t>#include &lt;</a:t>
            </a:r>
            <a:r>
              <a:rPr lang="en-US" altLang="zh-CN" sz="1600" dirty="0" err="1">
                <a:solidFill>
                  <a:srgbClr val="808080"/>
                </a:solidFill>
                <a:highlight>
                  <a:srgbClr val="FFFFFF"/>
                </a:highlight>
                <a:latin typeface="Consolas" panose="020B0609020204030204" pitchFamily="49" charset="0"/>
              </a:rPr>
              <a:t>stdio.h</a:t>
            </a:r>
            <a:r>
              <a:rPr lang="en-US" altLang="zh-CN" sz="1600" dirty="0">
                <a:solidFill>
                  <a:srgbClr val="808080"/>
                </a:solidFill>
                <a:highlight>
                  <a:srgbClr val="FFFFFF"/>
                </a:highlight>
                <a:latin typeface="Consolas" panose="020B0609020204030204" pitchFamily="49" charset="0"/>
              </a:rPr>
              <a:t>&gt;</a:t>
            </a:r>
            <a:r>
              <a:rPr lang="en-US" altLang="zh-CN" sz="1600" dirty="0">
                <a:solidFill>
                  <a:srgbClr val="000000"/>
                </a:solidFill>
                <a:highlight>
                  <a:srgbClr val="FFFFFF"/>
                </a:highlight>
                <a:latin typeface="Consolas" panose="020B0609020204030204" pitchFamily="49" charset="0"/>
              </a:rPr>
              <a:t>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b="1" dirty="0">
                <a:solidFill>
                  <a:srgbClr val="006699"/>
                </a:solidFill>
                <a:highlight>
                  <a:srgbClr val="F8F8F8"/>
                </a:highlight>
                <a:latin typeface="Consolas" panose="020B0609020204030204" pitchFamily="49" charset="0"/>
              </a:rPr>
              <a:t>int</a:t>
            </a:r>
            <a:r>
              <a:rPr lang="en-US" altLang="zh-CN" sz="1600" dirty="0">
                <a:solidFill>
                  <a:srgbClr val="000000"/>
                </a:solidFill>
                <a:highlight>
                  <a:srgbClr val="F8F8F8"/>
                </a:highlight>
                <a:latin typeface="Consolas" panose="020B0609020204030204" pitchFamily="49" charset="0"/>
              </a:rPr>
              <a:t> </a:t>
            </a:r>
            <a:r>
              <a:rPr lang="en-US" altLang="zh-CN" sz="1600" dirty="0" err="1">
                <a:solidFill>
                  <a:srgbClr val="000000"/>
                </a:solidFill>
                <a:highlight>
                  <a:srgbClr val="F8F8F8"/>
                </a:highlight>
                <a:latin typeface="Consolas" panose="020B0609020204030204" pitchFamily="49" charset="0"/>
              </a:rPr>
              <a:t>delete_at_position</a:t>
            </a:r>
            <a:r>
              <a:rPr lang="en-US" altLang="zh-CN" sz="1600" dirty="0">
                <a:solidFill>
                  <a:srgbClr val="000000"/>
                </a:solidFill>
                <a:highlight>
                  <a:srgbClr val="F8F8F8"/>
                </a:highlight>
                <a:latin typeface="Consolas" panose="020B0609020204030204" pitchFamily="49" charset="0"/>
              </a:rPr>
              <a:t>(</a:t>
            </a:r>
            <a:r>
              <a:rPr lang="en-US" altLang="zh-CN" sz="1600" b="1" dirty="0">
                <a:solidFill>
                  <a:srgbClr val="2E8B57"/>
                </a:solidFill>
                <a:highlight>
                  <a:srgbClr val="F8F8F8"/>
                </a:highlight>
                <a:latin typeface="Consolas" panose="020B0609020204030204" pitchFamily="49" charset="0"/>
              </a:rPr>
              <a:t>int</a:t>
            </a:r>
            <a:r>
              <a:rPr lang="en-US" altLang="zh-CN" sz="1600" dirty="0">
                <a:solidFill>
                  <a:srgbClr val="000000"/>
                </a:solidFill>
                <a:highlight>
                  <a:srgbClr val="F8F8F8"/>
                </a:highlight>
                <a:latin typeface="Consolas" panose="020B0609020204030204" pitchFamily="49" charset="0"/>
              </a:rPr>
              <a:t> </a:t>
            </a:r>
            <a:r>
              <a:rPr lang="en-US" altLang="zh-CN" sz="1600" dirty="0" err="1">
                <a:solidFill>
                  <a:srgbClr val="000000"/>
                </a:solidFill>
                <a:highlight>
                  <a:srgbClr val="F8F8F8"/>
                </a:highlight>
                <a:latin typeface="Consolas" panose="020B0609020204030204" pitchFamily="49" charset="0"/>
              </a:rPr>
              <a:t>arr</a:t>
            </a:r>
            <a:r>
              <a:rPr lang="en-US" altLang="zh-CN" sz="1600" dirty="0">
                <a:solidFill>
                  <a:srgbClr val="000000"/>
                </a:solidFill>
                <a:highlight>
                  <a:srgbClr val="F8F8F8"/>
                </a:highlight>
                <a:latin typeface="Consolas" panose="020B0609020204030204" pitchFamily="49" charset="0"/>
              </a:rPr>
              <a:t>[], </a:t>
            </a:r>
            <a:r>
              <a:rPr lang="en-US" altLang="zh-CN" sz="1600" b="1" dirty="0">
                <a:solidFill>
                  <a:srgbClr val="2E8B57"/>
                </a:solidFill>
                <a:highlight>
                  <a:srgbClr val="F8F8F8"/>
                </a:highlight>
                <a:latin typeface="Consolas" panose="020B0609020204030204" pitchFamily="49" charset="0"/>
              </a:rPr>
              <a:t>int</a:t>
            </a:r>
            <a:r>
              <a:rPr lang="en-US" altLang="zh-CN" sz="1600" dirty="0">
                <a:solidFill>
                  <a:srgbClr val="000000"/>
                </a:solidFill>
                <a:highlight>
                  <a:srgbClr val="F8F8F8"/>
                </a:highlight>
                <a:latin typeface="Consolas" panose="020B0609020204030204" pitchFamily="49" charset="0"/>
              </a:rPr>
              <a:t> n, </a:t>
            </a:r>
            <a:r>
              <a:rPr lang="en-US" altLang="zh-CN" sz="1600" b="1" dirty="0">
                <a:solidFill>
                  <a:srgbClr val="2E8B57"/>
                </a:solidFill>
                <a:highlight>
                  <a:srgbClr val="F8F8F8"/>
                </a:highlight>
                <a:latin typeface="Consolas" panose="020B0609020204030204" pitchFamily="49" charset="0"/>
              </a:rPr>
              <a:t>int</a:t>
            </a:r>
            <a:r>
              <a:rPr lang="en-US" altLang="zh-CN" sz="1600" dirty="0">
                <a:solidFill>
                  <a:srgbClr val="000000"/>
                </a:solidFill>
                <a:highlight>
                  <a:srgbClr val="F8F8F8"/>
                </a:highlight>
                <a:latin typeface="Consolas" panose="020B0609020204030204" pitchFamily="49" charset="0"/>
              </a:rPr>
              <a:t> pos) {  </a:t>
            </a:r>
            <a:endParaRPr lang="en-US" altLang="zh-CN" sz="1600" dirty="0">
              <a:solidFill>
                <a:srgbClr val="5C5C5C"/>
              </a:solidFill>
              <a:highlight>
                <a:srgbClr val="F8F8F8"/>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a:t>
            </a:r>
            <a:r>
              <a:rPr lang="en-US" altLang="zh-CN" sz="1600" b="1" dirty="0">
                <a:solidFill>
                  <a:srgbClr val="006699"/>
                </a:solidFill>
                <a:highlight>
                  <a:srgbClr val="FFFFFF"/>
                </a:highlight>
                <a:latin typeface="Consolas" panose="020B0609020204030204" pitchFamily="49" charset="0"/>
              </a:rPr>
              <a:t>if</a:t>
            </a:r>
            <a:r>
              <a:rPr lang="en-US" altLang="zh-CN" sz="1600" dirty="0">
                <a:solidFill>
                  <a:srgbClr val="000000"/>
                </a:solidFill>
                <a:highlight>
                  <a:srgbClr val="FFFFFF"/>
                </a:highlight>
                <a:latin typeface="Consolas" panose="020B0609020204030204" pitchFamily="49" charset="0"/>
              </a:rPr>
              <a:t> (pos &gt;= n || pos &lt; 0) {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a:t>
            </a:r>
            <a:r>
              <a:rPr lang="en-US" altLang="zh-CN" sz="1600" dirty="0" err="1">
                <a:solidFill>
                  <a:srgbClr val="000000"/>
                </a:solidFill>
                <a:highlight>
                  <a:srgbClr val="F8F8F8"/>
                </a:highlight>
                <a:latin typeface="Consolas" panose="020B0609020204030204" pitchFamily="49" charset="0"/>
              </a:rPr>
              <a:t>printf</a:t>
            </a:r>
            <a:r>
              <a:rPr lang="en-US" altLang="zh-CN" sz="1600" dirty="0">
                <a:solidFill>
                  <a:srgbClr val="000000"/>
                </a:solidFill>
                <a:highlight>
                  <a:srgbClr val="F8F8F8"/>
                </a:highlight>
                <a:latin typeface="Consolas" panose="020B0609020204030204" pitchFamily="49" charset="0"/>
              </a:rPr>
              <a:t>(</a:t>
            </a:r>
            <a:r>
              <a:rPr lang="en-US" altLang="zh-CN" sz="1600" dirty="0">
                <a:solidFill>
                  <a:srgbClr val="0000FF"/>
                </a:solidFill>
                <a:highlight>
                  <a:srgbClr val="F8F8F8"/>
                </a:highlight>
                <a:latin typeface="Consolas" panose="020B0609020204030204" pitchFamily="49" charset="0"/>
              </a:rPr>
              <a:t>"Invalid position\n"</a:t>
            </a:r>
            <a:r>
              <a:rPr lang="en-US" altLang="zh-CN" sz="1600" dirty="0">
                <a:solidFill>
                  <a:srgbClr val="000000"/>
                </a:solidFill>
                <a:highlight>
                  <a:srgbClr val="F8F8F8"/>
                </a:highlight>
                <a:latin typeface="Consolas" panose="020B0609020204030204" pitchFamily="49" charset="0"/>
              </a:rPr>
              <a:t>);  </a:t>
            </a:r>
            <a:endParaRPr lang="en-US" altLang="zh-CN" sz="1600" dirty="0">
              <a:solidFill>
                <a:srgbClr val="5C5C5C"/>
              </a:solidFill>
              <a:highlight>
                <a:srgbClr val="F8F8F8"/>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a:t>
            </a:r>
            <a:r>
              <a:rPr lang="en-US" altLang="zh-CN" sz="1600" b="1" dirty="0">
                <a:solidFill>
                  <a:srgbClr val="006699"/>
                </a:solidFill>
                <a:highlight>
                  <a:srgbClr val="FFFFFF"/>
                </a:highlight>
                <a:latin typeface="Consolas" panose="020B0609020204030204" pitchFamily="49" charset="0"/>
              </a:rPr>
              <a:t>return </a:t>
            </a:r>
            <a:r>
              <a:rPr lang="en-US" altLang="zh-CN" sz="1600" dirty="0">
                <a:solidFill>
                  <a:srgbClr val="000000"/>
                </a:solidFill>
                <a:highlight>
                  <a:srgbClr val="FFFFFF"/>
                </a:highlight>
                <a:latin typeface="Consolas" panose="020B0609020204030204" pitchFamily="49" charset="0"/>
              </a:rPr>
              <a:t>n;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  </a:t>
            </a:r>
            <a:endParaRPr lang="en-US" altLang="zh-CN" sz="1600" dirty="0">
              <a:solidFill>
                <a:srgbClr val="5C5C5C"/>
              </a:solidFill>
              <a:highlight>
                <a:srgbClr val="F8F8F8"/>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a:t>
            </a:r>
            <a:r>
              <a:rPr lang="en-US" altLang="zh-CN" sz="1600" b="1" dirty="0">
                <a:solidFill>
                  <a:srgbClr val="006699"/>
                </a:solidFill>
                <a:highlight>
                  <a:srgbClr val="FFFFFF"/>
                </a:highlight>
                <a:latin typeface="Consolas" panose="020B0609020204030204" pitchFamily="49" charset="0"/>
              </a:rPr>
              <a:t>for</a:t>
            </a:r>
            <a:r>
              <a:rPr lang="en-US" altLang="zh-CN" sz="1600" dirty="0">
                <a:solidFill>
                  <a:srgbClr val="000000"/>
                </a:solidFill>
                <a:highlight>
                  <a:srgbClr val="FFFFFF"/>
                </a:highlight>
                <a:latin typeface="Consolas" panose="020B0609020204030204" pitchFamily="49" charset="0"/>
              </a:rPr>
              <a:t> (</a:t>
            </a:r>
            <a:r>
              <a:rPr lang="en-US" altLang="zh-CN" sz="1600" b="1" dirty="0">
                <a:solidFill>
                  <a:srgbClr val="2E8B57"/>
                </a:solidFill>
                <a:highlight>
                  <a:srgbClr val="FFFFFF"/>
                </a:highlight>
                <a:latin typeface="Consolas" panose="020B0609020204030204" pitchFamily="49" charset="0"/>
              </a:rPr>
              <a:t>int</a:t>
            </a:r>
            <a:r>
              <a:rPr lang="en-US" altLang="zh-CN" sz="1600" dirty="0">
                <a:solidFill>
                  <a:srgbClr val="000000"/>
                </a:solidFill>
                <a:highlight>
                  <a:srgbClr val="FFFFFF"/>
                </a:highlight>
                <a:latin typeface="Consolas" panose="020B0609020204030204" pitchFamily="49" charset="0"/>
              </a:rPr>
              <a:t> </a:t>
            </a:r>
            <a:r>
              <a:rPr lang="en-US" altLang="zh-CN" sz="1600" dirty="0" err="1">
                <a:solidFill>
                  <a:srgbClr val="000000"/>
                </a:solidFill>
                <a:highlight>
                  <a:srgbClr val="FFFFFF"/>
                </a:highlight>
                <a:latin typeface="Consolas" panose="020B0609020204030204" pitchFamily="49" charset="0"/>
              </a:rPr>
              <a:t>i</a:t>
            </a:r>
            <a:r>
              <a:rPr lang="en-US" altLang="zh-CN" sz="1600" dirty="0">
                <a:solidFill>
                  <a:srgbClr val="000000"/>
                </a:solidFill>
                <a:highlight>
                  <a:srgbClr val="FFFFFF"/>
                </a:highlight>
                <a:latin typeface="Consolas" panose="020B0609020204030204" pitchFamily="49" charset="0"/>
              </a:rPr>
              <a:t> = pos; </a:t>
            </a:r>
            <a:r>
              <a:rPr lang="en-US" altLang="zh-CN" sz="1600" dirty="0" err="1">
                <a:solidFill>
                  <a:srgbClr val="000000"/>
                </a:solidFill>
                <a:highlight>
                  <a:srgbClr val="FFFFFF"/>
                </a:highlight>
                <a:latin typeface="Consolas" panose="020B0609020204030204" pitchFamily="49" charset="0"/>
              </a:rPr>
              <a:t>i</a:t>
            </a:r>
            <a:r>
              <a:rPr lang="en-US" altLang="zh-CN" sz="1600" dirty="0">
                <a:solidFill>
                  <a:srgbClr val="000000"/>
                </a:solidFill>
                <a:highlight>
                  <a:srgbClr val="FFFFFF"/>
                </a:highlight>
                <a:latin typeface="Consolas" panose="020B0609020204030204" pitchFamily="49" charset="0"/>
              </a:rPr>
              <a:t> &lt; n - 1; </a:t>
            </a:r>
            <a:r>
              <a:rPr lang="en-US" altLang="zh-CN" sz="1600" dirty="0" err="1">
                <a:solidFill>
                  <a:srgbClr val="000000"/>
                </a:solidFill>
                <a:highlight>
                  <a:srgbClr val="FFFFFF"/>
                </a:highlight>
                <a:latin typeface="Consolas" panose="020B0609020204030204" pitchFamily="49" charset="0"/>
              </a:rPr>
              <a:t>i</a:t>
            </a:r>
            <a:r>
              <a:rPr lang="en-US" altLang="zh-CN" sz="1600" dirty="0">
                <a:solidFill>
                  <a:srgbClr val="000000"/>
                </a:solidFill>
                <a:highlight>
                  <a:srgbClr val="FFFFFF"/>
                </a:highlight>
                <a:latin typeface="Consolas" panose="020B0609020204030204" pitchFamily="49" charset="0"/>
              </a:rPr>
              <a:t>++) {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a:t>
            </a:r>
            <a:r>
              <a:rPr lang="en-US" altLang="zh-CN" sz="1600" dirty="0" err="1">
                <a:solidFill>
                  <a:srgbClr val="000000"/>
                </a:solidFill>
                <a:highlight>
                  <a:srgbClr val="F8F8F8"/>
                </a:highlight>
                <a:latin typeface="Consolas" panose="020B0609020204030204" pitchFamily="49" charset="0"/>
              </a:rPr>
              <a:t>arr</a:t>
            </a:r>
            <a:r>
              <a:rPr lang="en-US" altLang="zh-CN" sz="1600" dirty="0">
                <a:solidFill>
                  <a:srgbClr val="000000"/>
                </a:solidFill>
                <a:highlight>
                  <a:srgbClr val="F8F8F8"/>
                </a:highlight>
                <a:latin typeface="Consolas" panose="020B0609020204030204" pitchFamily="49" charset="0"/>
              </a:rPr>
              <a:t>[</a:t>
            </a:r>
            <a:r>
              <a:rPr lang="en-US" altLang="zh-CN" sz="1600" dirty="0" err="1">
                <a:solidFill>
                  <a:srgbClr val="000000"/>
                </a:solidFill>
                <a:highlight>
                  <a:srgbClr val="F8F8F8"/>
                </a:highlight>
                <a:latin typeface="Consolas" panose="020B0609020204030204" pitchFamily="49" charset="0"/>
              </a:rPr>
              <a:t>i</a:t>
            </a:r>
            <a:r>
              <a:rPr lang="en-US" altLang="zh-CN" sz="1600" dirty="0">
                <a:solidFill>
                  <a:srgbClr val="000000"/>
                </a:solidFill>
                <a:highlight>
                  <a:srgbClr val="F8F8F8"/>
                </a:highlight>
                <a:latin typeface="Consolas" panose="020B0609020204030204" pitchFamily="49" charset="0"/>
              </a:rPr>
              <a:t>] = </a:t>
            </a:r>
            <a:r>
              <a:rPr lang="en-US" altLang="zh-CN" sz="1600" dirty="0" err="1">
                <a:solidFill>
                  <a:srgbClr val="000000"/>
                </a:solidFill>
                <a:highlight>
                  <a:srgbClr val="F8F8F8"/>
                </a:highlight>
                <a:latin typeface="Consolas" panose="020B0609020204030204" pitchFamily="49" charset="0"/>
              </a:rPr>
              <a:t>arr</a:t>
            </a:r>
            <a:r>
              <a:rPr lang="en-US" altLang="zh-CN" sz="1600" dirty="0">
                <a:solidFill>
                  <a:srgbClr val="000000"/>
                </a:solidFill>
                <a:highlight>
                  <a:srgbClr val="F8F8F8"/>
                </a:highlight>
                <a:latin typeface="Consolas" panose="020B0609020204030204" pitchFamily="49" charset="0"/>
              </a:rPr>
              <a:t>[</a:t>
            </a:r>
            <a:r>
              <a:rPr lang="en-US" altLang="zh-CN" sz="1600" dirty="0" err="1">
                <a:solidFill>
                  <a:srgbClr val="000000"/>
                </a:solidFill>
                <a:highlight>
                  <a:srgbClr val="F8F8F8"/>
                </a:highlight>
                <a:latin typeface="Consolas" panose="020B0609020204030204" pitchFamily="49" charset="0"/>
              </a:rPr>
              <a:t>i</a:t>
            </a:r>
            <a:r>
              <a:rPr lang="en-US" altLang="zh-CN" sz="1600" dirty="0">
                <a:solidFill>
                  <a:srgbClr val="000000"/>
                </a:solidFill>
                <a:highlight>
                  <a:srgbClr val="F8F8F8"/>
                </a:highlight>
                <a:latin typeface="Consolas" panose="020B0609020204030204" pitchFamily="49" charset="0"/>
              </a:rPr>
              <a:t> + 1];  </a:t>
            </a:r>
            <a:endParaRPr lang="en-US" altLang="zh-CN" sz="1600" dirty="0">
              <a:solidFill>
                <a:srgbClr val="5C5C5C"/>
              </a:solidFill>
              <a:highlight>
                <a:srgbClr val="F8F8F8"/>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  </a:t>
            </a: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a:t>
            </a:r>
            <a:r>
              <a:rPr lang="en-US" altLang="zh-CN" sz="1600" b="1" dirty="0">
                <a:solidFill>
                  <a:srgbClr val="006699"/>
                </a:solidFill>
                <a:highlight>
                  <a:srgbClr val="FFFFFF"/>
                </a:highlight>
                <a:latin typeface="Consolas" panose="020B0609020204030204" pitchFamily="49" charset="0"/>
              </a:rPr>
              <a:t>return</a:t>
            </a:r>
            <a:r>
              <a:rPr lang="en-US" altLang="zh-CN" sz="1600" dirty="0">
                <a:solidFill>
                  <a:srgbClr val="000000"/>
                </a:solidFill>
                <a:highlight>
                  <a:srgbClr val="FFFFFF"/>
                </a:highlight>
                <a:latin typeface="Consolas" panose="020B0609020204030204" pitchFamily="49" charset="0"/>
              </a:rPr>
              <a:t> n-1;</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a:t>
            </a:r>
            <a:endParaRPr lang="en-US" altLang="zh-CN" sz="1600" dirty="0">
              <a:solidFill>
                <a:srgbClr val="5C5C5C"/>
              </a:solidFill>
              <a:highlight>
                <a:srgbClr val="F8F8F8"/>
              </a:highlight>
              <a:latin typeface="Consolas" panose="020B0609020204030204" pitchFamily="49" charset="0"/>
            </a:endParaRPr>
          </a:p>
          <a:p>
            <a:pPr algn="l">
              <a:buFont typeface="+mj-lt"/>
              <a:buAutoNum type="arabicPeriod"/>
            </a:pPr>
            <a:r>
              <a:rPr lang="en-US" altLang="zh-CN" sz="1600" b="1" dirty="0">
                <a:solidFill>
                  <a:srgbClr val="2E8B57"/>
                </a:solidFill>
                <a:highlight>
                  <a:srgbClr val="FFFFFF"/>
                </a:highlight>
                <a:latin typeface="Consolas" panose="020B0609020204030204" pitchFamily="49" charset="0"/>
              </a:rPr>
              <a:t>int</a:t>
            </a:r>
            <a:r>
              <a:rPr lang="en-US" altLang="zh-CN" sz="1600" dirty="0">
                <a:solidFill>
                  <a:srgbClr val="000000"/>
                </a:solidFill>
                <a:highlight>
                  <a:srgbClr val="FFFFFF"/>
                </a:highlight>
                <a:latin typeface="Consolas" panose="020B0609020204030204" pitchFamily="49" charset="0"/>
              </a:rPr>
              <a:t> main() {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a:t>
            </a:r>
            <a:r>
              <a:rPr lang="en-US" altLang="zh-CN" sz="1600" b="1" dirty="0">
                <a:solidFill>
                  <a:srgbClr val="2E8B57"/>
                </a:solidFill>
                <a:highlight>
                  <a:srgbClr val="F8F8F8"/>
                </a:highlight>
                <a:latin typeface="Consolas" panose="020B0609020204030204" pitchFamily="49" charset="0"/>
              </a:rPr>
              <a:t>int</a:t>
            </a:r>
            <a:r>
              <a:rPr lang="en-US" altLang="zh-CN" sz="1600" dirty="0">
                <a:solidFill>
                  <a:srgbClr val="000000"/>
                </a:solidFill>
                <a:highlight>
                  <a:srgbClr val="F8F8F8"/>
                </a:highlight>
                <a:latin typeface="Consolas" panose="020B0609020204030204" pitchFamily="49" charset="0"/>
              </a:rPr>
              <a:t> </a:t>
            </a:r>
            <a:r>
              <a:rPr lang="en-US" altLang="zh-CN" sz="1600" dirty="0" err="1">
                <a:solidFill>
                  <a:srgbClr val="000000"/>
                </a:solidFill>
                <a:highlight>
                  <a:srgbClr val="F8F8F8"/>
                </a:highlight>
                <a:latin typeface="Consolas" panose="020B0609020204030204" pitchFamily="49" charset="0"/>
              </a:rPr>
              <a:t>arr</a:t>
            </a:r>
            <a:r>
              <a:rPr lang="en-US" altLang="zh-CN" sz="1600" dirty="0">
                <a:solidFill>
                  <a:srgbClr val="000000"/>
                </a:solidFill>
                <a:highlight>
                  <a:srgbClr val="F8F8F8"/>
                </a:highlight>
                <a:latin typeface="Consolas" panose="020B0609020204030204" pitchFamily="49" charset="0"/>
              </a:rPr>
              <a:t>[100] = {1, 2, 3, 4, 5};  </a:t>
            </a:r>
            <a:endParaRPr lang="en-US" altLang="zh-CN" sz="1600" dirty="0">
              <a:solidFill>
                <a:srgbClr val="5C5C5C"/>
              </a:solidFill>
              <a:highlight>
                <a:srgbClr val="F8F8F8"/>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a:t>
            </a:r>
            <a:r>
              <a:rPr lang="en-US" altLang="zh-CN" sz="1600" b="1" dirty="0">
                <a:solidFill>
                  <a:srgbClr val="2E8B57"/>
                </a:solidFill>
                <a:highlight>
                  <a:srgbClr val="FFFFFF"/>
                </a:highlight>
                <a:latin typeface="Consolas" panose="020B0609020204030204" pitchFamily="49" charset="0"/>
              </a:rPr>
              <a:t>int</a:t>
            </a:r>
            <a:r>
              <a:rPr lang="en-US" altLang="zh-CN" sz="1600" dirty="0">
                <a:solidFill>
                  <a:srgbClr val="000000"/>
                </a:solidFill>
                <a:highlight>
                  <a:srgbClr val="FFFFFF"/>
                </a:highlight>
                <a:latin typeface="Consolas" panose="020B0609020204030204" pitchFamily="49" charset="0"/>
              </a:rPr>
              <a:t> n = 5;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a:t>
            </a:r>
            <a:r>
              <a:rPr lang="en-US" altLang="zh-CN" sz="1600" dirty="0" err="1">
                <a:solidFill>
                  <a:srgbClr val="000000"/>
                </a:solidFill>
                <a:highlight>
                  <a:srgbClr val="F8F8F8"/>
                </a:highlight>
                <a:latin typeface="Consolas" panose="020B0609020204030204" pitchFamily="49" charset="0"/>
              </a:rPr>
              <a:t>delete_at_position</a:t>
            </a:r>
            <a:r>
              <a:rPr lang="en-US" altLang="zh-CN" sz="1600" dirty="0">
                <a:solidFill>
                  <a:srgbClr val="000000"/>
                </a:solidFill>
                <a:highlight>
                  <a:srgbClr val="F8F8F8"/>
                </a:highlight>
                <a:latin typeface="Consolas" panose="020B0609020204030204" pitchFamily="49" charset="0"/>
              </a:rPr>
              <a:t>(</a:t>
            </a:r>
            <a:r>
              <a:rPr lang="en-US" altLang="zh-CN" sz="1600" dirty="0" err="1">
                <a:solidFill>
                  <a:srgbClr val="000000"/>
                </a:solidFill>
                <a:highlight>
                  <a:srgbClr val="F8F8F8"/>
                </a:highlight>
                <a:latin typeface="Consolas" panose="020B0609020204030204" pitchFamily="49" charset="0"/>
              </a:rPr>
              <a:t>arr</a:t>
            </a:r>
            <a:r>
              <a:rPr lang="en-US" altLang="zh-CN" sz="1600" dirty="0">
                <a:solidFill>
                  <a:srgbClr val="000000"/>
                </a:solidFill>
                <a:highlight>
                  <a:srgbClr val="F8F8F8"/>
                </a:highlight>
                <a:latin typeface="Consolas" panose="020B0609020204030204" pitchFamily="49" charset="0"/>
              </a:rPr>
              <a:t>, n, 2);  </a:t>
            </a:r>
            <a:endParaRPr lang="en-US" altLang="zh-CN" sz="1600" dirty="0">
              <a:solidFill>
                <a:srgbClr val="5C5C5C"/>
              </a:solidFill>
              <a:highlight>
                <a:srgbClr val="F8F8F8"/>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n--;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a:t>
            </a:r>
            <a:r>
              <a:rPr lang="en-US" altLang="zh-CN" sz="1600" b="1" dirty="0">
                <a:solidFill>
                  <a:srgbClr val="006699"/>
                </a:solidFill>
                <a:highlight>
                  <a:srgbClr val="F8F8F8"/>
                </a:highlight>
                <a:latin typeface="Consolas" panose="020B0609020204030204" pitchFamily="49" charset="0"/>
              </a:rPr>
              <a:t>for</a:t>
            </a:r>
            <a:r>
              <a:rPr lang="en-US" altLang="zh-CN" sz="1600" dirty="0">
                <a:solidFill>
                  <a:srgbClr val="000000"/>
                </a:solidFill>
                <a:highlight>
                  <a:srgbClr val="F8F8F8"/>
                </a:highlight>
                <a:latin typeface="Consolas" panose="020B0609020204030204" pitchFamily="49" charset="0"/>
              </a:rPr>
              <a:t> (</a:t>
            </a:r>
            <a:r>
              <a:rPr lang="en-US" altLang="zh-CN" sz="1600" b="1" dirty="0">
                <a:solidFill>
                  <a:srgbClr val="2E8B57"/>
                </a:solidFill>
                <a:highlight>
                  <a:srgbClr val="F8F8F8"/>
                </a:highlight>
                <a:latin typeface="Consolas" panose="020B0609020204030204" pitchFamily="49" charset="0"/>
              </a:rPr>
              <a:t>int</a:t>
            </a:r>
            <a:r>
              <a:rPr lang="en-US" altLang="zh-CN" sz="1600" dirty="0">
                <a:solidFill>
                  <a:srgbClr val="000000"/>
                </a:solidFill>
                <a:highlight>
                  <a:srgbClr val="F8F8F8"/>
                </a:highlight>
                <a:latin typeface="Consolas" panose="020B0609020204030204" pitchFamily="49" charset="0"/>
              </a:rPr>
              <a:t> </a:t>
            </a:r>
            <a:r>
              <a:rPr lang="en-US" altLang="zh-CN" sz="1600" dirty="0" err="1">
                <a:solidFill>
                  <a:srgbClr val="000000"/>
                </a:solidFill>
                <a:highlight>
                  <a:srgbClr val="F8F8F8"/>
                </a:highlight>
                <a:latin typeface="Consolas" panose="020B0609020204030204" pitchFamily="49" charset="0"/>
              </a:rPr>
              <a:t>i</a:t>
            </a:r>
            <a:r>
              <a:rPr lang="en-US" altLang="zh-CN" sz="1600" dirty="0">
                <a:solidFill>
                  <a:srgbClr val="000000"/>
                </a:solidFill>
                <a:highlight>
                  <a:srgbClr val="F8F8F8"/>
                </a:highlight>
                <a:latin typeface="Consolas" panose="020B0609020204030204" pitchFamily="49" charset="0"/>
              </a:rPr>
              <a:t> = 0; </a:t>
            </a:r>
            <a:r>
              <a:rPr lang="en-US" altLang="zh-CN" sz="1600" dirty="0" err="1">
                <a:solidFill>
                  <a:srgbClr val="000000"/>
                </a:solidFill>
                <a:highlight>
                  <a:srgbClr val="F8F8F8"/>
                </a:highlight>
                <a:latin typeface="Consolas" panose="020B0609020204030204" pitchFamily="49" charset="0"/>
              </a:rPr>
              <a:t>i</a:t>
            </a:r>
            <a:r>
              <a:rPr lang="en-US" altLang="zh-CN" sz="1600" dirty="0">
                <a:solidFill>
                  <a:srgbClr val="000000"/>
                </a:solidFill>
                <a:highlight>
                  <a:srgbClr val="F8F8F8"/>
                </a:highlight>
                <a:latin typeface="Consolas" panose="020B0609020204030204" pitchFamily="49" charset="0"/>
              </a:rPr>
              <a:t> &lt; n; </a:t>
            </a:r>
            <a:r>
              <a:rPr lang="en-US" altLang="zh-CN" sz="1600" dirty="0" err="1">
                <a:solidFill>
                  <a:srgbClr val="000000"/>
                </a:solidFill>
                <a:highlight>
                  <a:srgbClr val="F8F8F8"/>
                </a:highlight>
                <a:latin typeface="Consolas" panose="020B0609020204030204" pitchFamily="49" charset="0"/>
              </a:rPr>
              <a:t>i</a:t>
            </a:r>
            <a:r>
              <a:rPr lang="en-US" altLang="zh-CN" sz="1600" dirty="0">
                <a:solidFill>
                  <a:srgbClr val="000000"/>
                </a:solidFill>
                <a:highlight>
                  <a:srgbClr val="F8F8F8"/>
                </a:highlight>
                <a:latin typeface="Consolas" panose="020B0609020204030204" pitchFamily="49" charset="0"/>
              </a:rPr>
              <a:t>++) {  </a:t>
            </a:r>
            <a:endParaRPr lang="en-US" altLang="zh-CN" sz="1600" dirty="0">
              <a:solidFill>
                <a:srgbClr val="5C5C5C"/>
              </a:solidFill>
              <a:highlight>
                <a:srgbClr val="F8F8F8"/>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a:t>
            </a:r>
            <a:r>
              <a:rPr lang="en-US" altLang="zh-CN" sz="1600" dirty="0" err="1">
                <a:solidFill>
                  <a:srgbClr val="000000"/>
                </a:solidFill>
                <a:highlight>
                  <a:srgbClr val="FFFFFF"/>
                </a:highlight>
                <a:latin typeface="Consolas" panose="020B0609020204030204" pitchFamily="49" charset="0"/>
              </a:rPr>
              <a:t>printf</a:t>
            </a:r>
            <a:r>
              <a:rPr lang="en-US" altLang="zh-CN" sz="1600" dirty="0">
                <a:solidFill>
                  <a:srgbClr val="000000"/>
                </a:solidFill>
                <a:highlight>
                  <a:srgbClr val="FFFFFF"/>
                </a:highlight>
                <a:latin typeface="Consolas" panose="020B0609020204030204" pitchFamily="49" charset="0"/>
              </a:rPr>
              <a:t>(</a:t>
            </a:r>
            <a:r>
              <a:rPr lang="en-US" altLang="zh-CN" sz="1600" dirty="0">
                <a:solidFill>
                  <a:srgbClr val="0000FF"/>
                </a:solidFill>
                <a:highlight>
                  <a:srgbClr val="FFFFFF"/>
                </a:highlight>
                <a:latin typeface="Consolas" panose="020B0609020204030204" pitchFamily="49" charset="0"/>
              </a:rPr>
              <a:t>"%d "</a:t>
            </a:r>
            <a:r>
              <a:rPr lang="en-US" altLang="zh-CN" sz="1600" dirty="0">
                <a:solidFill>
                  <a:srgbClr val="000000"/>
                </a:solidFill>
                <a:highlight>
                  <a:srgbClr val="FFFFFF"/>
                </a:highlight>
                <a:latin typeface="Consolas" panose="020B0609020204030204" pitchFamily="49" charset="0"/>
              </a:rPr>
              <a:t>, </a:t>
            </a:r>
            <a:r>
              <a:rPr lang="en-US" altLang="zh-CN" sz="1600" dirty="0" err="1">
                <a:solidFill>
                  <a:srgbClr val="000000"/>
                </a:solidFill>
                <a:highlight>
                  <a:srgbClr val="FFFFFF"/>
                </a:highlight>
                <a:latin typeface="Consolas" panose="020B0609020204030204" pitchFamily="49" charset="0"/>
              </a:rPr>
              <a:t>arr</a:t>
            </a:r>
            <a:r>
              <a:rPr lang="en-US" altLang="zh-CN" sz="1600" dirty="0">
                <a:solidFill>
                  <a:srgbClr val="000000"/>
                </a:solidFill>
                <a:highlight>
                  <a:srgbClr val="FFFFFF"/>
                </a:highlight>
                <a:latin typeface="Consolas" panose="020B0609020204030204" pitchFamily="49" charset="0"/>
              </a:rPr>
              <a:t>[</a:t>
            </a:r>
            <a:r>
              <a:rPr lang="en-US" altLang="zh-CN" sz="1600" dirty="0" err="1">
                <a:solidFill>
                  <a:srgbClr val="000000"/>
                </a:solidFill>
                <a:highlight>
                  <a:srgbClr val="FFFFFF"/>
                </a:highlight>
                <a:latin typeface="Consolas" panose="020B0609020204030204" pitchFamily="49" charset="0"/>
              </a:rPr>
              <a:t>i</a:t>
            </a:r>
            <a:r>
              <a:rPr lang="en-US" altLang="zh-CN" sz="1600" dirty="0">
                <a:solidFill>
                  <a:srgbClr val="000000"/>
                </a:solidFill>
                <a:highlight>
                  <a:srgbClr val="FFFFFF"/>
                </a:highlight>
                <a:latin typeface="Consolas" panose="020B0609020204030204" pitchFamily="49" charset="0"/>
              </a:rPr>
              <a:t>]);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  </a:t>
            </a:r>
            <a:endParaRPr lang="en-US" altLang="zh-CN" sz="1600" dirty="0">
              <a:solidFill>
                <a:srgbClr val="5C5C5C"/>
              </a:solidFill>
              <a:highlight>
                <a:srgbClr val="F8F8F8"/>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a:t>
            </a:r>
            <a:r>
              <a:rPr lang="en-US" altLang="zh-CN" sz="1600" b="1" dirty="0">
                <a:solidFill>
                  <a:srgbClr val="006699"/>
                </a:solidFill>
                <a:highlight>
                  <a:srgbClr val="FFFFFF"/>
                </a:highlight>
                <a:latin typeface="Consolas" panose="020B0609020204030204" pitchFamily="49" charset="0"/>
              </a:rPr>
              <a:t>return</a:t>
            </a:r>
            <a:r>
              <a:rPr lang="en-US" altLang="zh-CN" sz="1600" dirty="0">
                <a:solidFill>
                  <a:srgbClr val="000000"/>
                </a:solidFill>
                <a:highlight>
                  <a:srgbClr val="FFFFFF"/>
                </a:highlight>
                <a:latin typeface="Consolas" panose="020B0609020204030204" pitchFamily="49" charset="0"/>
              </a:rPr>
              <a:t> 0;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a:t>
            </a:r>
            <a:endParaRPr lang="en-US" altLang="zh-CN" sz="1600" dirty="0">
              <a:solidFill>
                <a:srgbClr val="5C5C5C"/>
              </a:solidFill>
              <a:highlight>
                <a:srgbClr val="F8F8F8"/>
              </a:highlight>
              <a:latin typeface="Consolas" panose="020B0609020204030204" pitchFamily="49" charset="0"/>
            </a:endParaRPr>
          </a:p>
        </p:txBody>
      </p:sp>
      <p:sp>
        <p:nvSpPr>
          <p:cNvPr id="7" name="文本框 6">
            <a:extLst>
              <a:ext uri="{FF2B5EF4-FFF2-40B4-BE49-F238E27FC236}">
                <a16:creationId xmlns:a16="http://schemas.microsoft.com/office/drawing/2014/main" id="{1BE6729F-BE01-6F42-EE46-C4A208D73EE7}"/>
              </a:ext>
            </a:extLst>
          </p:cNvPr>
          <p:cNvSpPr txBox="1"/>
          <p:nvPr/>
        </p:nvSpPr>
        <p:spPr>
          <a:xfrm>
            <a:off x="7392144" y="2014060"/>
            <a:ext cx="3600400" cy="2308324"/>
          </a:xfrm>
          <a:prstGeom prst="rect">
            <a:avLst/>
          </a:prstGeom>
          <a:noFill/>
        </p:spPr>
        <p:txBody>
          <a:bodyPr wrap="square" rtlCol="0">
            <a:spAutoFit/>
          </a:bodyPr>
          <a:lstStyle/>
          <a:p>
            <a:r>
              <a:rPr lang="zh-CN" altLang="en-US" sz="2400" dirty="0"/>
              <a:t>第</a:t>
            </a:r>
            <a:r>
              <a:rPr lang="en-US" altLang="zh-CN" sz="2400" dirty="0"/>
              <a:t>3-6</a:t>
            </a:r>
            <a:r>
              <a:rPr lang="zh-CN" altLang="en-US" sz="2400" dirty="0"/>
              <a:t>行：</a:t>
            </a:r>
            <a:r>
              <a:rPr lang="en-US" altLang="zh-CN" sz="2400" dirty="0"/>
              <a:t>O(1)</a:t>
            </a:r>
          </a:p>
          <a:p>
            <a:r>
              <a:rPr lang="zh-CN" altLang="en-US" sz="2400" dirty="0"/>
              <a:t>第</a:t>
            </a:r>
            <a:r>
              <a:rPr lang="en-US" altLang="zh-CN" sz="2400" dirty="0"/>
              <a:t>7-9</a:t>
            </a:r>
            <a:r>
              <a:rPr lang="zh-CN" altLang="en-US" sz="2400" dirty="0"/>
              <a:t>行：最多执行</a:t>
            </a:r>
            <a:r>
              <a:rPr lang="en-US" altLang="zh-CN" sz="2400" dirty="0"/>
              <a:t>n-pos</a:t>
            </a:r>
            <a:r>
              <a:rPr lang="zh-CN" altLang="en-US" sz="2400" dirty="0"/>
              <a:t>次，</a:t>
            </a:r>
            <a:r>
              <a:rPr lang="en-US" altLang="zh-CN" sz="2400" dirty="0"/>
              <a:t> O(n)</a:t>
            </a:r>
          </a:p>
          <a:p>
            <a:r>
              <a:rPr lang="zh-CN" altLang="en-US" sz="2400" dirty="0"/>
              <a:t>第</a:t>
            </a:r>
            <a:r>
              <a:rPr lang="en-US" altLang="zh-CN" sz="2400" dirty="0"/>
              <a:t>10</a:t>
            </a:r>
            <a:r>
              <a:rPr lang="zh-CN" altLang="en-US" sz="2400" dirty="0"/>
              <a:t>行：</a:t>
            </a:r>
            <a:r>
              <a:rPr lang="en-US" altLang="zh-CN" sz="2400" dirty="0"/>
              <a:t> O(1)</a:t>
            </a:r>
          </a:p>
          <a:p>
            <a:r>
              <a:rPr lang="zh-CN" altLang="en-US" sz="2400" dirty="0"/>
              <a:t>在给定位置插入时间复杂度为</a:t>
            </a:r>
            <a:r>
              <a:rPr lang="en-US" altLang="zh-CN" sz="2400" dirty="0"/>
              <a:t>O(n)</a:t>
            </a:r>
            <a:endParaRPr lang="zh-CN" altLang="en-US" sz="2400" dirty="0"/>
          </a:p>
        </p:txBody>
      </p:sp>
      <p:sp>
        <p:nvSpPr>
          <p:cNvPr id="2" name="灯片编号占位符 1">
            <a:extLst>
              <a:ext uri="{FF2B5EF4-FFF2-40B4-BE49-F238E27FC236}">
                <a16:creationId xmlns:a16="http://schemas.microsoft.com/office/drawing/2014/main" id="{FF501D40-D050-BB27-033B-E9F7DD67B2BD}"/>
              </a:ext>
            </a:extLst>
          </p:cNvPr>
          <p:cNvSpPr>
            <a:spLocks noGrp="1"/>
          </p:cNvSpPr>
          <p:nvPr>
            <p:ph type="sldNum" sz="quarter" idx="12"/>
          </p:nvPr>
        </p:nvSpPr>
        <p:spPr/>
        <p:txBody>
          <a:bodyPr/>
          <a:lstStyle/>
          <a:p>
            <a:pPr>
              <a:defRPr/>
            </a:pPr>
            <a:fld id="{7C4E558B-5425-6346-B896-72F904F12E77}" type="slidenum">
              <a:rPr lang="en-US" altLang="zh-CN" smtClean="0"/>
              <a:pPr>
                <a:defRPr/>
              </a:pPr>
              <a:t>38</a:t>
            </a:fld>
            <a:endParaRPr lang="zh-CN" altLang="en-US" dirty="0"/>
          </a:p>
        </p:txBody>
      </p:sp>
      <p:sp>
        <p:nvSpPr>
          <p:cNvPr id="5" name="标题 1">
            <a:extLst>
              <a:ext uri="{FF2B5EF4-FFF2-40B4-BE49-F238E27FC236}">
                <a16:creationId xmlns:a16="http://schemas.microsoft.com/office/drawing/2014/main" id="{F3C2A7FE-8F1B-B784-9176-F7318398FC09}"/>
              </a:ext>
            </a:extLst>
          </p:cNvPr>
          <p:cNvSpPr>
            <a:spLocks noGrp="1"/>
          </p:cNvSpPr>
          <p:nvPr>
            <p:ph type="title"/>
          </p:nvPr>
        </p:nvSpPr>
        <p:spPr>
          <a:xfrm>
            <a:off x="409303" y="144940"/>
            <a:ext cx="8955360" cy="677863"/>
          </a:xfrm>
        </p:spPr>
        <p:txBody>
          <a:bodyPr/>
          <a:lstStyle/>
          <a:p>
            <a:pPr algn="l"/>
            <a:r>
              <a:rPr lang="en-US" altLang="zh-CN" dirty="0">
                <a:latin typeface="黑体" panose="02010609060101010101" pitchFamily="49" charset="-122"/>
              </a:rPr>
              <a:t>11.5.2</a:t>
            </a:r>
            <a:r>
              <a:rPr lang="zh-CN" altLang="en-US" dirty="0">
                <a:latin typeface="黑体" panose="02010609060101010101" pitchFamily="49" charset="-122"/>
              </a:rPr>
              <a:t>在给定位置插入和删除</a:t>
            </a:r>
            <a:r>
              <a:rPr lang="en-US" altLang="zh-CN" dirty="0">
                <a:latin typeface="黑体" panose="02010609060101010101" pitchFamily="49" charset="-122"/>
              </a:rPr>
              <a:t>——</a:t>
            </a:r>
            <a:r>
              <a:rPr lang="zh-CN" altLang="en-US" dirty="0">
                <a:latin typeface="黑体" panose="02010609060101010101" pitchFamily="49" charset="-122"/>
              </a:rPr>
              <a:t>删除数</a:t>
            </a:r>
          </a:p>
        </p:txBody>
      </p:sp>
      <p:sp>
        <p:nvSpPr>
          <p:cNvPr id="8" name="文本框 7">
            <a:extLst>
              <a:ext uri="{FF2B5EF4-FFF2-40B4-BE49-F238E27FC236}">
                <a16:creationId xmlns:a16="http://schemas.microsoft.com/office/drawing/2014/main" id="{9609196F-1138-40FE-8A81-634D788A22F5}"/>
              </a:ext>
            </a:extLst>
          </p:cNvPr>
          <p:cNvSpPr txBox="1"/>
          <p:nvPr/>
        </p:nvSpPr>
        <p:spPr>
          <a:xfrm>
            <a:off x="7392144" y="4678356"/>
            <a:ext cx="3672408" cy="461665"/>
          </a:xfrm>
          <a:prstGeom prst="rect">
            <a:avLst/>
          </a:prstGeom>
          <a:noFill/>
        </p:spPr>
        <p:txBody>
          <a:bodyPr wrap="square" rtlCol="0">
            <a:spAutoFit/>
          </a:bodyPr>
          <a:lstStyle/>
          <a:p>
            <a:r>
              <a:rPr lang="zh-CN" altLang="en-US" sz="2400" dirty="0">
                <a:solidFill>
                  <a:srgbClr val="FF0000"/>
                </a:solidFill>
              </a:rPr>
              <a:t>平均复杂度如何分析？</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00C5DD25-9C68-4DAD-BCEE-BC78B7E75292}"/>
                  </a:ext>
                </a:extLst>
              </p:cNvPr>
              <p:cNvSpPr txBox="1"/>
              <p:nvPr/>
            </p:nvSpPr>
            <p:spPr>
              <a:xfrm>
                <a:off x="7556612" y="5181508"/>
                <a:ext cx="3096344" cy="91178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dirty="0"/>
                  <a:t>所有可能的</a:t>
                </a:r>
                <a:r>
                  <a:rPr lang="en-US" altLang="zh-CN" dirty="0"/>
                  <a:t>pos</a:t>
                </a:r>
                <a:r>
                  <a:rPr lang="zh-CN" altLang="en-US" dirty="0"/>
                  <a:t>位置</a:t>
                </a:r>
                <a:r>
                  <a:rPr lang="en-US" altLang="zh-CN" dirty="0"/>
                  <a:t>0,…,n</a:t>
                </a:r>
              </a:p>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𝑛</m:t>
                          </m:r>
                          <m:r>
                            <a:rPr lang="en-US" altLang="zh-CN" b="0" i="1" smtClean="0">
                              <a:latin typeface="Cambria Math" panose="02040503050406030204" pitchFamily="18" charset="0"/>
                            </a:rPr>
                            <m:t>+1</m:t>
                          </m:r>
                        </m:den>
                      </m:f>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+…+0</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/2</m:t>
                      </m:r>
                    </m:oMath>
                  </m:oMathPara>
                </a14:m>
                <a:endParaRPr lang="zh-CN" altLang="en-US" dirty="0"/>
              </a:p>
            </p:txBody>
          </p:sp>
        </mc:Choice>
        <mc:Fallback xmlns="">
          <p:sp>
            <p:nvSpPr>
              <p:cNvPr id="9" name="文本框 8">
                <a:extLst>
                  <a:ext uri="{FF2B5EF4-FFF2-40B4-BE49-F238E27FC236}">
                    <a16:creationId xmlns:a16="http://schemas.microsoft.com/office/drawing/2014/main" id="{00C5DD25-9C68-4DAD-BCEE-BC78B7E75292}"/>
                  </a:ext>
                </a:extLst>
              </p:cNvPr>
              <p:cNvSpPr txBox="1">
                <a:spLocks noRot="1" noChangeAspect="1" noMove="1" noResize="1" noEditPoints="1" noAdjustHandles="1" noChangeArrowheads="1" noChangeShapeType="1" noTextEdit="1"/>
              </p:cNvSpPr>
              <p:nvPr/>
            </p:nvSpPr>
            <p:spPr>
              <a:xfrm>
                <a:off x="7556612" y="5181508"/>
                <a:ext cx="3096344" cy="911788"/>
              </a:xfrm>
              <a:prstGeom prst="rect">
                <a:avLst/>
              </a:prstGeom>
              <a:blipFill>
                <a:blip r:embed="rId2"/>
                <a:stretch>
                  <a:fillRect l="-1772" t="-53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58613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C2A7FE-8F1B-B784-9176-F7318398FC09}"/>
              </a:ext>
            </a:extLst>
          </p:cNvPr>
          <p:cNvSpPr>
            <a:spLocks noGrp="1"/>
          </p:cNvSpPr>
          <p:nvPr>
            <p:ph type="title"/>
          </p:nvPr>
        </p:nvSpPr>
        <p:spPr/>
        <p:txBody>
          <a:bodyPr/>
          <a:lstStyle/>
          <a:p>
            <a:pPr algn="l"/>
            <a:r>
              <a:rPr lang="en-US" altLang="zh-CN" dirty="0">
                <a:latin typeface="黑体" panose="02010609060101010101" pitchFamily="49" charset="-122"/>
              </a:rPr>
              <a:t>11.5.3</a:t>
            </a:r>
            <a:r>
              <a:rPr lang="zh-CN" altLang="en-US" dirty="0">
                <a:latin typeface="黑体" panose="02010609060101010101" pitchFamily="49" charset="-122"/>
              </a:rPr>
              <a:t>无序数组插入和删除</a:t>
            </a:r>
          </a:p>
        </p:txBody>
      </p:sp>
      <p:sp>
        <p:nvSpPr>
          <p:cNvPr id="3" name="内容占位符 2">
            <a:extLst>
              <a:ext uri="{FF2B5EF4-FFF2-40B4-BE49-F238E27FC236}">
                <a16:creationId xmlns:a16="http://schemas.microsoft.com/office/drawing/2014/main" id="{6ABF43EB-23E6-37F1-8530-E5BB26070490}"/>
              </a:ext>
            </a:extLst>
          </p:cNvPr>
          <p:cNvSpPr>
            <a:spLocks noGrp="1"/>
          </p:cNvSpPr>
          <p:nvPr>
            <p:ph idx="1"/>
          </p:nvPr>
        </p:nvSpPr>
        <p:spPr>
          <a:xfrm>
            <a:off x="1824038" y="1716189"/>
            <a:ext cx="8543925" cy="4351338"/>
          </a:xfrm>
        </p:spPr>
        <p:txBody>
          <a:bodyPr/>
          <a:lstStyle/>
          <a:p>
            <a:r>
              <a:rPr lang="zh-CN" altLang="en-US" dirty="0"/>
              <a:t>在数组里插入一个数</a:t>
            </a:r>
            <a:r>
              <a:rPr lang="en-US" altLang="zh-CN" dirty="0"/>
              <a:t>11</a:t>
            </a:r>
            <a:endParaRPr lang="zh-CN" altLang="en-US" dirty="0"/>
          </a:p>
        </p:txBody>
      </p:sp>
      <p:sp>
        <p:nvSpPr>
          <p:cNvPr id="5" name="灯片编号占位符 4">
            <a:extLst>
              <a:ext uri="{FF2B5EF4-FFF2-40B4-BE49-F238E27FC236}">
                <a16:creationId xmlns:a16="http://schemas.microsoft.com/office/drawing/2014/main" id="{86649510-653B-B7EF-42F7-71ACFB3E759E}"/>
              </a:ext>
            </a:extLst>
          </p:cNvPr>
          <p:cNvSpPr>
            <a:spLocks noGrp="1"/>
          </p:cNvSpPr>
          <p:nvPr>
            <p:ph type="sldNum" sz="quarter" idx="12"/>
          </p:nvPr>
        </p:nvSpPr>
        <p:spPr/>
        <p:txBody>
          <a:bodyPr/>
          <a:lstStyle/>
          <a:p>
            <a:pPr>
              <a:defRPr/>
            </a:pPr>
            <a:fld id="{7C4E558B-5425-6346-B896-72F904F12E77}" type="slidenum">
              <a:rPr lang="en-US" altLang="zh-CN" smtClean="0"/>
              <a:pPr>
                <a:defRPr/>
              </a:pPr>
              <a:t>39</a:t>
            </a:fld>
            <a:endParaRPr lang="zh-CN" altLang="en-US" dirty="0"/>
          </a:p>
        </p:txBody>
      </p:sp>
      <p:graphicFrame>
        <p:nvGraphicFramePr>
          <p:cNvPr id="7" name="Group 3">
            <a:extLst>
              <a:ext uri="{FF2B5EF4-FFF2-40B4-BE49-F238E27FC236}">
                <a16:creationId xmlns:a16="http://schemas.microsoft.com/office/drawing/2014/main" id="{FD5C1C7D-6A18-FA26-EA72-2E5CCFC4E544}"/>
              </a:ext>
            </a:extLst>
          </p:cNvPr>
          <p:cNvGraphicFramePr>
            <a:graphicFrameLocks noGrp="1"/>
          </p:cNvGraphicFramePr>
          <p:nvPr>
            <p:extLst>
              <p:ext uri="{D42A27DB-BD31-4B8C-83A1-F6EECF244321}">
                <p14:modId xmlns:p14="http://schemas.microsoft.com/office/powerpoint/2010/main" val="319897082"/>
              </p:ext>
            </p:extLst>
          </p:nvPr>
        </p:nvGraphicFramePr>
        <p:xfrm>
          <a:off x="2711624" y="2492896"/>
          <a:ext cx="5184576" cy="457200"/>
        </p:xfrm>
        <a:graphic>
          <a:graphicData uri="http://schemas.openxmlformats.org/drawingml/2006/table">
            <a:tbl>
              <a:tblPr>
                <a:tableStyleId>{5940675A-B579-460E-94D1-54222C63F5DA}</a:tableStyleId>
              </a:tblPr>
              <a:tblGrid>
                <a:gridCol w="5760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7606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576064">
                  <a:extLst>
                    <a:ext uri="{9D8B030D-6E8A-4147-A177-3AD203B41FA5}">
                      <a16:colId xmlns:a16="http://schemas.microsoft.com/office/drawing/2014/main" val="20006"/>
                    </a:ext>
                  </a:extLst>
                </a:gridCol>
                <a:gridCol w="576064">
                  <a:extLst>
                    <a:ext uri="{9D8B030D-6E8A-4147-A177-3AD203B41FA5}">
                      <a16:colId xmlns:a16="http://schemas.microsoft.com/office/drawing/2014/main" val="20007"/>
                    </a:ext>
                  </a:extLst>
                </a:gridCol>
                <a:gridCol w="576064">
                  <a:extLst>
                    <a:ext uri="{9D8B030D-6E8A-4147-A177-3AD203B41FA5}">
                      <a16:colId xmlns:a16="http://schemas.microsoft.com/office/drawing/2014/main" val="239877448"/>
                    </a:ext>
                  </a:extLst>
                </a:gridCol>
              </a:tblGrid>
              <a:tr h="4572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dirty="0">
                          <a:ln>
                            <a:noFill/>
                          </a:ln>
                          <a:solidFill>
                            <a:srgbClr val="000066"/>
                          </a:solidFill>
                          <a:effectLst/>
                          <a:latin typeface="Courier New" charset="0"/>
                          <a:ea typeface="宋体" charset="0"/>
                        </a:rPr>
                        <a:t>7</a:t>
                      </a: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6</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2</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10</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12</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graphicFrame>
        <p:nvGraphicFramePr>
          <p:cNvPr id="6" name="Group 3">
            <a:extLst>
              <a:ext uri="{FF2B5EF4-FFF2-40B4-BE49-F238E27FC236}">
                <a16:creationId xmlns:a16="http://schemas.microsoft.com/office/drawing/2014/main" id="{CBFDC69C-D67E-63CB-5C15-C9E341BFED2A}"/>
              </a:ext>
            </a:extLst>
          </p:cNvPr>
          <p:cNvGraphicFramePr>
            <a:graphicFrameLocks noGrp="1"/>
          </p:cNvGraphicFramePr>
          <p:nvPr>
            <p:extLst>
              <p:ext uri="{D42A27DB-BD31-4B8C-83A1-F6EECF244321}">
                <p14:modId xmlns:p14="http://schemas.microsoft.com/office/powerpoint/2010/main" val="994950213"/>
              </p:ext>
            </p:extLst>
          </p:nvPr>
        </p:nvGraphicFramePr>
        <p:xfrm>
          <a:off x="2718232" y="3337720"/>
          <a:ext cx="5184576" cy="457200"/>
        </p:xfrm>
        <a:graphic>
          <a:graphicData uri="http://schemas.openxmlformats.org/drawingml/2006/table">
            <a:tbl>
              <a:tblPr>
                <a:tableStyleId>{5940675A-B579-460E-94D1-54222C63F5DA}</a:tableStyleId>
              </a:tblPr>
              <a:tblGrid>
                <a:gridCol w="5760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7606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576064">
                  <a:extLst>
                    <a:ext uri="{9D8B030D-6E8A-4147-A177-3AD203B41FA5}">
                      <a16:colId xmlns:a16="http://schemas.microsoft.com/office/drawing/2014/main" val="20006"/>
                    </a:ext>
                  </a:extLst>
                </a:gridCol>
                <a:gridCol w="576064">
                  <a:extLst>
                    <a:ext uri="{9D8B030D-6E8A-4147-A177-3AD203B41FA5}">
                      <a16:colId xmlns:a16="http://schemas.microsoft.com/office/drawing/2014/main" val="20007"/>
                    </a:ext>
                  </a:extLst>
                </a:gridCol>
                <a:gridCol w="576064">
                  <a:extLst>
                    <a:ext uri="{9D8B030D-6E8A-4147-A177-3AD203B41FA5}">
                      <a16:colId xmlns:a16="http://schemas.microsoft.com/office/drawing/2014/main" val="239877448"/>
                    </a:ext>
                  </a:extLst>
                </a:gridCol>
              </a:tblGrid>
              <a:tr h="4572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dirty="0">
                          <a:ln>
                            <a:noFill/>
                          </a:ln>
                          <a:solidFill>
                            <a:srgbClr val="000066"/>
                          </a:solidFill>
                          <a:effectLst/>
                          <a:latin typeface="Courier New" charset="0"/>
                          <a:ea typeface="宋体" charset="0"/>
                        </a:rPr>
                        <a:t>7</a:t>
                      </a: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6</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2</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10</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12</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dirty="0">
                          <a:ln>
                            <a:noFill/>
                          </a:ln>
                          <a:solidFill>
                            <a:srgbClr val="000066"/>
                          </a:solidFill>
                          <a:effectLst/>
                          <a:latin typeface="Courier New" charset="0"/>
                          <a:ea typeface="宋体" charset="0"/>
                        </a:rPr>
                        <a:t>11</a:t>
                      </a:r>
                    </a:p>
                  </a:txBody>
                  <a:tcPr marL="99060" marR="99060" horzOverflow="overflow"/>
                </a:tc>
                <a:extLst>
                  <a:ext uri="{0D108BD9-81ED-4DB2-BD59-A6C34878D82A}">
                    <a16:rowId xmlns:a16="http://schemas.microsoft.com/office/drawing/2014/main" val="10000"/>
                  </a:ext>
                </a:extLst>
              </a:tr>
            </a:tbl>
          </a:graphicData>
        </a:graphic>
      </p:graphicFrame>
      <p:sp>
        <p:nvSpPr>
          <p:cNvPr id="12" name="文本框 11">
            <a:extLst>
              <a:ext uri="{FF2B5EF4-FFF2-40B4-BE49-F238E27FC236}">
                <a16:creationId xmlns:a16="http://schemas.microsoft.com/office/drawing/2014/main" id="{8ABAA02F-C2A2-58CD-87BA-0CFCE953E9B2}"/>
              </a:ext>
            </a:extLst>
          </p:cNvPr>
          <p:cNvSpPr txBox="1"/>
          <p:nvPr/>
        </p:nvSpPr>
        <p:spPr>
          <a:xfrm>
            <a:off x="3359697" y="4139479"/>
            <a:ext cx="3877985" cy="369332"/>
          </a:xfrm>
          <a:prstGeom prst="rect">
            <a:avLst/>
          </a:prstGeom>
          <a:noFill/>
        </p:spPr>
        <p:txBody>
          <a:bodyPr wrap="none" rtlCol="0">
            <a:spAutoFit/>
          </a:bodyPr>
          <a:lstStyle/>
          <a:p>
            <a:r>
              <a:rPr lang="zh-CN" altLang="en-US" dirty="0"/>
              <a:t>在数组里第一个未被利用的位置插入</a:t>
            </a:r>
          </a:p>
        </p:txBody>
      </p:sp>
    </p:spTree>
    <p:extLst>
      <p:ext uri="{BB962C8B-B14F-4D97-AF65-F5344CB8AC3E}">
        <p14:creationId xmlns:p14="http://schemas.microsoft.com/office/powerpoint/2010/main" val="13898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ox(i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8875B5F-AC54-948A-47F8-782B4A069642}"/>
              </a:ext>
            </a:extLst>
          </p:cNvPr>
          <p:cNvSpPr txBox="1"/>
          <p:nvPr/>
        </p:nvSpPr>
        <p:spPr>
          <a:xfrm>
            <a:off x="1487488" y="1647279"/>
            <a:ext cx="8208913" cy="3970318"/>
          </a:xfrm>
          <a:prstGeom prst="rect">
            <a:avLst/>
          </a:prstGeom>
          <a:noFill/>
        </p:spPr>
        <p:txBody>
          <a:bodyPr wrap="square">
            <a:spAutoFit/>
          </a:bodyPr>
          <a:lstStyle/>
          <a:p>
            <a:pPr algn="l">
              <a:buFont typeface="+mj-lt"/>
              <a:buAutoNum type="arabicPeriod"/>
            </a:pPr>
            <a:r>
              <a:rPr lang="en-US" altLang="zh-CN" dirty="0">
                <a:solidFill>
                  <a:srgbClr val="808080"/>
                </a:solidFill>
                <a:highlight>
                  <a:srgbClr val="FFFFFF"/>
                </a:highlight>
                <a:latin typeface="Consolas" panose="020B0609020204030204" pitchFamily="49" charset="0"/>
              </a:rPr>
              <a:t>#include &lt;</a:t>
            </a:r>
            <a:r>
              <a:rPr lang="en-US" altLang="zh-CN" dirty="0" err="1">
                <a:solidFill>
                  <a:srgbClr val="808080"/>
                </a:solidFill>
                <a:highlight>
                  <a:srgbClr val="FFFFFF"/>
                </a:highlight>
                <a:latin typeface="Consolas" panose="020B0609020204030204" pitchFamily="49" charset="0"/>
              </a:rPr>
              <a:t>stdio.h</a:t>
            </a:r>
            <a:r>
              <a:rPr lang="en-US" altLang="zh-CN" dirty="0">
                <a:solidFill>
                  <a:srgbClr val="808080"/>
                </a:solidFill>
                <a:highlight>
                  <a:srgbClr val="FFFFFF"/>
                </a:highlight>
                <a:latin typeface="Consolas" panose="020B0609020204030204" pitchFamily="49" charset="0"/>
              </a:rPr>
              <a:t>&gt;</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b="1" dirty="0">
                <a:solidFill>
                  <a:srgbClr val="006699"/>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insert_unordered</a:t>
            </a:r>
            <a:r>
              <a:rPr lang="en-US" altLang="zh-CN" dirty="0">
                <a:solidFill>
                  <a:srgbClr val="000000"/>
                </a:solidFill>
                <a:highlight>
                  <a:srgbClr val="FFFFFF"/>
                </a:highlight>
                <a:latin typeface="Consolas" panose="020B0609020204030204" pitchFamily="49" charset="0"/>
              </a:rPr>
              <a:t>(</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arr</a:t>
            </a:r>
            <a:r>
              <a:rPr lang="en-US" altLang="zh-CN" dirty="0">
                <a:solidFill>
                  <a:srgbClr val="000000"/>
                </a:solidFill>
                <a:highlight>
                  <a:srgbClr val="FFFFFF"/>
                </a:highlight>
                <a:latin typeface="Consolas" panose="020B0609020204030204" pitchFamily="49" charset="0"/>
              </a:rPr>
              <a:t>[],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n,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value) {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arr</a:t>
            </a:r>
            <a:r>
              <a:rPr lang="en-US" altLang="zh-CN" dirty="0">
                <a:solidFill>
                  <a:srgbClr val="000000"/>
                </a:solidFill>
                <a:highlight>
                  <a:srgbClr val="F8F8F8"/>
                </a:highlight>
                <a:latin typeface="Consolas" panose="020B0609020204030204" pitchFamily="49" charset="0"/>
              </a:rPr>
              <a:t>[n] = value;  </a:t>
            </a:r>
          </a:p>
          <a:p>
            <a:pPr algn="l">
              <a:buFont typeface="+mj-lt"/>
              <a:buAutoNum type="arabicPeriod"/>
            </a:pPr>
            <a:r>
              <a:rPr lang="en-US" altLang="zh-CN" dirty="0">
                <a:solidFill>
                  <a:srgbClr val="000000"/>
                </a:solidFill>
                <a:highlight>
                  <a:srgbClr val="F8F8F8"/>
                </a:highlight>
                <a:latin typeface="Consolas" panose="020B0609020204030204" pitchFamily="49" charset="0"/>
              </a:rPr>
              <a:t>    return n+1;</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main() {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arr</a:t>
            </a:r>
            <a:r>
              <a:rPr lang="en-US" altLang="zh-CN" dirty="0">
                <a:solidFill>
                  <a:srgbClr val="000000"/>
                </a:solidFill>
                <a:highlight>
                  <a:srgbClr val="F8F8F8"/>
                </a:highlight>
                <a:latin typeface="Consolas" panose="020B0609020204030204" pitchFamily="49" charset="0"/>
              </a:rPr>
              <a:t>[100] = {1, 2, 3, 4, 5};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n = 5;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n = </a:t>
            </a:r>
            <a:r>
              <a:rPr lang="en-US" altLang="zh-CN" dirty="0" err="1">
                <a:solidFill>
                  <a:srgbClr val="000000"/>
                </a:solidFill>
                <a:highlight>
                  <a:srgbClr val="F8F8F8"/>
                </a:highlight>
                <a:latin typeface="Consolas" panose="020B0609020204030204" pitchFamily="49" charset="0"/>
              </a:rPr>
              <a:t>insert_unordered</a:t>
            </a:r>
            <a:r>
              <a:rPr lang="en-US" altLang="zh-CN" dirty="0">
                <a:solidFill>
                  <a:srgbClr val="000000"/>
                </a:solidFill>
                <a:highlight>
                  <a:srgbClr val="F8F8F8"/>
                </a:highlight>
                <a:latin typeface="Consolas" panose="020B0609020204030204" pitchFamily="49" charset="0"/>
              </a:rPr>
              <a:t>(</a:t>
            </a:r>
            <a:r>
              <a:rPr lang="en-US" altLang="zh-CN" dirty="0" err="1">
                <a:solidFill>
                  <a:srgbClr val="000000"/>
                </a:solidFill>
                <a:highlight>
                  <a:srgbClr val="F8F8F8"/>
                </a:highlight>
                <a:latin typeface="Consolas" panose="020B0609020204030204" pitchFamily="49" charset="0"/>
              </a:rPr>
              <a:t>arr</a:t>
            </a:r>
            <a:r>
              <a:rPr lang="en-US" altLang="zh-CN" dirty="0">
                <a:solidFill>
                  <a:srgbClr val="000000"/>
                </a:solidFill>
                <a:highlight>
                  <a:srgbClr val="F8F8F8"/>
                </a:highlight>
                <a:latin typeface="Consolas" panose="020B0609020204030204" pitchFamily="49" charset="0"/>
              </a:rPr>
              <a:t>, n, 99);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for</a:t>
            </a: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 0;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&lt; n;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printf</a:t>
            </a:r>
            <a:r>
              <a:rPr lang="en-US" altLang="zh-CN" dirty="0">
                <a:solidFill>
                  <a:srgbClr val="000000"/>
                </a:solidFill>
                <a:highlight>
                  <a:srgbClr val="FFFFFF"/>
                </a:highlight>
                <a:latin typeface="Consolas" panose="020B0609020204030204" pitchFamily="49" charset="0"/>
              </a:rPr>
              <a:t>(</a:t>
            </a:r>
            <a:r>
              <a:rPr lang="en-US" altLang="zh-CN" dirty="0">
                <a:solidFill>
                  <a:srgbClr val="0000FF"/>
                </a:solidFill>
                <a:highlight>
                  <a:srgbClr val="FFFFFF"/>
                </a:highlight>
                <a:latin typeface="Consolas" panose="020B0609020204030204" pitchFamily="49" charset="0"/>
              </a:rPr>
              <a:t>"%d "</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arr</a:t>
            </a:r>
            <a:r>
              <a:rPr lang="en-US" altLang="zh-CN" dirty="0">
                <a:solidFill>
                  <a:srgbClr val="000000"/>
                </a:solidFill>
                <a:highlight>
                  <a:srgbClr val="FFFFFF"/>
                </a:highlight>
                <a:latin typeface="Consolas" panose="020B0609020204030204" pitchFamily="49" charset="0"/>
              </a:rPr>
              <a:t>[</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return</a:t>
            </a:r>
            <a:r>
              <a:rPr lang="en-US" altLang="zh-CN" dirty="0">
                <a:solidFill>
                  <a:srgbClr val="000000"/>
                </a:solidFill>
                <a:highlight>
                  <a:srgbClr val="FFFFFF"/>
                </a:highlight>
                <a:latin typeface="Consolas" panose="020B0609020204030204" pitchFamily="49" charset="0"/>
              </a:rPr>
              <a:t> 0;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p:txBody>
      </p:sp>
      <p:sp>
        <p:nvSpPr>
          <p:cNvPr id="8" name="文本框 7">
            <a:extLst>
              <a:ext uri="{FF2B5EF4-FFF2-40B4-BE49-F238E27FC236}">
                <a16:creationId xmlns:a16="http://schemas.microsoft.com/office/drawing/2014/main" id="{E5B33D03-0026-3C30-3DFB-B33DBE45206E}"/>
              </a:ext>
            </a:extLst>
          </p:cNvPr>
          <p:cNvSpPr txBox="1"/>
          <p:nvPr/>
        </p:nvSpPr>
        <p:spPr>
          <a:xfrm>
            <a:off x="5807968" y="5222484"/>
            <a:ext cx="3600400" cy="369332"/>
          </a:xfrm>
          <a:prstGeom prst="rect">
            <a:avLst/>
          </a:prstGeom>
          <a:noFill/>
        </p:spPr>
        <p:txBody>
          <a:bodyPr wrap="square">
            <a:spAutoFit/>
          </a:bodyPr>
          <a:lstStyle/>
          <a:p>
            <a:r>
              <a:rPr lang="zh-CN" altLang="en-US" dirty="0"/>
              <a:t>无序数组插入时间复杂度为</a:t>
            </a:r>
            <a:r>
              <a:rPr lang="en-US" altLang="zh-CN" dirty="0"/>
              <a:t>O(1)</a:t>
            </a:r>
            <a:endParaRPr lang="zh-CN" altLang="en-US" dirty="0"/>
          </a:p>
        </p:txBody>
      </p:sp>
      <p:sp>
        <p:nvSpPr>
          <p:cNvPr id="2" name="灯片编号占位符 1">
            <a:extLst>
              <a:ext uri="{FF2B5EF4-FFF2-40B4-BE49-F238E27FC236}">
                <a16:creationId xmlns:a16="http://schemas.microsoft.com/office/drawing/2014/main" id="{0EAD49D1-E049-61F2-E028-65A0C5321674}"/>
              </a:ext>
            </a:extLst>
          </p:cNvPr>
          <p:cNvSpPr>
            <a:spLocks noGrp="1"/>
          </p:cNvSpPr>
          <p:nvPr>
            <p:ph type="sldNum" sz="quarter" idx="12"/>
          </p:nvPr>
        </p:nvSpPr>
        <p:spPr/>
        <p:txBody>
          <a:bodyPr/>
          <a:lstStyle/>
          <a:p>
            <a:pPr>
              <a:defRPr/>
            </a:pPr>
            <a:fld id="{7C4E558B-5425-6346-B896-72F904F12E77}" type="slidenum">
              <a:rPr lang="en-US" altLang="zh-CN" smtClean="0"/>
              <a:pPr>
                <a:defRPr/>
              </a:pPr>
              <a:t>40</a:t>
            </a:fld>
            <a:endParaRPr lang="zh-CN" altLang="en-US" dirty="0"/>
          </a:p>
        </p:txBody>
      </p:sp>
      <p:sp>
        <p:nvSpPr>
          <p:cNvPr id="5" name="标题 1">
            <a:extLst>
              <a:ext uri="{FF2B5EF4-FFF2-40B4-BE49-F238E27FC236}">
                <a16:creationId xmlns:a16="http://schemas.microsoft.com/office/drawing/2014/main" id="{F3C2A7FE-8F1B-B784-9176-F7318398FC09}"/>
              </a:ext>
            </a:extLst>
          </p:cNvPr>
          <p:cNvSpPr>
            <a:spLocks noGrp="1"/>
          </p:cNvSpPr>
          <p:nvPr>
            <p:ph type="title"/>
          </p:nvPr>
        </p:nvSpPr>
        <p:spPr>
          <a:xfrm>
            <a:off x="287338" y="190500"/>
            <a:ext cx="11523662" cy="677863"/>
          </a:xfrm>
        </p:spPr>
        <p:txBody>
          <a:bodyPr/>
          <a:lstStyle/>
          <a:p>
            <a:pPr algn="l"/>
            <a:r>
              <a:rPr lang="en-US" altLang="zh-CN" dirty="0">
                <a:latin typeface="黑体" panose="02010609060101010101" pitchFamily="49" charset="-122"/>
              </a:rPr>
              <a:t>11.5.3</a:t>
            </a:r>
            <a:r>
              <a:rPr lang="zh-CN" altLang="en-US" dirty="0">
                <a:latin typeface="黑体" panose="02010609060101010101" pitchFamily="49" charset="-122"/>
              </a:rPr>
              <a:t> 无序数组插入和删除</a:t>
            </a:r>
          </a:p>
        </p:txBody>
      </p:sp>
    </p:spTree>
    <p:extLst>
      <p:ext uri="{BB962C8B-B14F-4D97-AF65-F5344CB8AC3E}">
        <p14:creationId xmlns:p14="http://schemas.microsoft.com/office/powerpoint/2010/main" val="24291308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C2A7FE-8F1B-B784-9176-F7318398FC09}"/>
              </a:ext>
            </a:extLst>
          </p:cNvPr>
          <p:cNvSpPr>
            <a:spLocks noGrp="1"/>
          </p:cNvSpPr>
          <p:nvPr>
            <p:ph type="title"/>
          </p:nvPr>
        </p:nvSpPr>
        <p:spPr/>
        <p:txBody>
          <a:bodyPr/>
          <a:lstStyle/>
          <a:p>
            <a:pPr algn="l"/>
            <a:r>
              <a:rPr lang="en-US" altLang="zh-CN" dirty="0">
                <a:latin typeface="黑体" panose="02010609060101010101" pitchFamily="49" charset="-122"/>
              </a:rPr>
              <a:t>11.5.3</a:t>
            </a:r>
            <a:r>
              <a:rPr lang="zh-CN" altLang="en-US" dirty="0">
                <a:latin typeface="黑体" panose="02010609060101010101" pitchFamily="49" charset="-122"/>
              </a:rPr>
              <a:t> 无序数组插入和删除</a:t>
            </a:r>
          </a:p>
        </p:txBody>
      </p:sp>
      <p:sp>
        <p:nvSpPr>
          <p:cNvPr id="3" name="内容占位符 2">
            <a:extLst>
              <a:ext uri="{FF2B5EF4-FFF2-40B4-BE49-F238E27FC236}">
                <a16:creationId xmlns:a16="http://schemas.microsoft.com/office/drawing/2014/main" id="{6ABF43EB-23E6-37F1-8530-E5BB26070490}"/>
              </a:ext>
            </a:extLst>
          </p:cNvPr>
          <p:cNvSpPr>
            <a:spLocks noGrp="1"/>
          </p:cNvSpPr>
          <p:nvPr>
            <p:ph idx="1"/>
          </p:nvPr>
        </p:nvSpPr>
        <p:spPr>
          <a:xfrm>
            <a:off x="1824038" y="1716189"/>
            <a:ext cx="8543925" cy="4351338"/>
          </a:xfrm>
        </p:spPr>
        <p:txBody>
          <a:bodyPr>
            <a:normAutofit fontScale="85000" lnSpcReduction="20000"/>
          </a:bodyPr>
          <a:lstStyle/>
          <a:p>
            <a:r>
              <a:rPr lang="zh-CN" altLang="en-US" dirty="0"/>
              <a:t>在数组里删除</a:t>
            </a:r>
            <a:r>
              <a:rPr lang="en-US" altLang="zh-CN" dirty="0"/>
              <a:t>6</a:t>
            </a:r>
            <a:r>
              <a:rPr lang="zh-CN" altLang="en-US" dirty="0"/>
              <a:t>（分情况删除第一个出现的</a:t>
            </a:r>
            <a:r>
              <a:rPr lang="en-US" altLang="zh-CN" dirty="0"/>
              <a:t>6</a:t>
            </a:r>
            <a:r>
              <a:rPr lang="zh-CN" altLang="en-US" dirty="0"/>
              <a:t>，删除所有的</a:t>
            </a:r>
            <a:r>
              <a:rPr lang="en-US" altLang="zh-CN" dirty="0"/>
              <a:t>6</a:t>
            </a:r>
            <a:r>
              <a:rPr lang="zh-CN" altLang="en-US" dirty="0"/>
              <a:t>）</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marL="0" indent="0">
              <a:buNone/>
            </a:pPr>
            <a:endParaRPr lang="en-US" altLang="zh-CN" dirty="0"/>
          </a:p>
          <a:p>
            <a:r>
              <a:rPr lang="zh-CN" altLang="en-US" dirty="0"/>
              <a:t>思考：如果不存在</a:t>
            </a:r>
            <a:r>
              <a:rPr lang="en-US" altLang="zh-CN" dirty="0"/>
              <a:t>6</a:t>
            </a:r>
            <a:r>
              <a:rPr lang="zh-CN" altLang="en-US" dirty="0"/>
              <a:t>怎么办？如果有多个</a:t>
            </a:r>
            <a:r>
              <a:rPr lang="en-US" altLang="zh-CN" dirty="0"/>
              <a:t>6</a:t>
            </a:r>
            <a:r>
              <a:rPr lang="zh-CN" altLang="en-US" dirty="0"/>
              <a:t>怎么办？</a:t>
            </a:r>
          </a:p>
        </p:txBody>
      </p:sp>
      <p:sp>
        <p:nvSpPr>
          <p:cNvPr id="6" name="灯片编号占位符 5">
            <a:extLst>
              <a:ext uri="{FF2B5EF4-FFF2-40B4-BE49-F238E27FC236}">
                <a16:creationId xmlns:a16="http://schemas.microsoft.com/office/drawing/2014/main" id="{CCA8AE4B-8D35-0AB9-90AE-F5D428EDDF3D}"/>
              </a:ext>
            </a:extLst>
          </p:cNvPr>
          <p:cNvSpPr>
            <a:spLocks noGrp="1"/>
          </p:cNvSpPr>
          <p:nvPr>
            <p:ph type="sldNum" sz="quarter" idx="12"/>
          </p:nvPr>
        </p:nvSpPr>
        <p:spPr/>
        <p:txBody>
          <a:bodyPr/>
          <a:lstStyle/>
          <a:p>
            <a:pPr>
              <a:defRPr/>
            </a:pPr>
            <a:fld id="{7C4E558B-5425-6346-B896-72F904F12E77}" type="slidenum">
              <a:rPr lang="en-US" altLang="zh-CN" smtClean="0"/>
              <a:pPr>
                <a:defRPr/>
              </a:pPr>
              <a:t>41</a:t>
            </a:fld>
            <a:endParaRPr lang="zh-CN" altLang="en-US" dirty="0"/>
          </a:p>
        </p:txBody>
      </p:sp>
      <p:graphicFrame>
        <p:nvGraphicFramePr>
          <p:cNvPr id="7" name="Group 3">
            <a:extLst>
              <a:ext uri="{FF2B5EF4-FFF2-40B4-BE49-F238E27FC236}">
                <a16:creationId xmlns:a16="http://schemas.microsoft.com/office/drawing/2014/main" id="{FD5C1C7D-6A18-FA26-EA72-2E5CCFC4E544}"/>
              </a:ext>
            </a:extLst>
          </p:cNvPr>
          <p:cNvGraphicFramePr>
            <a:graphicFrameLocks noGrp="1"/>
          </p:cNvGraphicFramePr>
          <p:nvPr/>
        </p:nvGraphicFramePr>
        <p:xfrm>
          <a:off x="2711624" y="2492896"/>
          <a:ext cx="5184576" cy="457200"/>
        </p:xfrm>
        <a:graphic>
          <a:graphicData uri="http://schemas.openxmlformats.org/drawingml/2006/table">
            <a:tbl>
              <a:tblPr>
                <a:tableStyleId>{5940675A-B579-460E-94D1-54222C63F5DA}</a:tableStyleId>
              </a:tblPr>
              <a:tblGrid>
                <a:gridCol w="5760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7606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576064">
                  <a:extLst>
                    <a:ext uri="{9D8B030D-6E8A-4147-A177-3AD203B41FA5}">
                      <a16:colId xmlns:a16="http://schemas.microsoft.com/office/drawing/2014/main" val="20006"/>
                    </a:ext>
                  </a:extLst>
                </a:gridCol>
                <a:gridCol w="576064">
                  <a:extLst>
                    <a:ext uri="{9D8B030D-6E8A-4147-A177-3AD203B41FA5}">
                      <a16:colId xmlns:a16="http://schemas.microsoft.com/office/drawing/2014/main" val="20007"/>
                    </a:ext>
                  </a:extLst>
                </a:gridCol>
                <a:gridCol w="576064">
                  <a:extLst>
                    <a:ext uri="{9D8B030D-6E8A-4147-A177-3AD203B41FA5}">
                      <a16:colId xmlns:a16="http://schemas.microsoft.com/office/drawing/2014/main" val="239877448"/>
                    </a:ext>
                  </a:extLst>
                </a:gridCol>
              </a:tblGrid>
              <a:tr h="4572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dirty="0">
                          <a:ln>
                            <a:noFill/>
                          </a:ln>
                          <a:solidFill>
                            <a:srgbClr val="000066"/>
                          </a:solidFill>
                          <a:effectLst/>
                          <a:latin typeface="Courier New" charset="0"/>
                          <a:ea typeface="宋体" charset="0"/>
                        </a:rPr>
                        <a:t>7</a:t>
                      </a: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6</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2</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10</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12</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graphicFrame>
        <p:nvGraphicFramePr>
          <p:cNvPr id="5" name="Group 3">
            <a:extLst>
              <a:ext uri="{FF2B5EF4-FFF2-40B4-BE49-F238E27FC236}">
                <a16:creationId xmlns:a16="http://schemas.microsoft.com/office/drawing/2014/main" id="{7C06938E-8DBC-48E6-CE67-A947C6C23E8F}"/>
              </a:ext>
            </a:extLst>
          </p:cNvPr>
          <p:cNvGraphicFramePr>
            <a:graphicFrameLocks noGrp="1"/>
          </p:cNvGraphicFramePr>
          <p:nvPr>
            <p:extLst>
              <p:ext uri="{D42A27DB-BD31-4B8C-83A1-F6EECF244321}">
                <p14:modId xmlns:p14="http://schemas.microsoft.com/office/powerpoint/2010/main" val="1959734271"/>
              </p:ext>
            </p:extLst>
          </p:nvPr>
        </p:nvGraphicFramePr>
        <p:xfrm>
          <a:off x="2711624" y="3200400"/>
          <a:ext cx="5184576" cy="457200"/>
        </p:xfrm>
        <a:graphic>
          <a:graphicData uri="http://schemas.openxmlformats.org/drawingml/2006/table">
            <a:tbl>
              <a:tblPr>
                <a:tableStyleId>{5940675A-B579-460E-94D1-54222C63F5DA}</a:tableStyleId>
              </a:tblPr>
              <a:tblGrid>
                <a:gridCol w="5760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7606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576064">
                  <a:extLst>
                    <a:ext uri="{9D8B030D-6E8A-4147-A177-3AD203B41FA5}">
                      <a16:colId xmlns:a16="http://schemas.microsoft.com/office/drawing/2014/main" val="20006"/>
                    </a:ext>
                  </a:extLst>
                </a:gridCol>
                <a:gridCol w="576064">
                  <a:extLst>
                    <a:ext uri="{9D8B030D-6E8A-4147-A177-3AD203B41FA5}">
                      <a16:colId xmlns:a16="http://schemas.microsoft.com/office/drawing/2014/main" val="20007"/>
                    </a:ext>
                  </a:extLst>
                </a:gridCol>
                <a:gridCol w="576064">
                  <a:extLst>
                    <a:ext uri="{9D8B030D-6E8A-4147-A177-3AD203B41FA5}">
                      <a16:colId xmlns:a16="http://schemas.microsoft.com/office/drawing/2014/main" val="239877448"/>
                    </a:ext>
                  </a:extLst>
                </a:gridCol>
              </a:tblGrid>
              <a:tr h="4572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dirty="0">
                          <a:ln>
                            <a:noFill/>
                          </a:ln>
                          <a:solidFill>
                            <a:srgbClr val="000066"/>
                          </a:solidFill>
                          <a:effectLst/>
                          <a:latin typeface="Courier New" charset="0"/>
                          <a:ea typeface="宋体" charset="0"/>
                        </a:rPr>
                        <a:t>7</a:t>
                      </a: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FF0000"/>
                          </a:solidFill>
                          <a:effectLst/>
                        </a:rPr>
                        <a:t>6</a:t>
                      </a:r>
                      <a:endParaRPr kumimoji="0" lang="en-US" altLang="zh-CN" sz="2400" b="1" i="0" u="none" strike="noStrike" cap="none" normalizeH="0" baseline="0" dirty="0">
                        <a:ln>
                          <a:noFill/>
                        </a:ln>
                        <a:solidFill>
                          <a:srgbClr val="FF0000"/>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2</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10</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12</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sp>
        <p:nvSpPr>
          <p:cNvPr id="8" name="文本框 7">
            <a:extLst>
              <a:ext uri="{FF2B5EF4-FFF2-40B4-BE49-F238E27FC236}">
                <a16:creationId xmlns:a16="http://schemas.microsoft.com/office/drawing/2014/main" id="{97359EDF-CA20-19E5-3471-AE7C277AAAEF}"/>
              </a:ext>
            </a:extLst>
          </p:cNvPr>
          <p:cNvSpPr txBox="1"/>
          <p:nvPr/>
        </p:nvSpPr>
        <p:spPr>
          <a:xfrm>
            <a:off x="8112224" y="3299416"/>
            <a:ext cx="2377574" cy="369332"/>
          </a:xfrm>
          <a:prstGeom prst="rect">
            <a:avLst/>
          </a:prstGeom>
          <a:noFill/>
        </p:spPr>
        <p:txBody>
          <a:bodyPr wrap="none" rtlCol="0">
            <a:spAutoFit/>
          </a:bodyPr>
          <a:lstStyle/>
          <a:p>
            <a:r>
              <a:rPr lang="zh-CN" altLang="en-US" dirty="0"/>
              <a:t>找到数组里的第一个</a:t>
            </a:r>
            <a:r>
              <a:rPr lang="en-US" altLang="zh-CN" dirty="0"/>
              <a:t>6</a:t>
            </a:r>
            <a:endParaRPr lang="zh-CN" altLang="en-US" dirty="0"/>
          </a:p>
        </p:txBody>
      </p:sp>
      <p:graphicFrame>
        <p:nvGraphicFramePr>
          <p:cNvPr id="9" name="Group 3">
            <a:extLst>
              <a:ext uri="{FF2B5EF4-FFF2-40B4-BE49-F238E27FC236}">
                <a16:creationId xmlns:a16="http://schemas.microsoft.com/office/drawing/2014/main" id="{2D11E094-B82B-D2E4-61EF-1A0CB1001E22}"/>
              </a:ext>
            </a:extLst>
          </p:cNvPr>
          <p:cNvGraphicFramePr>
            <a:graphicFrameLocks noGrp="1"/>
          </p:cNvGraphicFramePr>
          <p:nvPr>
            <p:extLst>
              <p:ext uri="{D42A27DB-BD31-4B8C-83A1-F6EECF244321}">
                <p14:modId xmlns:p14="http://schemas.microsoft.com/office/powerpoint/2010/main" val="282086796"/>
              </p:ext>
            </p:extLst>
          </p:nvPr>
        </p:nvGraphicFramePr>
        <p:xfrm>
          <a:off x="2743941" y="4077072"/>
          <a:ext cx="5184576" cy="457200"/>
        </p:xfrm>
        <a:graphic>
          <a:graphicData uri="http://schemas.openxmlformats.org/drawingml/2006/table">
            <a:tbl>
              <a:tblPr>
                <a:tableStyleId>{5940675A-B579-460E-94D1-54222C63F5DA}</a:tableStyleId>
              </a:tblPr>
              <a:tblGrid>
                <a:gridCol w="5760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7606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576064">
                  <a:extLst>
                    <a:ext uri="{9D8B030D-6E8A-4147-A177-3AD203B41FA5}">
                      <a16:colId xmlns:a16="http://schemas.microsoft.com/office/drawing/2014/main" val="20006"/>
                    </a:ext>
                  </a:extLst>
                </a:gridCol>
                <a:gridCol w="576064">
                  <a:extLst>
                    <a:ext uri="{9D8B030D-6E8A-4147-A177-3AD203B41FA5}">
                      <a16:colId xmlns:a16="http://schemas.microsoft.com/office/drawing/2014/main" val="20007"/>
                    </a:ext>
                  </a:extLst>
                </a:gridCol>
                <a:gridCol w="576064">
                  <a:extLst>
                    <a:ext uri="{9D8B030D-6E8A-4147-A177-3AD203B41FA5}">
                      <a16:colId xmlns:a16="http://schemas.microsoft.com/office/drawing/2014/main" val="239877448"/>
                    </a:ext>
                  </a:extLst>
                </a:gridCol>
              </a:tblGrid>
              <a:tr h="4572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dirty="0">
                          <a:ln>
                            <a:noFill/>
                          </a:ln>
                          <a:solidFill>
                            <a:srgbClr val="000066"/>
                          </a:solidFill>
                          <a:effectLst/>
                          <a:latin typeface="Courier New" charset="0"/>
                          <a:ea typeface="宋体" charset="0"/>
                        </a:rPr>
                        <a:t>7</a:t>
                      </a: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FF0000"/>
                          </a:solidFill>
                          <a:effectLst/>
                        </a:rPr>
                        <a:t>2</a:t>
                      </a:r>
                      <a:endParaRPr kumimoji="0" lang="en-US" altLang="zh-CN" sz="2400" b="1" i="0" u="none" strike="noStrike" cap="none" normalizeH="0" baseline="0" dirty="0">
                        <a:ln>
                          <a:noFill/>
                        </a:ln>
                        <a:solidFill>
                          <a:srgbClr val="FF0000"/>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FF0000"/>
                          </a:solidFill>
                          <a:effectLst/>
                        </a:rPr>
                        <a:t>10</a:t>
                      </a:r>
                      <a:endParaRPr kumimoji="0" lang="en-US" altLang="zh-CN" sz="2400" b="1" i="0" u="none" strike="noStrike" cap="none" normalizeH="0" baseline="0" dirty="0">
                        <a:ln>
                          <a:noFill/>
                        </a:ln>
                        <a:solidFill>
                          <a:srgbClr val="FF0000"/>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FF0000"/>
                          </a:solidFill>
                          <a:effectLst/>
                        </a:rPr>
                        <a:t>12</a:t>
                      </a:r>
                      <a:endParaRPr kumimoji="0" lang="en-US" altLang="zh-CN" sz="2400" b="1" i="0" u="none" strike="noStrike" cap="none" normalizeH="0" baseline="0" dirty="0">
                        <a:ln>
                          <a:noFill/>
                        </a:ln>
                        <a:solidFill>
                          <a:srgbClr val="FF0000"/>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524092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ox(in)">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014DC646-648D-CFDC-05A5-8F2A48A7454D}"/>
              </a:ext>
            </a:extLst>
          </p:cNvPr>
          <p:cNvSpPr txBox="1"/>
          <p:nvPr/>
        </p:nvSpPr>
        <p:spPr>
          <a:xfrm>
            <a:off x="945952" y="1340768"/>
            <a:ext cx="9326511" cy="5078313"/>
          </a:xfrm>
          <a:prstGeom prst="rect">
            <a:avLst/>
          </a:prstGeom>
          <a:noFill/>
        </p:spPr>
        <p:txBody>
          <a:bodyPr wrap="square">
            <a:spAutoFit/>
          </a:bodyPr>
          <a:lstStyle/>
          <a:p>
            <a:pPr algn="l">
              <a:buFont typeface="+mj-lt"/>
              <a:buAutoNum type="arabicPeriod"/>
            </a:pPr>
            <a:r>
              <a:rPr lang="en-US" altLang="zh-CN" dirty="0">
                <a:solidFill>
                  <a:srgbClr val="808080"/>
                </a:solidFill>
                <a:highlight>
                  <a:srgbClr val="FFFFFF"/>
                </a:highlight>
                <a:latin typeface="Consolas" panose="020B0609020204030204" pitchFamily="49" charset="0"/>
              </a:rPr>
              <a:t>#include &lt;</a:t>
            </a:r>
            <a:r>
              <a:rPr lang="en-US" altLang="zh-CN" dirty="0" err="1">
                <a:solidFill>
                  <a:srgbClr val="808080"/>
                </a:solidFill>
                <a:highlight>
                  <a:srgbClr val="FFFFFF"/>
                </a:highlight>
                <a:latin typeface="Consolas" panose="020B0609020204030204" pitchFamily="49" charset="0"/>
              </a:rPr>
              <a:t>stdio.h</a:t>
            </a:r>
            <a:r>
              <a:rPr lang="en-US" altLang="zh-CN" dirty="0">
                <a:solidFill>
                  <a:srgbClr val="808080"/>
                </a:solidFill>
                <a:highlight>
                  <a:srgbClr val="FFFFFF"/>
                </a:highlight>
                <a:latin typeface="Consolas" panose="020B0609020204030204" pitchFamily="49" charset="0"/>
              </a:rPr>
              <a:t>&gt;</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delete_unordered</a:t>
            </a:r>
            <a:r>
              <a:rPr lang="en-US" altLang="zh-CN" dirty="0">
                <a:solidFill>
                  <a:srgbClr val="000000"/>
                </a:solidFill>
                <a:highlight>
                  <a:srgbClr val="F8F8F8"/>
                </a:highlight>
                <a:latin typeface="Consolas" panose="020B0609020204030204" pitchFamily="49" charset="0"/>
              </a:rPr>
              <a:t>(</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arr</a:t>
            </a: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n,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value) {  //</a:t>
            </a:r>
            <a:r>
              <a:rPr lang="zh-CN" altLang="en-US" dirty="0">
                <a:solidFill>
                  <a:srgbClr val="000000"/>
                </a:solidFill>
                <a:highlight>
                  <a:srgbClr val="F8F8F8"/>
                </a:highlight>
                <a:latin typeface="Consolas" panose="020B0609020204030204" pitchFamily="49" charset="0"/>
              </a:rPr>
              <a:t>删除数组中的第一个值为</a:t>
            </a:r>
            <a:r>
              <a:rPr lang="en-US" altLang="zh-CN" dirty="0">
                <a:solidFill>
                  <a:srgbClr val="000000"/>
                </a:solidFill>
                <a:highlight>
                  <a:srgbClr val="F8F8F8"/>
                </a:highlight>
                <a:latin typeface="Consolas" panose="020B0609020204030204" pitchFamily="49" charset="0"/>
              </a:rPr>
              <a:t>value</a:t>
            </a:r>
            <a:r>
              <a:rPr lang="zh-CN" altLang="en-US" dirty="0">
                <a:solidFill>
                  <a:srgbClr val="000000"/>
                </a:solidFill>
                <a:highlight>
                  <a:srgbClr val="F8F8F8"/>
                </a:highlight>
                <a:latin typeface="Consolas" panose="020B0609020204030204" pitchFamily="49" charset="0"/>
              </a:rPr>
              <a:t>的元素，并返回删除后数组中元素数量。</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loc=-1;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for</a:t>
            </a: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 0;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&lt; n;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  //</a:t>
            </a:r>
            <a:r>
              <a:rPr lang="zh-CN" altLang="en-US" dirty="0">
                <a:solidFill>
                  <a:srgbClr val="000000"/>
                </a:solidFill>
                <a:highlight>
                  <a:srgbClr val="F8F8F8"/>
                </a:highlight>
                <a:latin typeface="Consolas" panose="020B0609020204030204" pitchFamily="49" charset="0"/>
              </a:rPr>
              <a:t>找到</a:t>
            </a:r>
            <a:r>
              <a:rPr lang="en-US" altLang="zh-CN" dirty="0">
                <a:solidFill>
                  <a:srgbClr val="000000"/>
                </a:solidFill>
                <a:highlight>
                  <a:srgbClr val="F8F8F8"/>
                </a:highlight>
                <a:latin typeface="Consolas" panose="020B0609020204030204" pitchFamily="49" charset="0"/>
              </a:rPr>
              <a:t>value</a:t>
            </a:r>
            <a:r>
              <a:rPr lang="zh-CN" altLang="en-US" dirty="0">
                <a:solidFill>
                  <a:srgbClr val="000000"/>
                </a:solidFill>
                <a:highlight>
                  <a:srgbClr val="F8F8F8"/>
                </a:highlight>
                <a:latin typeface="Consolas" panose="020B0609020204030204" pitchFamily="49" charset="0"/>
              </a:rPr>
              <a:t>的位置，赋值给</a:t>
            </a:r>
            <a:r>
              <a:rPr lang="en-US" altLang="zh-CN" dirty="0">
                <a:solidFill>
                  <a:srgbClr val="000000"/>
                </a:solidFill>
                <a:highlight>
                  <a:srgbClr val="F8F8F8"/>
                </a:highlight>
                <a:latin typeface="Consolas" panose="020B0609020204030204" pitchFamily="49" charset="0"/>
              </a:rPr>
              <a:t>loc</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if</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arr</a:t>
            </a:r>
            <a:r>
              <a:rPr lang="en-US" altLang="zh-CN" dirty="0">
                <a:solidFill>
                  <a:srgbClr val="000000"/>
                </a:solidFill>
                <a:highlight>
                  <a:srgbClr val="FFFFFF"/>
                </a:highlight>
                <a:latin typeface="Consolas" panose="020B0609020204030204" pitchFamily="49" charset="0"/>
              </a:rPr>
              <a:t>[</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 value) {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loc =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break</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if</a:t>
            </a:r>
            <a:r>
              <a:rPr lang="en-US" altLang="zh-CN" dirty="0">
                <a:solidFill>
                  <a:srgbClr val="000000"/>
                </a:solidFill>
                <a:highlight>
                  <a:srgbClr val="F8F8F8"/>
                </a:highlight>
                <a:latin typeface="Consolas" panose="020B0609020204030204" pitchFamily="49" charset="0"/>
              </a:rPr>
              <a:t>(loc&lt;0) {  //</a:t>
            </a:r>
            <a:r>
              <a:rPr lang="zh-CN" altLang="en-US" dirty="0">
                <a:solidFill>
                  <a:srgbClr val="000000"/>
                </a:solidFill>
                <a:highlight>
                  <a:srgbClr val="F8F8F8"/>
                </a:highlight>
                <a:latin typeface="Consolas" panose="020B0609020204030204" pitchFamily="49" charset="0"/>
              </a:rPr>
              <a:t>数组中没有值为</a:t>
            </a:r>
            <a:r>
              <a:rPr lang="en-US" altLang="zh-CN" dirty="0">
                <a:solidFill>
                  <a:srgbClr val="000000"/>
                </a:solidFill>
                <a:highlight>
                  <a:srgbClr val="F8F8F8"/>
                </a:highlight>
                <a:latin typeface="Consolas" panose="020B0609020204030204" pitchFamily="49" charset="0"/>
              </a:rPr>
              <a:t>value</a:t>
            </a:r>
            <a:r>
              <a:rPr lang="zh-CN" altLang="en-US" dirty="0">
                <a:solidFill>
                  <a:srgbClr val="000000"/>
                </a:solidFill>
                <a:highlight>
                  <a:srgbClr val="F8F8F8"/>
                </a:highlight>
                <a:latin typeface="Consolas" panose="020B0609020204030204" pitchFamily="49" charset="0"/>
              </a:rPr>
              <a:t>的元素</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printf</a:t>
            </a:r>
            <a:r>
              <a:rPr lang="en-US" altLang="zh-CN" dirty="0">
                <a:solidFill>
                  <a:srgbClr val="000000"/>
                </a:solidFill>
                <a:highlight>
                  <a:srgbClr val="FFFFFF"/>
                </a:highlight>
                <a:latin typeface="Consolas" panose="020B0609020204030204" pitchFamily="49" charset="0"/>
              </a:rPr>
              <a:t>(</a:t>
            </a:r>
            <a:r>
              <a:rPr lang="en-US" altLang="zh-CN" dirty="0">
                <a:solidFill>
                  <a:srgbClr val="0000FF"/>
                </a:solidFill>
                <a:highlight>
                  <a:srgbClr val="FFFFFF"/>
                </a:highlight>
                <a:latin typeface="Consolas" panose="020B0609020204030204" pitchFamily="49" charset="0"/>
              </a:rPr>
              <a:t>"Value not found\n"</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return</a:t>
            </a:r>
            <a:r>
              <a:rPr lang="en-US" altLang="zh-CN" dirty="0">
                <a:solidFill>
                  <a:srgbClr val="000000"/>
                </a:solidFill>
                <a:highlight>
                  <a:srgbClr val="F8F8F8"/>
                </a:highlight>
                <a:latin typeface="Consolas" panose="020B0609020204030204" pitchFamily="49" charset="0"/>
              </a:rPr>
              <a:t> n;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for</a:t>
            </a:r>
            <a:r>
              <a:rPr lang="en-US" altLang="zh-CN" dirty="0">
                <a:solidFill>
                  <a:srgbClr val="000000"/>
                </a:solidFill>
                <a:highlight>
                  <a:srgbClr val="F8F8F8"/>
                </a:highlight>
                <a:latin typeface="Consolas" panose="020B0609020204030204" pitchFamily="49" charset="0"/>
              </a:rPr>
              <a:t>(</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a:t>
            </a:r>
            <a:r>
              <a:rPr lang="en-US" altLang="zh-CN" dirty="0" err="1">
                <a:solidFill>
                  <a:srgbClr val="000000"/>
                </a:solidFill>
                <a:highlight>
                  <a:srgbClr val="F8F8F8"/>
                </a:highlight>
                <a:latin typeface="Consolas" panose="020B0609020204030204" pitchFamily="49" charset="0"/>
              </a:rPr>
              <a:t>loc;i</a:t>
            </a:r>
            <a:r>
              <a:rPr lang="en-US" altLang="zh-CN" dirty="0">
                <a:solidFill>
                  <a:srgbClr val="000000"/>
                </a:solidFill>
                <a:highlight>
                  <a:srgbClr val="F8F8F8"/>
                </a:highlight>
                <a:latin typeface="Consolas" panose="020B0609020204030204" pitchFamily="49" charset="0"/>
              </a:rPr>
              <a:t>&lt;n-1;i++)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arr</a:t>
            </a:r>
            <a:r>
              <a:rPr lang="en-US" altLang="zh-CN" dirty="0">
                <a:solidFill>
                  <a:srgbClr val="000000"/>
                </a:solidFill>
                <a:highlight>
                  <a:srgbClr val="FFFFFF"/>
                </a:highlight>
                <a:latin typeface="Consolas" panose="020B0609020204030204" pitchFamily="49" charset="0"/>
              </a:rPr>
              <a:t>[</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 </a:t>
            </a:r>
            <a:r>
              <a:rPr lang="en-US" altLang="zh-CN" dirty="0" err="1">
                <a:solidFill>
                  <a:srgbClr val="000000"/>
                </a:solidFill>
                <a:highlight>
                  <a:srgbClr val="FFFFFF"/>
                </a:highlight>
                <a:latin typeface="Consolas" panose="020B0609020204030204" pitchFamily="49" charset="0"/>
              </a:rPr>
              <a:t>arr</a:t>
            </a:r>
            <a:r>
              <a:rPr lang="en-US" altLang="zh-CN" dirty="0">
                <a:solidFill>
                  <a:srgbClr val="000000"/>
                </a:solidFill>
                <a:highlight>
                  <a:srgbClr val="FFFFFF"/>
                </a:highlight>
                <a:latin typeface="Consolas" panose="020B0609020204030204" pitchFamily="49" charset="0"/>
              </a:rPr>
              <a:t>[i+1];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return</a:t>
            </a:r>
            <a:r>
              <a:rPr lang="en-US" altLang="zh-CN" dirty="0">
                <a:solidFill>
                  <a:srgbClr val="000000"/>
                </a:solidFill>
                <a:highlight>
                  <a:srgbClr val="F8F8F8"/>
                </a:highlight>
                <a:latin typeface="Consolas" panose="020B0609020204030204" pitchFamily="49" charset="0"/>
              </a:rPr>
              <a:t> n-1;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p:txBody>
      </p:sp>
      <p:sp>
        <p:nvSpPr>
          <p:cNvPr id="7" name="文本框 6">
            <a:extLst>
              <a:ext uri="{FF2B5EF4-FFF2-40B4-BE49-F238E27FC236}">
                <a16:creationId xmlns:a16="http://schemas.microsoft.com/office/drawing/2014/main" id="{CE33EF8E-68D0-EDF7-2D8D-99C617AF9041}"/>
              </a:ext>
            </a:extLst>
          </p:cNvPr>
          <p:cNvSpPr txBox="1"/>
          <p:nvPr/>
        </p:nvSpPr>
        <p:spPr>
          <a:xfrm>
            <a:off x="6816080" y="3879924"/>
            <a:ext cx="6048672" cy="2308324"/>
          </a:xfrm>
          <a:prstGeom prst="rect">
            <a:avLst/>
          </a:prstGeom>
          <a:noFill/>
        </p:spPr>
        <p:txBody>
          <a:bodyPr wrap="square" rtlCol="0">
            <a:spAutoFit/>
          </a:bodyPr>
          <a:lstStyle/>
          <a:p>
            <a:r>
              <a:rPr lang="zh-CN" altLang="en-US" sz="2400" dirty="0"/>
              <a:t>第</a:t>
            </a:r>
            <a:r>
              <a:rPr lang="en-US" altLang="zh-CN" sz="2400" dirty="0"/>
              <a:t>3</a:t>
            </a:r>
            <a:r>
              <a:rPr lang="zh-CN" altLang="en-US" sz="2400" dirty="0"/>
              <a:t>行：</a:t>
            </a:r>
            <a:r>
              <a:rPr lang="en-US" altLang="zh-CN" sz="2400" dirty="0"/>
              <a:t>O(1)</a:t>
            </a:r>
          </a:p>
          <a:p>
            <a:r>
              <a:rPr lang="zh-CN" altLang="en-US" sz="2400" dirty="0"/>
              <a:t>第</a:t>
            </a:r>
            <a:r>
              <a:rPr lang="en-US" altLang="zh-CN" sz="2400" dirty="0"/>
              <a:t>10-13</a:t>
            </a:r>
            <a:r>
              <a:rPr lang="zh-CN" altLang="en-US" sz="2400" dirty="0"/>
              <a:t>行：</a:t>
            </a:r>
            <a:r>
              <a:rPr lang="en-US" altLang="zh-CN" sz="2400" dirty="0"/>
              <a:t> O(1)</a:t>
            </a:r>
          </a:p>
          <a:p>
            <a:r>
              <a:rPr lang="zh-CN" altLang="en-US" sz="2400" dirty="0"/>
              <a:t>第</a:t>
            </a:r>
            <a:r>
              <a:rPr lang="en-US" altLang="zh-CN" sz="2400" dirty="0"/>
              <a:t>4-9</a:t>
            </a:r>
            <a:r>
              <a:rPr lang="zh-CN" altLang="en-US" sz="2400" dirty="0"/>
              <a:t>行：执行</a:t>
            </a:r>
            <a:r>
              <a:rPr lang="en-US" altLang="zh-CN" sz="2400" dirty="0"/>
              <a:t>loc+1</a:t>
            </a:r>
            <a:r>
              <a:rPr lang="zh-CN" altLang="en-US" sz="2400" dirty="0"/>
              <a:t>次</a:t>
            </a:r>
            <a:endParaRPr lang="en-US" altLang="zh-CN" sz="2400" dirty="0"/>
          </a:p>
          <a:p>
            <a:r>
              <a:rPr lang="zh-CN" altLang="en-US" sz="2400" dirty="0"/>
              <a:t>第</a:t>
            </a:r>
            <a:r>
              <a:rPr lang="en-US" altLang="zh-CN" sz="2400" dirty="0"/>
              <a:t>14-15</a:t>
            </a:r>
            <a:r>
              <a:rPr lang="zh-CN" altLang="en-US" sz="2400" dirty="0"/>
              <a:t>行：执行</a:t>
            </a:r>
            <a:r>
              <a:rPr lang="en-US" altLang="zh-CN" sz="2400" dirty="0"/>
              <a:t>n-loc</a:t>
            </a:r>
            <a:r>
              <a:rPr lang="zh-CN" altLang="en-US" sz="2400" dirty="0"/>
              <a:t>次</a:t>
            </a:r>
            <a:endParaRPr lang="en-US" altLang="zh-CN" sz="2400" dirty="0"/>
          </a:p>
          <a:p>
            <a:r>
              <a:rPr lang="zh-CN" altLang="en-US" sz="2400" dirty="0"/>
              <a:t>两个循环总计执行</a:t>
            </a:r>
            <a:r>
              <a:rPr lang="en-US" altLang="zh-CN" sz="2400" dirty="0"/>
              <a:t>n+1</a:t>
            </a:r>
            <a:r>
              <a:rPr lang="zh-CN" altLang="en-US" sz="2400" dirty="0"/>
              <a:t>次，</a:t>
            </a:r>
            <a:r>
              <a:rPr lang="en-US" altLang="zh-CN" sz="2400" dirty="0"/>
              <a:t> O(n)</a:t>
            </a:r>
          </a:p>
          <a:p>
            <a:r>
              <a:rPr lang="zh-CN" altLang="en-US" sz="2400" dirty="0"/>
              <a:t>在无序数组删除元素时间复杂度为</a:t>
            </a:r>
            <a:r>
              <a:rPr lang="en-US" altLang="zh-CN" sz="2400" dirty="0"/>
              <a:t>O(n)</a:t>
            </a:r>
            <a:endParaRPr lang="zh-CN" altLang="en-US" sz="2400" dirty="0"/>
          </a:p>
        </p:txBody>
      </p:sp>
      <p:sp>
        <p:nvSpPr>
          <p:cNvPr id="2" name="灯片编号占位符 1">
            <a:extLst>
              <a:ext uri="{FF2B5EF4-FFF2-40B4-BE49-F238E27FC236}">
                <a16:creationId xmlns:a16="http://schemas.microsoft.com/office/drawing/2014/main" id="{EECEEC4A-A546-6EB7-B19A-1E7808161472}"/>
              </a:ext>
            </a:extLst>
          </p:cNvPr>
          <p:cNvSpPr>
            <a:spLocks noGrp="1"/>
          </p:cNvSpPr>
          <p:nvPr>
            <p:ph type="sldNum" sz="quarter" idx="12"/>
          </p:nvPr>
        </p:nvSpPr>
        <p:spPr/>
        <p:txBody>
          <a:bodyPr/>
          <a:lstStyle/>
          <a:p>
            <a:pPr>
              <a:defRPr/>
            </a:pPr>
            <a:fld id="{7C4E558B-5425-6346-B896-72F904F12E77}" type="slidenum">
              <a:rPr lang="en-US" altLang="zh-CN" smtClean="0"/>
              <a:pPr>
                <a:defRPr/>
              </a:pPr>
              <a:t>42</a:t>
            </a:fld>
            <a:endParaRPr lang="zh-CN" altLang="en-US" dirty="0"/>
          </a:p>
        </p:txBody>
      </p:sp>
      <p:sp>
        <p:nvSpPr>
          <p:cNvPr id="5" name="标题 1">
            <a:extLst>
              <a:ext uri="{FF2B5EF4-FFF2-40B4-BE49-F238E27FC236}">
                <a16:creationId xmlns:a16="http://schemas.microsoft.com/office/drawing/2014/main" id="{F3C2A7FE-8F1B-B784-9176-F7318398FC09}"/>
              </a:ext>
            </a:extLst>
          </p:cNvPr>
          <p:cNvSpPr>
            <a:spLocks noGrp="1"/>
          </p:cNvSpPr>
          <p:nvPr>
            <p:ph type="title"/>
          </p:nvPr>
        </p:nvSpPr>
        <p:spPr>
          <a:xfrm>
            <a:off x="287338" y="190500"/>
            <a:ext cx="11523662" cy="677863"/>
          </a:xfrm>
        </p:spPr>
        <p:txBody>
          <a:bodyPr/>
          <a:lstStyle/>
          <a:p>
            <a:pPr algn="l"/>
            <a:r>
              <a:rPr lang="en-US" altLang="zh-CN" dirty="0">
                <a:latin typeface="黑体" panose="02010609060101010101" pitchFamily="49" charset="-122"/>
              </a:rPr>
              <a:t>11.5.3</a:t>
            </a:r>
            <a:r>
              <a:rPr lang="zh-CN" altLang="en-US" dirty="0">
                <a:latin typeface="黑体" panose="02010609060101010101" pitchFamily="49" charset="-122"/>
              </a:rPr>
              <a:t> 无序数组插入和删除</a:t>
            </a:r>
          </a:p>
        </p:txBody>
      </p:sp>
    </p:spTree>
    <p:extLst>
      <p:ext uri="{BB962C8B-B14F-4D97-AF65-F5344CB8AC3E}">
        <p14:creationId xmlns:p14="http://schemas.microsoft.com/office/powerpoint/2010/main" val="11077764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014DC646-648D-CFDC-05A5-8F2A48A7454D}"/>
              </a:ext>
            </a:extLst>
          </p:cNvPr>
          <p:cNvSpPr txBox="1"/>
          <p:nvPr/>
        </p:nvSpPr>
        <p:spPr>
          <a:xfrm>
            <a:off x="1415480" y="1988840"/>
            <a:ext cx="7560840" cy="3693319"/>
          </a:xfrm>
          <a:prstGeom prst="rect">
            <a:avLst/>
          </a:prstGeom>
          <a:noFill/>
        </p:spPr>
        <p:txBody>
          <a:bodyPr wrap="square">
            <a:spAutoFit/>
          </a:bodyPr>
          <a:lstStyle/>
          <a:p>
            <a:pPr algn="l">
              <a:buFont typeface="+mj-lt"/>
              <a:buAutoNum type="arabicPeriod"/>
            </a:pPr>
            <a:r>
              <a:rPr lang="en-US" altLang="zh-CN" dirty="0">
                <a:solidFill>
                  <a:srgbClr val="808080"/>
                </a:solidFill>
                <a:highlight>
                  <a:srgbClr val="FFFFFF"/>
                </a:highlight>
                <a:latin typeface="Consolas" panose="020B0609020204030204" pitchFamily="49" charset="0"/>
              </a:rPr>
              <a:t>#include &lt;</a:t>
            </a:r>
            <a:r>
              <a:rPr lang="en-US" altLang="zh-CN" dirty="0" err="1">
                <a:solidFill>
                  <a:srgbClr val="808080"/>
                </a:solidFill>
                <a:highlight>
                  <a:srgbClr val="FFFFFF"/>
                </a:highlight>
                <a:latin typeface="Consolas" panose="020B0609020204030204" pitchFamily="49" charset="0"/>
              </a:rPr>
              <a:t>stdio.h</a:t>
            </a:r>
            <a:r>
              <a:rPr lang="en-US" altLang="zh-CN" dirty="0">
                <a:solidFill>
                  <a:srgbClr val="808080"/>
                </a:solidFill>
                <a:highlight>
                  <a:srgbClr val="FFFFFF"/>
                </a:highlight>
                <a:latin typeface="Consolas" panose="020B0609020204030204" pitchFamily="49" charset="0"/>
              </a:rPr>
              <a:t>&gt;</a:t>
            </a:r>
            <a:r>
              <a:rPr lang="en-US" altLang="zh-CN" dirty="0">
                <a:solidFill>
                  <a:srgbClr val="000000"/>
                </a:solidFill>
                <a:highlight>
                  <a:srgbClr val="FFFFFF"/>
                </a:highlight>
                <a:latin typeface="Consolas" panose="020B0609020204030204" pitchFamily="49" charset="0"/>
              </a:rPr>
              <a:t>  </a:t>
            </a:r>
          </a:p>
          <a:p>
            <a:pPr algn="l">
              <a:buFont typeface="+mj-lt"/>
              <a:buAutoNum type="arabicPeriod"/>
            </a:pP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delete_unordered</a:t>
            </a:r>
            <a:r>
              <a:rPr lang="en-US" altLang="zh-CN" dirty="0">
                <a:solidFill>
                  <a:srgbClr val="000000"/>
                </a:solidFill>
                <a:highlight>
                  <a:srgbClr val="F8F8F8"/>
                </a:highlight>
                <a:latin typeface="Consolas" panose="020B0609020204030204" pitchFamily="49" charset="0"/>
              </a:rPr>
              <a:t>(</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arr</a:t>
            </a: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n,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value)</a:t>
            </a:r>
            <a:r>
              <a:rPr lang="zh-CN" altLang="en-US" dirty="0">
                <a:solidFill>
                  <a:srgbClr val="000000"/>
                </a:solidFill>
                <a:highlight>
                  <a:srgbClr val="F8F8F8"/>
                </a:highlight>
                <a:latin typeface="Consolas" panose="020B0609020204030204" pitchFamily="49" charset="0"/>
              </a:rPr>
              <a:t>；</a:t>
            </a:r>
            <a:endParaRPr lang="en-US" altLang="zh-CN" dirty="0">
              <a:solidFill>
                <a:srgbClr val="000000"/>
              </a:solidFill>
              <a:highlight>
                <a:srgbClr val="F8F8F8"/>
              </a:highlight>
              <a:latin typeface="Consolas" panose="020B0609020204030204" pitchFamily="49" charset="0"/>
            </a:endParaRPr>
          </a:p>
          <a:p>
            <a:pPr algn="l">
              <a:buFont typeface="+mj-lt"/>
              <a:buAutoNum type="arabicPeriod"/>
            </a:pPr>
            <a:endParaRPr lang="en-US" altLang="zh-CN" dirty="0">
              <a:solidFill>
                <a:srgbClr val="000000"/>
              </a:solidFill>
              <a:highlight>
                <a:srgbClr val="F8F8F8"/>
              </a:highlight>
              <a:latin typeface="Consolas" panose="020B0609020204030204" pitchFamily="49" charset="0"/>
            </a:endParaRPr>
          </a:p>
          <a:p>
            <a:pPr algn="l">
              <a:buFont typeface="+mj-lt"/>
              <a:buAutoNum type="arabicPeriod"/>
            </a:pP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main()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arr</a:t>
            </a:r>
            <a:r>
              <a:rPr lang="en-US" altLang="zh-CN" dirty="0">
                <a:solidFill>
                  <a:srgbClr val="000000"/>
                </a:solidFill>
                <a:highlight>
                  <a:srgbClr val="FFFFFF"/>
                </a:highlight>
                <a:latin typeface="Consolas" panose="020B0609020204030204" pitchFamily="49" charset="0"/>
              </a:rPr>
              <a:t>[100] = {1, 2, 3, 4, 5};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n = 5;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n = </a:t>
            </a:r>
            <a:r>
              <a:rPr lang="en-US" altLang="zh-CN" dirty="0" err="1">
                <a:solidFill>
                  <a:srgbClr val="000000"/>
                </a:solidFill>
                <a:highlight>
                  <a:srgbClr val="FFFFFF"/>
                </a:highlight>
                <a:latin typeface="Consolas" panose="020B0609020204030204" pitchFamily="49" charset="0"/>
              </a:rPr>
              <a:t>delete_unordered</a:t>
            </a:r>
            <a:r>
              <a:rPr lang="en-US" altLang="zh-CN" dirty="0">
                <a:solidFill>
                  <a:srgbClr val="000000"/>
                </a:solidFill>
                <a:highlight>
                  <a:srgbClr val="FFFFFF"/>
                </a:highlight>
                <a:latin typeface="Consolas" panose="020B0609020204030204" pitchFamily="49" charset="0"/>
              </a:rPr>
              <a:t>(</a:t>
            </a:r>
            <a:r>
              <a:rPr lang="en-US" altLang="zh-CN" dirty="0" err="1">
                <a:solidFill>
                  <a:srgbClr val="000000"/>
                </a:solidFill>
                <a:highlight>
                  <a:srgbClr val="FFFFFF"/>
                </a:highlight>
                <a:latin typeface="Consolas" panose="020B0609020204030204" pitchFamily="49" charset="0"/>
              </a:rPr>
              <a:t>arr</a:t>
            </a:r>
            <a:r>
              <a:rPr lang="en-US" altLang="zh-CN" dirty="0">
                <a:solidFill>
                  <a:srgbClr val="000000"/>
                </a:solidFill>
                <a:highlight>
                  <a:srgbClr val="FFFFFF"/>
                </a:highlight>
                <a:latin typeface="Consolas" panose="020B0609020204030204" pitchFamily="49" charset="0"/>
              </a:rPr>
              <a:t>, n, 3);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for</a:t>
            </a: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 0;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&lt; n;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printf</a:t>
            </a:r>
            <a:r>
              <a:rPr lang="en-US" altLang="zh-CN" dirty="0">
                <a:solidFill>
                  <a:srgbClr val="000000"/>
                </a:solidFill>
                <a:highlight>
                  <a:srgbClr val="FFFFFF"/>
                </a:highlight>
                <a:latin typeface="Consolas" panose="020B0609020204030204" pitchFamily="49" charset="0"/>
              </a:rPr>
              <a:t>(</a:t>
            </a:r>
            <a:r>
              <a:rPr lang="en-US" altLang="zh-CN" dirty="0">
                <a:solidFill>
                  <a:srgbClr val="0000FF"/>
                </a:solidFill>
                <a:highlight>
                  <a:srgbClr val="FFFFFF"/>
                </a:highlight>
                <a:latin typeface="Consolas" panose="020B0609020204030204" pitchFamily="49" charset="0"/>
              </a:rPr>
              <a:t>"%d "</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arr</a:t>
            </a:r>
            <a:r>
              <a:rPr lang="en-US" altLang="zh-CN" dirty="0">
                <a:solidFill>
                  <a:srgbClr val="000000"/>
                </a:solidFill>
                <a:highlight>
                  <a:srgbClr val="FFFFFF"/>
                </a:highlight>
                <a:latin typeface="Consolas" panose="020B0609020204030204" pitchFamily="49" charset="0"/>
              </a:rPr>
              <a:t>[</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return</a:t>
            </a:r>
            <a:r>
              <a:rPr lang="en-US" altLang="zh-CN" dirty="0">
                <a:solidFill>
                  <a:srgbClr val="000000"/>
                </a:solidFill>
                <a:highlight>
                  <a:srgbClr val="FFFFFF"/>
                </a:highlight>
                <a:latin typeface="Consolas" panose="020B0609020204030204" pitchFamily="49" charset="0"/>
              </a:rPr>
              <a:t> 0;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p:txBody>
      </p:sp>
      <p:sp>
        <p:nvSpPr>
          <p:cNvPr id="2" name="灯片编号占位符 1">
            <a:extLst>
              <a:ext uri="{FF2B5EF4-FFF2-40B4-BE49-F238E27FC236}">
                <a16:creationId xmlns:a16="http://schemas.microsoft.com/office/drawing/2014/main" id="{BCA89557-D453-8072-0731-625FCEA46AE6}"/>
              </a:ext>
            </a:extLst>
          </p:cNvPr>
          <p:cNvSpPr>
            <a:spLocks noGrp="1"/>
          </p:cNvSpPr>
          <p:nvPr>
            <p:ph type="sldNum" sz="quarter" idx="12"/>
          </p:nvPr>
        </p:nvSpPr>
        <p:spPr/>
        <p:txBody>
          <a:bodyPr/>
          <a:lstStyle/>
          <a:p>
            <a:pPr>
              <a:defRPr/>
            </a:pPr>
            <a:fld id="{7C4E558B-5425-6346-B896-72F904F12E77}" type="slidenum">
              <a:rPr lang="en-US" altLang="zh-CN" smtClean="0"/>
              <a:pPr>
                <a:defRPr/>
              </a:pPr>
              <a:t>43</a:t>
            </a:fld>
            <a:endParaRPr lang="zh-CN" altLang="en-US" dirty="0"/>
          </a:p>
        </p:txBody>
      </p:sp>
      <p:sp>
        <p:nvSpPr>
          <p:cNvPr id="4" name="标题 1">
            <a:extLst>
              <a:ext uri="{FF2B5EF4-FFF2-40B4-BE49-F238E27FC236}">
                <a16:creationId xmlns:a16="http://schemas.microsoft.com/office/drawing/2014/main" id="{F3C2A7FE-8F1B-B784-9176-F7318398FC09}"/>
              </a:ext>
            </a:extLst>
          </p:cNvPr>
          <p:cNvSpPr>
            <a:spLocks noGrp="1"/>
          </p:cNvSpPr>
          <p:nvPr>
            <p:ph type="title"/>
          </p:nvPr>
        </p:nvSpPr>
        <p:spPr>
          <a:xfrm>
            <a:off x="287338" y="190500"/>
            <a:ext cx="11523662" cy="677863"/>
          </a:xfrm>
        </p:spPr>
        <p:txBody>
          <a:bodyPr/>
          <a:lstStyle/>
          <a:p>
            <a:pPr algn="l"/>
            <a:r>
              <a:rPr lang="en-US" altLang="zh-CN" dirty="0">
                <a:latin typeface="黑体" panose="02010609060101010101" pitchFamily="49" charset="-122"/>
              </a:rPr>
              <a:t>11.5.3</a:t>
            </a:r>
            <a:r>
              <a:rPr lang="zh-CN" altLang="en-US" dirty="0">
                <a:latin typeface="黑体" panose="02010609060101010101" pitchFamily="49" charset="-122"/>
              </a:rPr>
              <a:t> 无序数组插入和删除</a:t>
            </a:r>
          </a:p>
        </p:txBody>
      </p:sp>
    </p:spTree>
    <p:extLst>
      <p:ext uri="{BB962C8B-B14F-4D97-AF65-F5344CB8AC3E}">
        <p14:creationId xmlns:p14="http://schemas.microsoft.com/office/powerpoint/2010/main" val="5936069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C2A7FE-8F1B-B784-9176-F7318398FC09}"/>
              </a:ext>
            </a:extLst>
          </p:cNvPr>
          <p:cNvSpPr>
            <a:spLocks noGrp="1"/>
          </p:cNvSpPr>
          <p:nvPr>
            <p:ph type="title"/>
          </p:nvPr>
        </p:nvSpPr>
        <p:spPr/>
        <p:txBody>
          <a:bodyPr/>
          <a:lstStyle/>
          <a:p>
            <a:pPr algn="l"/>
            <a:r>
              <a:rPr lang="en-US" altLang="zh-CN" dirty="0">
                <a:latin typeface="黑体" panose="02010609060101010101" pitchFamily="49" charset="-122"/>
              </a:rPr>
              <a:t>11.5.4</a:t>
            </a:r>
            <a:r>
              <a:rPr lang="zh-CN" altLang="en-US" dirty="0">
                <a:latin typeface="黑体" panose="02010609060101010101" pitchFamily="49" charset="-122"/>
              </a:rPr>
              <a:t> 在有序数组插入和删除</a:t>
            </a:r>
          </a:p>
        </p:txBody>
      </p:sp>
      <p:sp>
        <p:nvSpPr>
          <p:cNvPr id="3" name="内容占位符 2">
            <a:extLst>
              <a:ext uri="{FF2B5EF4-FFF2-40B4-BE49-F238E27FC236}">
                <a16:creationId xmlns:a16="http://schemas.microsoft.com/office/drawing/2014/main" id="{6ABF43EB-23E6-37F1-8530-E5BB26070490}"/>
              </a:ext>
            </a:extLst>
          </p:cNvPr>
          <p:cNvSpPr>
            <a:spLocks noGrp="1"/>
          </p:cNvSpPr>
          <p:nvPr>
            <p:ph idx="1"/>
          </p:nvPr>
        </p:nvSpPr>
        <p:spPr>
          <a:xfrm>
            <a:off x="1824038" y="1716189"/>
            <a:ext cx="8543925" cy="4351338"/>
          </a:xfrm>
        </p:spPr>
        <p:txBody>
          <a:bodyPr/>
          <a:lstStyle/>
          <a:p>
            <a:r>
              <a:rPr lang="zh-CN" altLang="en-US" dirty="0"/>
              <a:t>在数组里插入一个数</a:t>
            </a:r>
            <a:r>
              <a:rPr lang="en-US" altLang="zh-CN" dirty="0"/>
              <a:t>11</a:t>
            </a:r>
            <a:endParaRPr lang="zh-CN" altLang="en-US" dirty="0"/>
          </a:p>
        </p:txBody>
      </p:sp>
      <p:sp>
        <p:nvSpPr>
          <p:cNvPr id="8" name="灯片编号占位符 7">
            <a:extLst>
              <a:ext uri="{FF2B5EF4-FFF2-40B4-BE49-F238E27FC236}">
                <a16:creationId xmlns:a16="http://schemas.microsoft.com/office/drawing/2014/main" id="{850CFE23-DDD3-9E2B-6403-0452AEDA8062}"/>
              </a:ext>
            </a:extLst>
          </p:cNvPr>
          <p:cNvSpPr>
            <a:spLocks noGrp="1"/>
          </p:cNvSpPr>
          <p:nvPr>
            <p:ph type="sldNum" sz="quarter" idx="12"/>
          </p:nvPr>
        </p:nvSpPr>
        <p:spPr/>
        <p:txBody>
          <a:bodyPr/>
          <a:lstStyle/>
          <a:p>
            <a:pPr>
              <a:defRPr/>
            </a:pPr>
            <a:fld id="{7C4E558B-5425-6346-B896-72F904F12E77}" type="slidenum">
              <a:rPr lang="en-US" altLang="zh-CN" smtClean="0"/>
              <a:pPr>
                <a:defRPr/>
              </a:pPr>
              <a:t>44</a:t>
            </a:fld>
            <a:endParaRPr lang="zh-CN" altLang="en-US" dirty="0"/>
          </a:p>
        </p:txBody>
      </p:sp>
      <p:graphicFrame>
        <p:nvGraphicFramePr>
          <p:cNvPr id="7" name="Group 3">
            <a:extLst>
              <a:ext uri="{FF2B5EF4-FFF2-40B4-BE49-F238E27FC236}">
                <a16:creationId xmlns:a16="http://schemas.microsoft.com/office/drawing/2014/main" id="{FD5C1C7D-6A18-FA26-EA72-2E5CCFC4E544}"/>
              </a:ext>
            </a:extLst>
          </p:cNvPr>
          <p:cNvGraphicFramePr>
            <a:graphicFrameLocks noGrp="1"/>
          </p:cNvGraphicFramePr>
          <p:nvPr>
            <p:extLst>
              <p:ext uri="{D42A27DB-BD31-4B8C-83A1-F6EECF244321}">
                <p14:modId xmlns:p14="http://schemas.microsoft.com/office/powerpoint/2010/main" val="2616495143"/>
              </p:ext>
            </p:extLst>
          </p:nvPr>
        </p:nvGraphicFramePr>
        <p:xfrm>
          <a:off x="2723340" y="2474745"/>
          <a:ext cx="5184576" cy="457200"/>
        </p:xfrm>
        <a:graphic>
          <a:graphicData uri="http://schemas.openxmlformats.org/drawingml/2006/table">
            <a:tbl>
              <a:tblPr>
                <a:tableStyleId>{5940675A-B579-460E-94D1-54222C63F5DA}</a:tableStyleId>
              </a:tblPr>
              <a:tblGrid>
                <a:gridCol w="5760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7606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576064">
                  <a:extLst>
                    <a:ext uri="{9D8B030D-6E8A-4147-A177-3AD203B41FA5}">
                      <a16:colId xmlns:a16="http://schemas.microsoft.com/office/drawing/2014/main" val="20006"/>
                    </a:ext>
                  </a:extLst>
                </a:gridCol>
                <a:gridCol w="576064">
                  <a:extLst>
                    <a:ext uri="{9D8B030D-6E8A-4147-A177-3AD203B41FA5}">
                      <a16:colId xmlns:a16="http://schemas.microsoft.com/office/drawing/2014/main" val="20007"/>
                    </a:ext>
                  </a:extLst>
                </a:gridCol>
                <a:gridCol w="576064">
                  <a:extLst>
                    <a:ext uri="{9D8B030D-6E8A-4147-A177-3AD203B41FA5}">
                      <a16:colId xmlns:a16="http://schemas.microsoft.com/office/drawing/2014/main" val="3858725169"/>
                    </a:ext>
                  </a:extLst>
                </a:gridCol>
              </a:tblGrid>
              <a:tr h="4572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2</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6</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7</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10</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12</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graphicFrame>
        <p:nvGraphicFramePr>
          <p:cNvPr id="5" name="Group 3">
            <a:extLst>
              <a:ext uri="{FF2B5EF4-FFF2-40B4-BE49-F238E27FC236}">
                <a16:creationId xmlns:a16="http://schemas.microsoft.com/office/drawing/2014/main" id="{A023EF1B-8EF7-00D1-1411-5456992C5602}"/>
              </a:ext>
            </a:extLst>
          </p:cNvPr>
          <p:cNvGraphicFramePr>
            <a:graphicFrameLocks noGrp="1"/>
          </p:cNvGraphicFramePr>
          <p:nvPr>
            <p:extLst>
              <p:ext uri="{D42A27DB-BD31-4B8C-83A1-F6EECF244321}">
                <p14:modId xmlns:p14="http://schemas.microsoft.com/office/powerpoint/2010/main" val="3969441727"/>
              </p:ext>
            </p:extLst>
          </p:nvPr>
        </p:nvGraphicFramePr>
        <p:xfrm>
          <a:off x="2723340" y="3233301"/>
          <a:ext cx="5184576" cy="457200"/>
        </p:xfrm>
        <a:graphic>
          <a:graphicData uri="http://schemas.openxmlformats.org/drawingml/2006/table">
            <a:tbl>
              <a:tblPr>
                <a:tableStyleId>{5940675A-B579-460E-94D1-54222C63F5DA}</a:tableStyleId>
              </a:tblPr>
              <a:tblGrid>
                <a:gridCol w="5760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7606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576064">
                  <a:extLst>
                    <a:ext uri="{9D8B030D-6E8A-4147-A177-3AD203B41FA5}">
                      <a16:colId xmlns:a16="http://schemas.microsoft.com/office/drawing/2014/main" val="20006"/>
                    </a:ext>
                  </a:extLst>
                </a:gridCol>
                <a:gridCol w="576064">
                  <a:extLst>
                    <a:ext uri="{9D8B030D-6E8A-4147-A177-3AD203B41FA5}">
                      <a16:colId xmlns:a16="http://schemas.microsoft.com/office/drawing/2014/main" val="20007"/>
                    </a:ext>
                  </a:extLst>
                </a:gridCol>
                <a:gridCol w="576064">
                  <a:extLst>
                    <a:ext uri="{9D8B030D-6E8A-4147-A177-3AD203B41FA5}">
                      <a16:colId xmlns:a16="http://schemas.microsoft.com/office/drawing/2014/main" val="3858725169"/>
                    </a:ext>
                  </a:extLst>
                </a:gridCol>
              </a:tblGrid>
              <a:tr h="4572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2</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6</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7</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10</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FF0000"/>
                          </a:solidFill>
                          <a:effectLst/>
                        </a:rPr>
                        <a:t>12</a:t>
                      </a:r>
                      <a:endParaRPr kumimoji="0" lang="en-US" altLang="zh-CN" sz="2400" b="1" i="0" u="none" strike="noStrike" cap="none" normalizeH="0" baseline="0" dirty="0">
                        <a:ln>
                          <a:noFill/>
                        </a:ln>
                        <a:solidFill>
                          <a:srgbClr val="FF0000"/>
                        </a:solidFill>
                        <a:effectLst/>
                        <a:latin typeface="Courier New"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graphicFrame>
        <p:nvGraphicFramePr>
          <p:cNvPr id="6" name="Group 3">
            <a:extLst>
              <a:ext uri="{FF2B5EF4-FFF2-40B4-BE49-F238E27FC236}">
                <a16:creationId xmlns:a16="http://schemas.microsoft.com/office/drawing/2014/main" id="{033CC65E-DF13-9FC8-23F5-1838EA3888B5}"/>
              </a:ext>
            </a:extLst>
          </p:cNvPr>
          <p:cNvGraphicFramePr>
            <a:graphicFrameLocks noGrp="1"/>
          </p:cNvGraphicFramePr>
          <p:nvPr>
            <p:extLst>
              <p:ext uri="{D42A27DB-BD31-4B8C-83A1-F6EECF244321}">
                <p14:modId xmlns:p14="http://schemas.microsoft.com/office/powerpoint/2010/main" val="454026212"/>
              </p:ext>
            </p:extLst>
          </p:nvPr>
        </p:nvGraphicFramePr>
        <p:xfrm>
          <a:off x="2723340" y="3954205"/>
          <a:ext cx="5184576" cy="457200"/>
        </p:xfrm>
        <a:graphic>
          <a:graphicData uri="http://schemas.openxmlformats.org/drawingml/2006/table">
            <a:tbl>
              <a:tblPr>
                <a:tableStyleId>{5940675A-B579-460E-94D1-54222C63F5DA}</a:tableStyleId>
              </a:tblPr>
              <a:tblGrid>
                <a:gridCol w="5760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7606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576064">
                  <a:extLst>
                    <a:ext uri="{9D8B030D-6E8A-4147-A177-3AD203B41FA5}">
                      <a16:colId xmlns:a16="http://schemas.microsoft.com/office/drawing/2014/main" val="20006"/>
                    </a:ext>
                  </a:extLst>
                </a:gridCol>
                <a:gridCol w="576064">
                  <a:extLst>
                    <a:ext uri="{9D8B030D-6E8A-4147-A177-3AD203B41FA5}">
                      <a16:colId xmlns:a16="http://schemas.microsoft.com/office/drawing/2014/main" val="20007"/>
                    </a:ext>
                  </a:extLst>
                </a:gridCol>
                <a:gridCol w="576064">
                  <a:extLst>
                    <a:ext uri="{9D8B030D-6E8A-4147-A177-3AD203B41FA5}">
                      <a16:colId xmlns:a16="http://schemas.microsoft.com/office/drawing/2014/main" val="3858725169"/>
                    </a:ext>
                  </a:extLst>
                </a:gridCol>
              </a:tblGrid>
              <a:tr h="4572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2</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6</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7</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10</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endParaRPr kumimoji="0" lang="en-US" altLang="zh-CN" sz="2400" b="1" i="0" u="none" strike="noStrike" cap="none" normalizeH="0" baseline="0" dirty="0">
                        <a:ln>
                          <a:noFill/>
                        </a:ln>
                        <a:solidFill>
                          <a:srgbClr val="FF0000"/>
                        </a:solidFill>
                        <a:effectLst/>
                        <a:latin typeface="Courier New"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FF0000"/>
                          </a:solidFill>
                          <a:effectLst/>
                          <a:latin typeface="Courier New" charset="0"/>
                          <a:ea typeface="宋体" charset="0"/>
                        </a:rPr>
                        <a:t>12</a:t>
                      </a:r>
                      <a:endParaRPr kumimoji="0" lang="en-US" altLang="zh-CN" sz="2400" b="1" i="0" u="none" strike="noStrike" cap="none" normalizeH="0" baseline="0" dirty="0">
                        <a:ln>
                          <a:noFill/>
                        </a:ln>
                        <a:solidFill>
                          <a:srgbClr val="FF0000"/>
                        </a:solidFill>
                        <a:effectLst/>
                        <a:latin typeface="Courier New"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graphicFrame>
        <p:nvGraphicFramePr>
          <p:cNvPr id="12" name="Group 3">
            <a:extLst>
              <a:ext uri="{FF2B5EF4-FFF2-40B4-BE49-F238E27FC236}">
                <a16:creationId xmlns:a16="http://schemas.microsoft.com/office/drawing/2014/main" id="{A3676F59-FCA5-2EC3-A0F6-4B42704266EF}"/>
              </a:ext>
            </a:extLst>
          </p:cNvPr>
          <p:cNvGraphicFramePr>
            <a:graphicFrameLocks noGrp="1"/>
          </p:cNvGraphicFramePr>
          <p:nvPr>
            <p:extLst>
              <p:ext uri="{D42A27DB-BD31-4B8C-83A1-F6EECF244321}">
                <p14:modId xmlns:p14="http://schemas.microsoft.com/office/powerpoint/2010/main" val="1331230549"/>
              </p:ext>
            </p:extLst>
          </p:nvPr>
        </p:nvGraphicFramePr>
        <p:xfrm>
          <a:off x="2732805" y="4703188"/>
          <a:ext cx="5184576" cy="457200"/>
        </p:xfrm>
        <a:graphic>
          <a:graphicData uri="http://schemas.openxmlformats.org/drawingml/2006/table">
            <a:tbl>
              <a:tblPr>
                <a:tableStyleId>{5940675A-B579-460E-94D1-54222C63F5DA}</a:tableStyleId>
              </a:tblPr>
              <a:tblGrid>
                <a:gridCol w="5760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7606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576064">
                  <a:extLst>
                    <a:ext uri="{9D8B030D-6E8A-4147-A177-3AD203B41FA5}">
                      <a16:colId xmlns:a16="http://schemas.microsoft.com/office/drawing/2014/main" val="20006"/>
                    </a:ext>
                  </a:extLst>
                </a:gridCol>
                <a:gridCol w="576064">
                  <a:extLst>
                    <a:ext uri="{9D8B030D-6E8A-4147-A177-3AD203B41FA5}">
                      <a16:colId xmlns:a16="http://schemas.microsoft.com/office/drawing/2014/main" val="20007"/>
                    </a:ext>
                  </a:extLst>
                </a:gridCol>
                <a:gridCol w="576064">
                  <a:extLst>
                    <a:ext uri="{9D8B030D-6E8A-4147-A177-3AD203B41FA5}">
                      <a16:colId xmlns:a16="http://schemas.microsoft.com/office/drawing/2014/main" val="3858725169"/>
                    </a:ext>
                  </a:extLst>
                </a:gridCol>
              </a:tblGrid>
              <a:tr h="4572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2</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6</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7</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10</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dirty="0">
                          <a:ln>
                            <a:noFill/>
                          </a:ln>
                          <a:solidFill>
                            <a:srgbClr val="FF0000"/>
                          </a:solidFill>
                          <a:effectLst/>
                          <a:latin typeface="Courier New" charset="0"/>
                          <a:ea typeface="宋体" charset="0"/>
                        </a:rPr>
                        <a:t>11</a:t>
                      </a: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FF0000"/>
                          </a:solidFill>
                          <a:effectLst/>
                          <a:latin typeface="Courier New" charset="0"/>
                          <a:ea typeface="宋体" charset="0"/>
                        </a:rPr>
                        <a:t>12</a:t>
                      </a:r>
                      <a:endParaRPr kumimoji="0" lang="en-US" altLang="zh-CN" sz="2400" b="1" i="0" u="none" strike="noStrike" cap="none" normalizeH="0" baseline="0" dirty="0">
                        <a:ln>
                          <a:noFill/>
                        </a:ln>
                        <a:solidFill>
                          <a:srgbClr val="FF0000"/>
                        </a:solidFill>
                        <a:effectLst/>
                        <a:latin typeface="Courier New"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sp>
        <p:nvSpPr>
          <p:cNvPr id="13" name="文本框 12">
            <a:extLst>
              <a:ext uri="{FF2B5EF4-FFF2-40B4-BE49-F238E27FC236}">
                <a16:creationId xmlns:a16="http://schemas.microsoft.com/office/drawing/2014/main" id="{316D3248-5916-B506-81A1-22056D20CB21}"/>
              </a:ext>
            </a:extLst>
          </p:cNvPr>
          <p:cNvSpPr txBox="1"/>
          <p:nvPr/>
        </p:nvSpPr>
        <p:spPr>
          <a:xfrm>
            <a:off x="8139113" y="3138736"/>
            <a:ext cx="2736304" cy="646331"/>
          </a:xfrm>
          <a:prstGeom prst="rect">
            <a:avLst/>
          </a:prstGeom>
          <a:noFill/>
        </p:spPr>
        <p:txBody>
          <a:bodyPr wrap="square" rtlCol="0">
            <a:spAutoFit/>
          </a:bodyPr>
          <a:lstStyle/>
          <a:p>
            <a:r>
              <a:rPr lang="zh-CN" altLang="en-US" dirty="0"/>
              <a:t>找到数组里的第一个不小于</a:t>
            </a:r>
            <a:r>
              <a:rPr lang="en-US" altLang="zh-CN" dirty="0"/>
              <a:t>11</a:t>
            </a:r>
            <a:r>
              <a:rPr lang="zh-CN" altLang="en-US" dirty="0"/>
              <a:t>的元素</a:t>
            </a:r>
          </a:p>
        </p:txBody>
      </p:sp>
      <p:sp>
        <p:nvSpPr>
          <p:cNvPr id="14" name="文本框 13">
            <a:extLst>
              <a:ext uri="{FF2B5EF4-FFF2-40B4-BE49-F238E27FC236}">
                <a16:creationId xmlns:a16="http://schemas.microsoft.com/office/drawing/2014/main" id="{A1D6B0A7-2A94-F65B-8C30-1305CD227C3B}"/>
              </a:ext>
            </a:extLst>
          </p:cNvPr>
          <p:cNvSpPr txBox="1"/>
          <p:nvPr/>
        </p:nvSpPr>
        <p:spPr>
          <a:xfrm>
            <a:off x="8100508" y="3810567"/>
            <a:ext cx="2736304" cy="646331"/>
          </a:xfrm>
          <a:prstGeom prst="rect">
            <a:avLst/>
          </a:prstGeom>
          <a:noFill/>
        </p:spPr>
        <p:txBody>
          <a:bodyPr wrap="square" rtlCol="0">
            <a:spAutoFit/>
          </a:bodyPr>
          <a:lstStyle/>
          <a:p>
            <a:r>
              <a:rPr lang="zh-CN" altLang="en-US" dirty="0"/>
              <a:t>将该元素和后面的元素后移，空出一个位置</a:t>
            </a:r>
          </a:p>
        </p:txBody>
      </p:sp>
      <p:sp>
        <p:nvSpPr>
          <p:cNvPr id="15" name="文本框 14">
            <a:extLst>
              <a:ext uri="{FF2B5EF4-FFF2-40B4-BE49-F238E27FC236}">
                <a16:creationId xmlns:a16="http://schemas.microsoft.com/office/drawing/2014/main" id="{7BA3CF19-824B-2C4E-2E70-83A215112B22}"/>
              </a:ext>
            </a:extLst>
          </p:cNvPr>
          <p:cNvSpPr txBox="1"/>
          <p:nvPr/>
        </p:nvSpPr>
        <p:spPr>
          <a:xfrm>
            <a:off x="8156836" y="4684143"/>
            <a:ext cx="2736304" cy="369332"/>
          </a:xfrm>
          <a:prstGeom prst="rect">
            <a:avLst/>
          </a:prstGeom>
          <a:noFill/>
        </p:spPr>
        <p:txBody>
          <a:bodyPr wrap="square" rtlCol="0">
            <a:spAutoFit/>
          </a:bodyPr>
          <a:lstStyle/>
          <a:p>
            <a:r>
              <a:rPr lang="zh-CN" altLang="en-US" dirty="0"/>
              <a:t>在空出位置上填</a:t>
            </a:r>
            <a:r>
              <a:rPr lang="en-US" altLang="zh-CN" dirty="0"/>
              <a:t>11</a:t>
            </a:r>
            <a:endParaRPr lang="zh-CN" altLang="en-US" dirty="0"/>
          </a:p>
        </p:txBody>
      </p:sp>
    </p:spTree>
    <p:extLst>
      <p:ext uri="{BB962C8B-B14F-4D97-AF65-F5344CB8AC3E}">
        <p14:creationId xmlns:p14="http://schemas.microsoft.com/office/powerpoint/2010/main" val="3735742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ox(i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ox(in)">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915DF8E8-58EB-2D51-296B-13FB3DD65043}"/>
              </a:ext>
            </a:extLst>
          </p:cNvPr>
          <p:cNvSpPr txBox="1"/>
          <p:nvPr/>
        </p:nvSpPr>
        <p:spPr>
          <a:xfrm>
            <a:off x="1055440" y="1700808"/>
            <a:ext cx="10441160" cy="4524315"/>
          </a:xfrm>
          <a:prstGeom prst="rect">
            <a:avLst/>
          </a:prstGeom>
          <a:noFill/>
        </p:spPr>
        <p:txBody>
          <a:bodyPr wrap="square">
            <a:spAutoFit/>
          </a:bodyPr>
          <a:lstStyle/>
          <a:p>
            <a:pPr algn="l">
              <a:buFont typeface="+mj-lt"/>
              <a:buAutoNum type="arabicPeriod"/>
            </a:pP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BinSearchGE</a:t>
            </a:r>
            <a:r>
              <a:rPr lang="en-US" altLang="zh-CN" dirty="0">
                <a:solidFill>
                  <a:srgbClr val="000000"/>
                </a:solidFill>
                <a:highlight>
                  <a:srgbClr val="FFFFFF"/>
                </a:highlight>
                <a:latin typeface="Consolas" panose="020B0609020204030204" pitchFamily="49" charset="0"/>
              </a:rPr>
              <a:t>(</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num[],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x,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n) //</a:t>
            </a:r>
            <a:r>
              <a:rPr lang="zh-CN" altLang="en-US" dirty="0">
                <a:solidFill>
                  <a:srgbClr val="000000"/>
                </a:solidFill>
                <a:highlight>
                  <a:srgbClr val="FFFFFF"/>
                </a:highlight>
                <a:latin typeface="Consolas" panose="020B0609020204030204" pitchFamily="49" charset="0"/>
              </a:rPr>
              <a:t>返回数组里第一个大于等于</a:t>
            </a:r>
            <a:r>
              <a:rPr lang="en-US" altLang="zh-CN" dirty="0">
                <a:solidFill>
                  <a:srgbClr val="000000"/>
                </a:solidFill>
                <a:highlight>
                  <a:srgbClr val="FFFFFF"/>
                </a:highlight>
                <a:latin typeface="Consolas" panose="020B0609020204030204" pitchFamily="49" charset="0"/>
              </a:rPr>
              <a:t>x</a:t>
            </a:r>
            <a:r>
              <a:rPr lang="zh-CN" altLang="en-US" dirty="0">
                <a:solidFill>
                  <a:srgbClr val="000000"/>
                </a:solidFill>
                <a:highlight>
                  <a:srgbClr val="FFFFFF"/>
                </a:highlight>
                <a:latin typeface="Consolas" panose="020B0609020204030204" pitchFamily="49" charset="0"/>
              </a:rPr>
              <a:t>的元素的位置，如果所有元素均小于</a:t>
            </a:r>
            <a:r>
              <a:rPr lang="en-US" altLang="zh-CN" dirty="0">
                <a:solidFill>
                  <a:srgbClr val="000000"/>
                </a:solidFill>
                <a:highlight>
                  <a:srgbClr val="FFFFFF"/>
                </a:highlight>
                <a:latin typeface="Consolas" panose="020B0609020204030204" pitchFamily="49" charset="0"/>
              </a:rPr>
              <a:t>x</a:t>
            </a:r>
            <a:r>
              <a:rPr lang="zh-CN" altLang="en-US" dirty="0">
                <a:solidFill>
                  <a:srgbClr val="000000"/>
                </a:solidFill>
                <a:highlight>
                  <a:srgbClr val="FFFFFF"/>
                </a:highlight>
                <a:latin typeface="Consolas" panose="020B0609020204030204" pitchFamily="49" charset="0"/>
              </a:rPr>
              <a:t>，返回</a:t>
            </a:r>
            <a:r>
              <a:rPr lang="en-US" altLang="zh-CN" dirty="0">
                <a:solidFill>
                  <a:srgbClr val="000000"/>
                </a:solidFill>
                <a:highlight>
                  <a:srgbClr val="FFFFFF"/>
                </a:highlight>
                <a:latin typeface="Consolas" panose="020B0609020204030204" pitchFamily="49" charset="0"/>
              </a:rPr>
              <a:t>n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low, high, mid;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low = 0;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high = n - 1;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while</a:t>
            </a:r>
            <a:r>
              <a:rPr lang="en-US" altLang="zh-CN" dirty="0">
                <a:solidFill>
                  <a:srgbClr val="000000"/>
                </a:solidFill>
                <a:highlight>
                  <a:srgbClr val="F8F8F8"/>
                </a:highlight>
                <a:latin typeface="Consolas" panose="020B0609020204030204" pitchFamily="49" charset="0"/>
              </a:rPr>
              <a:t> (low &lt; high){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mid = (high + low) / 2;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if</a:t>
            </a:r>
            <a:r>
              <a:rPr lang="en-US" altLang="zh-CN" dirty="0">
                <a:solidFill>
                  <a:srgbClr val="000000"/>
                </a:solidFill>
                <a:highlight>
                  <a:srgbClr val="F8F8F8"/>
                </a:highlight>
                <a:latin typeface="Consolas" panose="020B0609020204030204" pitchFamily="49" charset="0"/>
              </a:rPr>
              <a:t> (x &gt; num[mid])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low = mid + 1;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else</a:t>
            </a: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high = mid;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if</a:t>
            </a:r>
            <a:r>
              <a:rPr lang="en-US" altLang="zh-CN" dirty="0">
                <a:solidFill>
                  <a:srgbClr val="000000"/>
                </a:solidFill>
                <a:highlight>
                  <a:srgbClr val="FFFFFF"/>
                </a:highlight>
                <a:latin typeface="Consolas" panose="020B0609020204030204" pitchFamily="49" charset="0"/>
              </a:rPr>
              <a:t>(num[low]&lt;x) </a:t>
            </a:r>
            <a:r>
              <a:rPr lang="en-US" altLang="zh-CN" b="1" dirty="0">
                <a:solidFill>
                  <a:srgbClr val="006699"/>
                </a:solidFill>
                <a:highlight>
                  <a:srgbClr val="FFFFFF"/>
                </a:highlight>
                <a:latin typeface="Consolas" panose="020B0609020204030204" pitchFamily="49" charset="0"/>
              </a:rPr>
              <a:t>return</a:t>
            </a:r>
            <a:r>
              <a:rPr lang="en-US" altLang="zh-CN" dirty="0">
                <a:solidFill>
                  <a:srgbClr val="000000"/>
                </a:solidFill>
                <a:highlight>
                  <a:srgbClr val="FFFFFF"/>
                </a:highlight>
                <a:latin typeface="Consolas" panose="020B0609020204030204" pitchFamily="49" charset="0"/>
              </a:rPr>
              <a:t> n;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else</a:t>
            </a: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return</a:t>
            </a:r>
            <a:r>
              <a:rPr lang="en-US" altLang="zh-CN" dirty="0">
                <a:solidFill>
                  <a:srgbClr val="000000"/>
                </a:solidFill>
                <a:highlight>
                  <a:srgbClr val="F8F8F8"/>
                </a:highlight>
                <a:latin typeface="Consolas" panose="020B0609020204030204" pitchFamily="49" charset="0"/>
              </a:rPr>
              <a:t> low;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p:txBody>
      </p:sp>
      <p:sp>
        <p:nvSpPr>
          <p:cNvPr id="2" name="灯片编号占位符 1">
            <a:extLst>
              <a:ext uri="{FF2B5EF4-FFF2-40B4-BE49-F238E27FC236}">
                <a16:creationId xmlns:a16="http://schemas.microsoft.com/office/drawing/2014/main" id="{2149DE40-BFF4-0CA4-D5E6-B9E74E2ADD17}"/>
              </a:ext>
            </a:extLst>
          </p:cNvPr>
          <p:cNvSpPr>
            <a:spLocks noGrp="1"/>
          </p:cNvSpPr>
          <p:nvPr>
            <p:ph type="sldNum" sz="quarter" idx="12"/>
          </p:nvPr>
        </p:nvSpPr>
        <p:spPr/>
        <p:txBody>
          <a:bodyPr/>
          <a:lstStyle/>
          <a:p>
            <a:pPr>
              <a:defRPr/>
            </a:pPr>
            <a:fld id="{7C4E558B-5425-6346-B896-72F904F12E77}" type="slidenum">
              <a:rPr lang="en-US" altLang="zh-CN" smtClean="0"/>
              <a:pPr>
                <a:defRPr/>
              </a:pPr>
              <a:t>45</a:t>
            </a:fld>
            <a:endParaRPr lang="zh-CN" altLang="en-US" dirty="0"/>
          </a:p>
        </p:txBody>
      </p:sp>
      <p:sp>
        <p:nvSpPr>
          <p:cNvPr id="4" name="标题 1">
            <a:extLst>
              <a:ext uri="{FF2B5EF4-FFF2-40B4-BE49-F238E27FC236}">
                <a16:creationId xmlns:a16="http://schemas.microsoft.com/office/drawing/2014/main" id="{F3C2A7FE-8F1B-B784-9176-F7318398FC09}"/>
              </a:ext>
            </a:extLst>
          </p:cNvPr>
          <p:cNvSpPr>
            <a:spLocks noGrp="1"/>
          </p:cNvSpPr>
          <p:nvPr>
            <p:ph type="title"/>
          </p:nvPr>
        </p:nvSpPr>
        <p:spPr>
          <a:xfrm>
            <a:off x="287338" y="190500"/>
            <a:ext cx="11523662" cy="677863"/>
          </a:xfrm>
        </p:spPr>
        <p:txBody>
          <a:bodyPr/>
          <a:lstStyle/>
          <a:p>
            <a:pPr algn="l"/>
            <a:r>
              <a:rPr lang="en-US" altLang="zh-CN" dirty="0">
                <a:latin typeface="黑体" panose="02010609060101010101" pitchFamily="49" charset="-122"/>
              </a:rPr>
              <a:t>11.5.4</a:t>
            </a:r>
            <a:r>
              <a:rPr lang="zh-CN" altLang="en-US" dirty="0">
                <a:latin typeface="黑体" panose="02010609060101010101" pitchFamily="49" charset="-122"/>
              </a:rPr>
              <a:t> 在有序数组插入和删除</a:t>
            </a:r>
          </a:p>
        </p:txBody>
      </p:sp>
    </p:spTree>
    <p:extLst>
      <p:ext uri="{BB962C8B-B14F-4D97-AF65-F5344CB8AC3E}">
        <p14:creationId xmlns:p14="http://schemas.microsoft.com/office/powerpoint/2010/main" val="21659081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014DC646-648D-CFDC-05A5-8F2A48A7454D}"/>
              </a:ext>
            </a:extLst>
          </p:cNvPr>
          <p:cNvSpPr txBox="1"/>
          <p:nvPr/>
        </p:nvSpPr>
        <p:spPr>
          <a:xfrm>
            <a:off x="983432" y="1224278"/>
            <a:ext cx="7560840" cy="5355312"/>
          </a:xfrm>
          <a:prstGeom prst="rect">
            <a:avLst/>
          </a:prstGeom>
          <a:noFill/>
        </p:spPr>
        <p:txBody>
          <a:bodyPr wrap="square">
            <a:spAutoFit/>
          </a:bodyPr>
          <a:lstStyle/>
          <a:p>
            <a:pPr algn="l">
              <a:buFont typeface="+mj-lt"/>
              <a:buAutoNum type="arabicPeriod"/>
            </a:pPr>
            <a:r>
              <a:rPr lang="en-US" altLang="zh-CN" dirty="0">
                <a:solidFill>
                  <a:srgbClr val="808080"/>
                </a:solidFill>
                <a:highlight>
                  <a:srgbClr val="FFFFFF"/>
                </a:highlight>
                <a:latin typeface="Consolas" panose="020B0609020204030204" pitchFamily="49" charset="0"/>
              </a:rPr>
              <a:t>#include &lt;</a:t>
            </a:r>
            <a:r>
              <a:rPr lang="en-US" altLang="zh-CN" dirty="0" err="1">
                <a:solidFill>
                  <a:srgbClr val="808080"/>
                </a:solidFill>
                <a:highlight>
                  <a:srgbClr val="FFFFFF"/>
                </a:highlight>
                <a:latin typeface="Consolas" panose="020B0609020204030204" pitchFamily="49" charset="0"/>
              </a:rPr>
              <a:t>stdio.h</a:t>
            </a:r>
            <a:r>
              <a:rPr lang="en-US" altLang="zh-CN" dirty="0">
                <a:solidFill>
                  <a:srgbClr val="808080"/>
                </a:solidFill>
                <a:highlight>
                  <a:srgbClr val="FFFFFF"/>
                </a:highlight>
                <a:latin typeface="Consolas" panose="020B0609020204030204" pitchFamily="49" charset="0"/>
              </a:rPr>
              <a:t>&gt;</a:t>
            </a:r>
            <a:r>
              <a:rPr lang="en-US" altLang="zh-CN" dirty="0">
                <a:solidFill>
                  <a:srgbClr val="000000"/>
                </a:solidFill>
                <a:highlight>
                  <a:srgbClr val="FFFFFF"/>
                </a:highlight>
                <a:latin typeface="Consolas" panose="020B0609020204030204" pitchFamily="49" charset="0"/>
              </a:rPr>
              <a:t>  </a:t>
            </a:r>
          </a:p>
          <a:p>
            <a:pPr>
              <a:buFont typeface="+mj-lt"/>
              <a:buAutoNum type="arabicPeriod"/>
            </a:pPr>
            <a:r>
              <a:rPr lang="fr-FR" altLang="zh-CN" b="1" dirty="0">
                <a:solidFill>
                  <a:srgbClr val="C00000"/>
                </a:solidFill>
                <a:latin typeface="Courier New" panose="02070309020205020404" pitchFamily="49" charset="0"/>
                <a:ea typeface="宋体" panose="02010600030101010101" pitchFamily="2" charset="-122"/>
              </a:rPr>
              <a:t>int</a:t>
            </a:r>
            <a:r>
              <a:rPr lang="fr-FR" altLang="zh-CN" b="1" dirty="0">
                <a:latin typeface="Courier New" panose="02070309020205020404" pitchFamily="49" charset="0"/>
                <a:ea typeface="宋体" panose="02010600030101010101" pitchFamily="2" charset="-122"/>
              </a:rPr>
              <a:t>  BinSearchGE(</a:t>
            </a:r>
            <a:r>
              <a:rPr lang="fr-FR" altLang="zh-CN" b="1" dirty="0">
                <a:solidFill>
                  <a:srgbClr val="C00000"/>
                </a:solidFill>
                <a:latin typeface="Courier New" panose="02070309020205020404" pitchFamily="49" charset="0"/>
                <a:ea typeface="宋体" panose="02010600030101010101" pitchFamily="2" charset="-122"/>
              </a:rPr>
              <a:t>int</a:t>
            </a:r>
            <a:r>
              <a:rPr lang="fr-FR" altLang="zh-CN" b="1" dirty="0">
                <a:latin typeface="Courier New" panose="02070309020205020404" pitchFamily="49" charset="0"/>
                <a:ea typeface="宋体" panose="02010600030101010101" pitchFamily="2" charset="-122"/>
              </a:rPr>
              <a:t> </a:t>
            </a:r>
            <a:r>
              <a:rPr lang="en-US" altLang="zh-CN" b="1" dirty="0" err="1">
                <a:latin typeface="Courier New" panose="02070309020205020404" pitchFamily="49" charset="0"/>
                <a:ea typeface="宋体" panose="02010600030101010101" pitchFamily="2" charset="-122"/>
              </a:rPr>
              <a:t>arr</a:t>
            </a:r>
            <a:r>
              <a:rPr lang="fr-FR" altLang="zh-CN" b="1" dirty="0">
                <a:latin typeface="Courier New" panose="02070309020205020404" pitchFamily="49" charset="0"/>
                <a:ea typeface="宋体" panose="02010600030101010101" pitchFamily="2" charset="-122"/>
              </a:rPr>
              <a:t>[], </a:t>
            </a:r>
            <a:r>
              <a:rPr lang="fr-FR" altLang="zh-CN" b="1" dirty="0">
                <a:solidFill>
                  <a:srgbClr val="C00000"/>
                </a:solidFill>
                <a:latin typeface="Courier New" panose="02070309020205020404" pitchFamily="49" charset="0"/>
                <a:ea typeface="宋体" panose="02010600030101010101" pitchFamily="2" charset="-122"/>
              </a:rPr>
              <a:t>int value</a:t>
            </a:r>
            <a:r>
              <a:rPr lang="fr-FR" altLang="zh-CN" b="1" dirty="0">
                <a:latin typeface="Courier New" panose="02070309020205020404" pitchFamily="49" charset="0"/>
                <a:ea typeface="宋体" panose="02010600030101010101" pitchFamily="2" charset="-122"/>
              </a:rPr>
              <a:t> , </a:t>
            </a:r>
            <a:r>
              <a:rPr lang="fr-FR" altLang="zh-CN" b="1" dirty="0">
                <a:solidFill>
                  <a:srgbClr val="C00000"/>
                </a:solidFill>
                <a:latin typeface="Courier New" panose="02070309020205020404" pitchFamily="49" charset="0"/>
                <a:ea typeface="宋体" panose="02010600030101010101" pitchFamily="2" charset="-122"/>
              </a:rPr>
              <a:t>int</a:t>
            </a:r>
            <a:r>
              <a:rPr lang="fr-FR" altLang="zh-CN" b="1" dirty="0">
                <a:latin typeface="Courier New" panose="02070309020205020404" pitchFamily="49" charset="0"/>
                <a:ea typeface="宋体" panose="02010600030101010101" pitchFamily="2" charset="-122"/>
              </a:rPr>
              <a:t> n);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insert_ordered</a:t>
            </a:r>
            <a:r>
              <a:rPr lang="en-US" altLang="zh-CN" dirty="0">
                <a:solidFill>
                  <a:srgbClr val="000000"/>
                </a:solidFill>
                <a:highlight>
                  <a:srgbClr val="F8F8F8"/>
                </a:highlight>
                <a:latin typeface="Consolas" panose="020B0609020204030204" pitchFamily="49" charset="0"/>
              </a:rPr>
              <a:t>(</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arr</a:t>
            </a: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n,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value){</a:t>
            </a:r>
          </a:p>
          <a:p>
            <a:pPr algn="l">
              <a:buFont typeface="+mj-lt"/>
              <a:buAutoNum type="arabicPeriod"/>
            </a:pPr>
            <a:r>
              <a:rPr lang="en-US" altLang="zh-CN" dirty="0">
                <a:solidFill>
                  <a:srgbClr val="000000"/>
                </a:solidFill>
                <a:highlight>
                  <a:srgbClr val="F8F8F8"/>
                </a:highlight>
                <a:latin typeface="Consolas" panose="020B0609020204030204" pitchFamily="49" charset="0"/>
              </a:rPr>
              <a:t>   int pos = </a:t>
            </a:r>
            <a:r>
              <a:rPr lang="en-US" altLang="zh-CN" dirty="0" err="1">
                <a:solidFill>
                  <a:srgbClr val="000000"/>
                </a:solidFill>
                <a:highlight>
                  <a:srgbClr val="F8F8F8"/>
                </a:highlight>
                <a:latin typeface="Consolas" panose="020B0609020204030204" pitchFamily="49" charset="0"/>
              </a:rPr>
              <a:t>BinSearchGE</a:t>
            </a:r>
            <a:r>
              <a:rPr lang="en-US" altLang="zh-CN" dirty="0">
                <a:solidFill>
                  <a:srgbClr val="000000"/>
                </a:solidFill>
                <a:highlight>
                  <a:srgbClr val="F8F8F8"/>
                </a:highlight>
                <a:latin typeface="Consolas" panose="020B0609020204030204" pitchFamily="49" charset="0"/>
              </a:rPr>
              <a:t>(</a:t>
            </a:r>
            <a:r>
              <a:rPr lang="en-US" altLang="zh-CN" dirty="0" err="1">
                <a:solidFill>
                  <a:srgbClr val="000000"/>
                </a:solidFill>
                <a:highlight>
                  <a:srgbClr val="F8F8F8"/>
                </a:highlight>
                <a:latin typeface="Consolas" panose="020B0609020204030204" pitchFamily="49" charset="0"/>
              </a:rPr>
              <a:t>arr,value,n</a:t>
            </a:r>
            <a:r>
              <a:rPr lang="en-US" altLang="zh-CN" dirty="0">
                <a:solidFill>
                  <a:srgbClr val="000000"/>
                </a:solidFill>
                <a:highlight>
                  <a:srgbClr val="F8F8F8"/>
                </a:highlight>
                <a:latin typeface="Consolas" panose="020B0609020204030204" pitchFamily="49" charset="0"/>
              </a:rPr>
              <a:t>);</a:t>
            </a:r>
          </a:p>
          <a:p>
            <a:pPr algn="l">
              <a:buFont typeface="+mj-lt"/>
              <a:buAutoNum type="arabicPeriod"/>
            </a:pPr>
            <a:r>
              <a:rPr lang="en-US" altLang="zh-CN" b="1" dirty="0">
                <a:solidFill>
                  <a:srgbClr val="006699"/>
                </a:solidFill>
                <a:highlight>
                  <a:srgbClr val="FFFFFF"/>
                </a:highlight>
                <a:latin typeface="Consolas" panose="020B0609020204030204" pitchFamily="49" charset="0"/>
              </a:rPr>
              <a:t>   for</a:t>
            </a:r>
            <a:r>
              <a:rPr lang="en-US" altLang="zh-CN" dirty="0">
                <a:solidFill>
                  <a:srgbClr val="000000"/>
                </a:solidFill>
                <a:highlight>
                  <a:srgbClr val="FFFFFF"/>
                </a:highlight>
                <a:latin typeface="Consolas" panose="020B0609020204030204" pitchFamily="49" charset="0"/>
              </a:rPr>
              <a:t>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 n;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&gt; pos; </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arr</a:t>
            </a:r>
            <a:r>
              <a:rPr lang="en-US" altLang="zh-CN" dirty="0">
                <a:solidFill>
                  <a:srgbClr val="000000"/>
                </a:solidFill>
                <a:highlight>
                  <a:srgbClr val="F8F8F8"/>
                </a:highlight>
                <a:latin typeface="Consolas" panose="020B0609020204030204" pitchFamily="49" charset="0"/>
              </a:rPr>
              <a:t>[</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 </a:t>
            </a:r>
            <a:r>
              <a:rPr lang="en-US" altLang="zh-CN" dirty="0" err="1">
                <a:solidFill>
                  <a:srgbClr val="000000"/>
                </a:solidFill>
                <a:highlight>
                  <a:srgbClr val="F8F8F8"/>
                </a:highlight>
                <a:latin typeface="Consolas" panose="020B0609020204030204" pitchFamily="49" charset="0"/>
              </a:rPr>
              <a:t>arr</a:t>
            </a:r>
            <a:r>
              <a:rPr lang="en-US" altLang="zh-CN" dirty="0">
                <a:solidFill>
                  <a:srgbClr val="000000"/>
                </a:solidFill>
                <a:highlight>
                  <a:srgbClr val="F8F8F8"/>
                </a:highlight>
                <a:latin typeface="Consolas" panose="020B0609020204030204" pitchFamily="49" charset="0"/>
              </a:rPr>
              <a:t>[</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- 1];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arr</a:t>
            </a:r>
            <a:r>
              <a:rPr lang="en-US" altLang="zh-CN" dirty="0">
                <a:solidFill>
                  <a:srgbClr val="000000"/>
                </a:solidFill>
                <a:highlight>
                  <a:srgbClr val="F8F8F8"/>
                </a:highlight>
                <a:latin typeface="Consolas" panose="020B0609020204030204" pitchFamily="49" charset="0"/>
              </a:rPr>
              <a:t>[pos] = value;  </a:t>
            </a: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return</a:t>
            </a:r>
            <a:r>
              <a:rPr lang="en-US" altLang="zh-CN" dirty="0">
                <a:solidFill>
                  <a:srgbClr val="000000"/>
                </a:solidFill>
                <a:highlight>
                  <a:srgbClr val="F8F8F8"/>
                </a:highlight>
                <a:latin typeface="Consolas" panose="020B0609020204030204" pitchFamily="49" charset="0"/>
              </a:rPr>
              <a:t> n+1;</a:t>
            </a:r>
          </a:p>
          <a:p>
            <a:pPr algn="l">
              <a:buFont typeface="+mj-lt"/>
              <a:buAutoNum type="arabicPeriod"/>
            </a:pPr>
            <a:r>
              <a:rPr lang="en-US" altLang="zh-CN" dirty="0">
                <a:solidFill>
                  <a:srgbClr val="000000"/>
                </a:solidFill>
                <a:highlight>
                  <a:srgbClr val="F8F8F8"/>
                </a:highlight>
                <a:latin typeface="Consolas" panose="020B0609020204030204" pitchFamily="49" charset="0"/>
              </a:rPr>
              <a:t>}</a:t>
            </a:r>
          </a:p>
          <a:p>
            <a:pPr algn="l">
              <a:buFont typeface="+mj-lt"/>
              <a:buAutoNum type="arabicPeriod"/>
            </a:pP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main()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arr</a:t>
            </a:r>
            <a:r>
              <a:rPr lang="en-US" altLang="zh-CN" dirty="0">
                <a:solidFill>
                  <a:srgbClr val="000000"/>
                </a:solidFill>
                <a:highlight>
                  <a:srgbClr val="FFFFFF"/>
                </a:highlight>
                <a:latin typeface="Consolas" panose="020B0609020204030204" pitchFamily="49" charset="0"/>
              </a:rPr>
              <a:t>[100] = {1, 2, 3, 4, 5};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n = 5;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n = </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insert</a:t>
            </a:r>
            <a:r>
              <a:rPr lang="en-US" altLang="zh-CN" dirty="0" err="1">
                <a:solidFill>
                  <a:srgbClr val="000000"/>
                </a:solidFill>
                <a:highlight>
                  <a:srgbClr val="FFFFFF"/>
                </a:highlight>
                <a:latin typeface="Consolas" panose="020B0609020204030204" pitchFamily="49" charset="0"/>
              </a:rPr>
              <a:t>_unordered</a:t>
            </a:r>
            <a:r>
              <a:rPr lang="en-US" altLang="zh-CN" dirty="0">
                <a:solidFill>
                  <a:srgbClr val="000000"/>
                </a:solidFill>
                <a:highlight>
                  <a:srgbClr val="FFFFFF"/>
                </a:highlight>
                <a:latin typeface="Consolas" panose="020B0609020204030204" pitchFamily="49" charset="0"/>
              </a:rPr>
              <a:t>(</a:t>
            </a:r>
            <a:r>
              <a:rPr lang="en-US" altLang="zh-CN" dirty="0" err="1">
                <a:solidFill>
                  <a:srgbClr val="000000"/>
                </a:solidFill>
                <a:highlight>
                  <a:srgbClr val="FFFFFF"/>
                </a:highlight>
                <a:latin typeface="Consolas" panose="020B0609020204030204" pitchFamily="49" charset="0"/>
              </a:rPr>
              <a:t>arr</a:t>
            </a:r>
            <a:r>
              <a:rPr lang="en-US" altLang="zh-CN" dirty="0">
                <a:solidFill>
                  <a:srgbClr val="000000"/>
                </a:solidFill>
                <a:highlight>
                  <a:srgbClr val="FFFFFF"/>
                </a:highlight>
                <a:latin typeface="Consolas" panose="020B0609020204030204" pitchFamily="49" charset="0"/>
              </a:rPr>
              <a:t>, n, 11);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for</a:t>
            </a:r>
            <a:r>
              <a:rPr lang="en-US" altLang="zh-CN" dirty="0">
                <a:solidFill>
                  <a:srgbClr val="000000"/>
                </a:solidFill>
                <a:highlight>
                  <a:srgbClr val="F8F8F8"/>
                </a:highlight>
                <a:latin typeface="Consolas" panose="020B0609020204030204" pitchFamily="49" charset="0"/>
              </a:rPr>
              <a:t> (</a:t>
            </a:r>
            <a:r>
              <a:rPr lang="en-US" altLang="zh-CN" b="1" dirty="0">
                <a:solidFill>
                  <a:srgbClr val="2E8B57"/>
                </a:solidFill>
                <a:highlight>
                  <a:srgbClr val="F8F8F8"/>
                </a:highlight>
                <a:latin typeface="Consolas" panose="020B0609020204030204" pitchFamily="49" charset="0"/>
              </a:rPr>
              <a:t>int</a:t>
            </a:r>
            <a:r>
              <a:rPr lang="en-US" altLang="zh-CN" dirty="0">
                <a:solidFill>
                  <a:srgbClr val="000000"/>
                </a:solidFill>
                <a:highlight>
                  <a:srgbClr val="F8F8F8"/>
                </a:highlight>
                <a:latin typeface="Consolas" panose="020B0609020204030204" pitchFamily="49" charset="0"/>
              </a:rPr>
              <a:t>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 0;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&lt; n; </a:t>
            </a:r>
            <a:r>
              <a:rPr lang="en-US" altLang="zh-CN" dirty="0" err="1">
                <a:solidFill>
                  <a:srgbClr val="000000"/>
                </a:solidFill>
                <a:highlight>
                  <a:srgbClr val="F8F8F8"/>
                </a:highlight>
                <a:latin typeface="Consolas" panose="020B0609020204030204" pitchFamily="49" charset="0"/>
              </a:rPr>
              <a:t>i</a:t>
            </a: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printf</a:t>
            </a:r>
            <a:r>
              <a:rPr lang="en-US" altLang="zh-CN" dirty="0">
                <a:solidFill>
                  <a:srgbClr val="000000"/>
                </a:solidFill>
                <a:highlight>
                  <a:srgbClr val="FFFFFF"/>
                </a:highlight>
                <a:latin typeface="Consolas" panose="020B0609020204030204" pitchFamily="49" charset="0"/>
              </a:rPr>
              <a:t>(</a:t>
            </a:r>
            <a:r>
              <a:rPr lang="en-US" altLang="zh-CN" dirty="0">
                <a:solidFill>
                  <a:srgbClr val="0000FF"/>
                </a:solidFill>
                <a:highlight>
                  <a:srgbClr val="FFFFFF"/>
                </a:highlight>
                <a:latin typeface="Consolas" panose="020B0609020204030204" pitchFamily="49" charset="0"/>
              </a:rPr>
              <a:t>"%d "</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arr</a:t>
            </a:r>
            <a:r>
              <a:rPr lang="en-US" altLang="zh-CN" dirty="0">
                <a:solidFill>
                  <a:srgbClr val="000000"/>
                </a:solidFill>
                <a:highlight>
                  <a:srgbClr val="FFFFFF"/>
                </a:highlight>
                <a:latin typeface="Consolas" panose="020B0609020204030204" pitchFamily="49" charset="0"/>
              </a:rPr>
              <a:t>[</a:t>
            </a:r>
            <a:r>
              <a:rPr lang="en-US" altLang="zh-CN" dirty="0" err="1">
                <a:solidFill>
                  <a:srgbClr val="000000"/>
                </a:solidFill>
                <a:highlight>
                  <a:srgbClr val="FFFFFF"/>
                </a:highlight>
                <a:latin typeface="Consolas" panose="020B0609020204030204" pitchFamily="49" charset="0"/>
              </a:rPr>
              <a:t>i</a:t>
            </a: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return</a:t>
            </a:r>
            <a:r>
              <a:rPr lang="en-US" altLang="zh-CN" dirty="0">
                <a:solidFill>
                  <a:srgbClr val="000000"/>
                </a:solidFill>
                <a:highlight>
                  <a:srgbClr val="FFFFFF"/>
                </a:highlight>
                <a:latin typeface="Consolas" panose="020B0609020204030204" pitchFamily="49" charset="0"/>
              </a:rPr>
              <a:t> 0;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p:txBody>
      </p:sp>
      <p:sp>
        <p:nvSpPr>
          <p:cNvPr id="2" name="文本框 1">
            <a:extLst>
              <a:ext uri="{FF2B5EF4-FFF2-40B4-BE49-F238E27FC236}">
                <a16:creationId xmlns:a16="http://schemas.microsoft.com/office/drawing/2014/main" id="{F2F29804-FD37-5E3B-4616-31AD2D2520B7}"/>
              </a:ext>
            </a:extLst>
          </p:cNvPr>
          <p:cNvSpPr txBox="1"/>
          <p:nvPr/>
        </p:nvSpPr>
        <p:spPr>
          <a:xfrm>
            <a:off x="7392144" y="3501008"/>
            <a:ext cx="3600400" cy="1938992"/>
          </a:xfrm>
          <a:prstGeom prst="rect">
            <a:avLst/>
          </a:prstGeom>
          <a:noFill/>
        </p:spPr>
        <p:txBody>
          <a:bodyPr wrap="square" rtlCol="0">
            <a:spAutoFit/>
          </a:bodyPr>
          <a:lstStyle/>
          <a:p>
            <a:r>
              <a:rPr lang="zh-CN" altLang="en-US" sz="2400" dirty="0"/>
              <a:t>第</a:t>
            </a:r>
            <a:r>
              <a:rPr lang="en-US" altLang="zh-CN" sz="2400" dirty="0"/>
              <a:t>4</a:t>
            </a:r>
            <a:r>
              <a:rPr lang="zh-CN" altLang="en-US" sz="2400" dirty="0"/>
              <a:t>行：</a:t>
            </a:r>
            <a:r>
              <a:rPr lang="en-US" altLang="zh-CN" sz="2400" dirty="0"/>
              <a:t>O(log(n))</a:t>
            </a:r>
          </a:p>
          <a:p>
            <a:r>
              <a:rPr lang="zh-CN" altLang="en-US" sz="2400" dirty="0"/>
              <a:t>第</a:t>
            </a:r>
            <a:r>
              <a:rPr lang="en-US" altLang="zh-CN" sz="2400" dirty="0"/>
              <a:t>5-7</a:t>
            </a:r>
            <a:r>
              <a:rPr lang="zh-CN" altLang="en-US" sz="2400" dirty="0"/>
              <a:t>行：</a:t>
            </a:r>
            <a:r>
              <a:rPr lang="en-US" altLang="zh-CN" sz="2400" dirty="0"/>
              <a:t> O(n)</a:t>
            </a:r>
          </a:p>
          <a:p>
            <a:r>
              <a:rPr lang="zh-CN" altLang="en-US" sz="2400" dirty="0"/>
              <a:t>第</a:t>
            </a:r>
            <a:r>
              <a:rPr lang="en-US" altLang="zh-CN" sz="2400" dirty="0"/>
              <a:t>9-9</a:t>
            </a:r>
            <a:r>
              <a:rPr lang="zh-CN" altLang="en-US" sz="2400" dirty="0"/>
              <a:t>行：</a:t>
            </a:r>
            <a:r>
              <a:rPr lang="en-US" altLang="zh-CN" sz="2400" dirty="0"/>
              <a:t> O(1)</a:t>
            </a:r>
          </a:p>
          <a:p>
            <a:r>
              <a:rPr lang="zh-CN" altLang="en-US" sz="2400" dirty="0"/>
              <a:t>有序数组插入元素时间复杂度为</a:t>
            </a:r>
            <a:r>
              <a:rPr lang="en-US" altLang="zh-CN" sz="2400" dirty="0"/>
              <a:t>O(n)</a:t>
            </a:r>
            <a:endParaRPr lang="zh-CN" altLang="en-US" sz="2400" dirty="0"/>
          </a:p>
        </p:txBody>
      </p:sp>
      <p:sp>
        <p:nvSpPr>
          <p:cNvPr id="3" name="灯片编号占位符 2">
            <a:extLst>
              <a:ext uri="{FF2B5EF4-FFF2-40B4-BE49-F238E27FC236}">
                <a16:creationId xmlns:a16="http://schemas.microsoft.com/office/drawing/2014/main" id="{CB30B6EB-F50A-D278-B0C4-AF766A3BFAC3}"/>
              </a:ext>
            </a:extLst>
          </p:cNvPr>
          <p:cNvSpPr>
            <a:spLocks noGrp="1"/>
          </p:cNvSpPr>
          <p:nvPr>
            <p:ph type="sldNum" sz="quarter" idx="12"/>
          </p:nvPr>
        </p:nvSpPr>
        <p:spPr/>
        <p:txBody>
          <a:bodyPr/>
          <a:lstStyle/>
          <a:p>
            <a:pPr>
              <a:defRPr/>
            </a:pPr>
            <a:fld id="{7C4E558B-5425-6346-B896-72F904F12E77}" type="slidenum">
              <a:rPr lang="en-US" altLang="zh-CN" smtClean="0"/>
              <a:pPr>
                <a:defRPr/>
              </a:pPr>
              <a:t>46</a:t>
            </a:fld>
            <a:endParaRPr lang="zh-CN" altLang="en-US" dirty="0"/>
          </a:p>
        </p:txBody>
      </p:sp>
      <p:sp>
        <p:nvSpPr>
          <p:cNvPr id="5" name="标题 1">
            <a:extLst>
              <a:ext uri="{FF2B5EF4-FFF2-40B4-BE49-F238E27FC236}">
                <a16:creationId xmlns:a16="http://schemas.microsoft.com/office/drawing/2014/main" id="{F3C2A7FE-8F1B-B784-9176-F7318398FC09}"/>
              </a:ext>
            </a:extLst>
          </p:cNvPr>
          <p:cNvSpPr>
            <a:spLocks noGrp="1"/>
          </p:cNvSpPr>
          <p:nvPr>
            <p:ph type="title"/>
          </p:nvPr>
        </p:nvSpPr>
        <p:spPr>
          <a:xfrm>
            <a:off x="287338" y="190500"/>
            <a:ext cx="11523662" cy="677863"/>
          </a:xfrm>
        </p:spPr>
        <p:txBody>
          <a:bodyPr/>
          <a:lstStyle/>
          <a:p>
            <a:pPr algn="l"/>
            <a:r>
              <a:rPr lang="en-US" altLang="zh-CN" dirty="0">
                <a:latin typeface="黑体" panose="02010609060101010101" pitchFamily="49" charset="-122"/>
              </a:rPr>
              <a:t>11.5.4</a:t>
            </a:r>
            <a:r>
              <a:rPr lang="zh-CN" altLang="en-US" dirty="0">
                <a:latin typeface="黑体" panose="02010609060101010101" pitchFamily="49" charset="-122"/>
              </a:rPr>
              <a:t> 在有序数组插入和删除</a:t>
            </a:r>
          </a:p>
        </p:txBody>
      </p:sp>
    </p:spTree>
    <p:extLst>
      <p:ext uri="{BB962C8B-B14F-4D97-AF65-F5344CB8AC3E}">
        <p14:creationId xmlns:p14="http://schemas.microsoft.com/office/powerpoint/2010/main" val="8403017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ABF43EB-23E6-37F1-8530-E5BB26070490}"/>
              </a:ext>
            </a:extLst>
          </p:cNvPr>
          <p:cNvSpPr>
            <a:spLocks noGrp="1"/>
          </p:cNvSpPr>
          <p:nvPr>
            <p:ph idx="1"/>
          </p:nvPr>
        </p:nvSpPr>
        <p:spPr>
          <a:xfrm>
            <a:off x="1824038" y="1716189"/>
            <a:ext cx="8543925" cy="4351338"/>
          </a:xfrm>
        </p:spPr>
        <p:txBody>
          <a:bodyPr/>
          <a:lstStyle/>
          <a:p>
            <a:r>
              <a:rPr lang="zh-CN" altLang="en-US" dirty="0"/>
              <a:t>在数组里删除一个数</a:t>
            </a:r>
            <a:r>
              <a:rPr lang="en-US" altLang="zh-CN" dirty="0"/>
              <a:t>6</a:t>
            </a:r>
            <a:endParaRPr lang="zh-CN" altLang="en-US" dirty="0"/>
          </a:p>
        </p:txBody>
      </p:sp>
      <p:sp>
        <p:nvSpPr>
          <p:cNvPr id="6" name="灯片编号占位符 5">
            <a:extLst>
              <a:ext uri="{FF2B5EF4-FFF2-40B4-BE49-F238E27FC236}">
                <a16:creationId xmlns:a16="http://schemas.microsoft.com/office/drawing/2014/main" id="{4E1ED673-D3E4-32B1-A146-949FFB768EBC}"/>
              </a:ext>
            </a:extLst>
          </p:cNvPr>
          <p:cNvSpPr>
            <a:spLocks noGrp="1"/>
          </p:cNvSpPr>
          <p:nvPr>
            <p:ph type="sldNum" sz="quarter" idx="12"/>
          </p:nvPr>
        </p:nvSpPr>
        <p:spPr/>
        <p:txBody>
          <a:bodyPr/>
          <a:lstStyle/>
          <a:p>
            <a:pPr>
              <a:defRPr/>
            </a:pPr>
            <a:fld id="{7C4E558B-5425-6346-B896-72F904F12E77}" type="slidenum">
              <a:rPr lang="en-US" altLang="zh-CN" smtClean="0"/>
              <a:pPr>
                <a:defRPr/>
              </a:pPr>
              <a:t>47</a:t>
            </a:fld>
            <a:endParaRPr lang="zh-CN" altLang="en-US" dirty="0"/>
          </a:p>
        </p:txBody>
      </p:sp>
      <p:graphicFrame>
        <p:nvGraphicFramePr>
          <p:cNvPr id="7" name="Group 3">
            <a:extLst>
              <a:ext uri="{FF2B5EF4-FFF2-40B4-BE49-F238E27FC236}">
                <a16:creationId xmlns:a16="http://schemas.microsoft.com/office/drawing/2014/main" id="{FD5C1C7D-6A18-FA26-EA72-2E5CCFC4E544}"/>
              </a:ext>
            </a:extLst>
          </p:cNvPr>
          <p:cNvGraphicFramePr>
            <a:graphicFrameLocks noGrp="1"/>
          </p:cNvGraphicFramePr>
          <p:nvPr/>
        </p:nvGraphicFramePr>
        <p:xfrm>
          <a:off x="2723340" y="2474745"/>
          <a:ext cx="5184576" cy="457200"/>
        </p:xfrm>
        <a:graphic>
          <a:graphicData uri="http://schemas.openxmlformats.org/drawingml/2006/table">
            <a:tbl>
              <a:tblPr>
                <a:tableStyleId>{5940675A-B579-460E-94D1-54222C63F5DA}</a:tableStyleId>
              </a:tblPr>
              <a:tblGrid>
                <a:gridCol w="5760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7606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576064">
                  <a:extLst>
                    <a:ext uri="{9D8B030D-6E8A-4147-A177-3AD203B41FA5}">
                      <a16:colId xmlns:a16="http://schemas.microsoft.com/office/drawing/2014/main" val="20006"/>
                    </a:ext>
                  </a:extLst>
                </a:gridCol>
                <a:gridCol w="576064">
                  <a:extLst>
                    <a:ext uri="{9D8B030D-6E8A-4147-A177-3AD203B41FA5}">
                      <a16:colId xmlns:a16="http://schemas.microsoft.com/office/drawing/2014/main" val="20007"/>
                    </a:ext>
                  </a:extLst>
                </a:gridCol>
                <a:gridCol w="576064">
                  <a:extLst>
                    <a:ext uri="{9D8B030D-6E8A-4147-A177-3AD203B41FA5}">
                      <a16:colId xmlns:a16="http://schemas.microsoft.com/office/drawing/2014/main" val="3858725169"/>
                    </a:ext>
                  </a:extLst>
                </a:gridCol>
              </a:tblGrid>
              <a:tr h="4572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2</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6</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7</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10</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12</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graphicFrame>
        <p:nvGraphicFramePr>
          <p:cNvPr id="5" name="Group 3">
            <a:extLst>
              <a:ext uri="{FF2B5EF4-FFF2-40B4-BE49-F238E27FC236}">
                <a16:creationId xmlns:a16="http://schemas.microsoft.com/office/drawing/2014/main" id="{A023EF1B-8EF7-00D1-1411-5456992C5602}"/>
              </a:ext>
            </a:extLst>
          </p:cNvPr>
          <p:cNvGraphicFramePr>
            <a:graphicFrameLocks noGrp="1"/>
          </p:cNvGraphicFramePr>
          <p:nvPr>
            <p:extLst>
              <p:ext uri="{D42A27DB-BD31-4B8C-83A1-F6EECF244321}">
                <p14:modId xmlns:p14="http://schemas.microsoft.com/office/powerpoint/2010/main" val="1119732145"/>
              </p:ext>
            </p:extLst>
          </p:nvPr>
        </p:nvGraphicFramePr>
        <p:xfrm>
          <a:off x="2723340" y="3233301"/>
          <a:ext cx="5184576" cy="457200"/>
        </p:xfrm>
        <a:graphic>
          <a:graphicData uri="http://schemas.openxmlformats.org/drawingml/2006/table">
            <a:tbl>
              <a:tblPr>
                <a:tableStyleId>{5940675A-B579-460E-94D1-54222C63F5DA}</a:tableStyleId>
              </a:tblPr>
              <a:tblGrid>
                <a:gridCol w="5760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7606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576064">
                  <a:extLst>
                    <a:ext uri="{9D8B030D-6E8A-4147-A177-3AD203B41FA5}">
                      <a16:colId xmlns:a16="http://schemas.microsoft.com/office/drawing/2014/main" val="20006"/>
                    </a:ext>
                  </a:extLst>
                </a:gridCol>
                <a:gridCol w="576064">
                  <a:extLst>
                    <a:ext uri="{9D8B030D-6E8A-4147-A177-3AD203B41FA5}">
                      <a16:colId xmlns:a16="http://schemas.microsoft.com/office/drawing/2014/main" val="20007"/>
                    </a:ext>
                  </a:extLst>
                </a:gridCol>
                <a:gridCol w="576064">
                  <a:extLst>
                    <a:ext uri="{9D8B030D-6E8A-4147-A177-3AD203B41FA5}">
                      <a16:colId xmlns:a16="http://schemas.microsoft.com/office/drawing/2014/main" val="3858725169"/>
                    </a:ext>
                  </a:extLst>
                </a:gridCol>
              </a:tblGrid>
              <a:tr h="4572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2</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FF0000"/>
                          </a:solidFill>
                          <a:effectLst/>
                        </a:rPr>
                        <a:t>6</a:t>
                      </a:r>
                      <a:endParaRPr kumimoji="0" lang="en-US" altLang="zh-CN" sz="2400" b="1" i="0" u="none" strike="noStrike" cap="none" normalizeH="0" baseline="0" dirty="0">
                        <a:ln>
                          <a:noFill/>
                        </a:ln>
                        <a:solidFill>
                          <a:srgbClr val="FF0000"/>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7</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10</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chemeClr val="tx1"/>
                          </a:solidFill>
                          <a:effectLst/>
                        </a:rPr>
                        <a:t>12</a:t>
                      </a:r>
                      <a:endParaRPr kumimoji="0" lang="en-US" altLang="zh-CN" sz="2400" b="1" i="0" u="none" strike="noStrike" cap="none" normalizeH="0" baseline="0" dirty="0">
                        <a:ln>
                          <a:noFill/>
                        </a:ln>
                        <a:solidFill>
                          <a:schemeClr val="tx1"/>
                        </a:solidFill>
                        <a:effectLst/>
                        <a:latin typeface="Courier New"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sp>
        <p:nvSpPr>
          <p:cNvPr id="13" name="文本框 12">
            <a:extLst>
              <a:ext uri="{FF2B5EF4-FFF2-40B4-BE49-F238E27FC236}">
                <a16:creationId xmlns:a16="http://schemas.microsoft.com/office/drawing/2014/main" id="{316D3248-5916-B506-81A1-22056D20CB21}"/>
              </a:ext>
            </a:extLst>
          </p:cNvPr>
          <p:cNvSpPr txBox="1"/>
          <p:nvPr/>
        </p:nvSpPr>
        <p:spPr>
          <a:xfrm>
            <a:off x="8139113" y="3138735"/>
            <a:ext cx="2736304" cy="369332"/>
          </a:xfrm>
          <a:prstGeom prst="rect">
            <a:avLst/>
          </a:prstGeom>
          <a:noFill/>
        </p:spPr>
        <p:txBody>
          <a:bodyPr wrap="square" rtlCol="0">
            <a:spAutoFit/>
          </a:bodyPr>
          <a:lstStyle/>
          <a:p>
            <a:r>
              <a:rPr lang="zh-CN" altLang="en-US" dirty="0"/>
              <a:t>找到数组里的第一个</a:t>
            </a:r>
            <a:r>
              <a:rPr lang="en-US" altLang="zh-CN" dirty="0"/>
              <a:t>6</a:t>
            </a:r>
            <a:endParaRPr lang="zh-CN" altLang="en-US" dirty="0"/>
          </a:p>
        </p:txBody>
      </p:sp>
      <p:sp>
        <p:nvSpPr>
          <p:cNvPr id="14" name="文本框 13">
            <a:extLst>
              <a:ext uri="{FF2B5EF4-FFF2-40B4-BE49-F238E27FC236}">
                <a16:creationId xmlns:a16="http://schemas.microsoft.com/office/drawing/2014/main" id="{A1D6B0A7-2A94-F65B-8C30-1305CD227C3B}"/>
              </a:ext>
            </a:extLst>
          </p:cNvPr>
          <p:cNvSpPr txBox="1"/>
          <p:nvPr/>
        </p:nvSpPr>
        <p:spPr>
          <a:xfrm>
            <a:off x="8134018" y="4930613"/>
            <a:ext cx="2736304" cy="369332"/>
          </a:xfrm>
          <a:prstGeom prst="rect">
            <a:avLst/>
          </a:prstGeom>
          <a:noFill/>
        </p:spPr>
        <p:txBody>
          <a:bodyPr wrap="square" rtlCol="0">
            <a:spAutoFit/>
          </a:bodyPr>
          <a:lstStyle/>
          <a:p>
            <a:r>
              <a:rPr lang="zh-CN" altLang="en-US" dirty="0"/>
              <a:t>将该元素后面的元素前移</a:t>
            </a:r>
          </a:p>
        </p:txBody>
      </p:sp>
      <p:sp>
        <p:nvSpPr>
          <p:cNvPr id="15" name="文本框 14">
            <a:extLst>
              <a:ext uri="{FF2B5EF4-FFF2-40B4-BE49-F238E27FC236}">
                <a16:creationId xmlns:a16="http://schemas.microsoft.com/office/drawing/2014/main" id="{7BA3CF19-824B-2C4E-2E70-83A215112B22}"/>
              </a:ext>
            </a:extLst>
          </p:cNvPr>
          <p:cNvSpPr txBox="1"/>
          <p:nvPr/>
        </p:nvSpPr>
        <p:spPr>
          <a:xfrm>
            <a:off x="8139113" y="4121006"/>
            <a:ext cx="2736304" cy="369332"/>
          </a:xfrm>
          <a:prstGeom prst="rect">
            <a:avLst/>
          </a:prstGeom>
          <a:noFill/>
        </p:spPr>
        <p:txBody>
          <a:bodyPr wrap="square" rtlCol="0">
            <a:spAutoFit/>
          </a:bodyPr>
          <a:lstStyle/>
          <a:p>
            <a:r>
              <a:rPr lang="zh-CN" altLang="en-US" dirty="0"/>
              <a:t>删除</a:t>
            </a:r>
            <a:r>
              <a:rPr lang="en-US" altLang="zh-CN" dirty="0"/>
              <a:t>6</a:t>
            </a:r>
            <a:endParaRPr lang="zh-CN" altLang="en-US" dirty="0"/>
          </a:p>
        </p:txBody>
      </p:sp>
      <p:graphicFrame>
        <p:nvGraphicFramePr>
          <p:cNvPr id="8" name="Group 3">
            <a:extLst>
              <a:ext uri="{FF2B5EF4-FFF2-40B4-BE49-F238E27FC236}">
                <a16:creationId xmlns:a16="http://schemas.microsoft.com/office/drawing/2014/main" id="{35A77BA4-1CB3-3FBD-BE1D-D162449DFCA8}"/>
              </a:ext>
            </a:extLst>
          </p:cNvPr>
          <p:cNvGraphicFramePr>
            <a:graphicFrameLocks noGrp="1"/>
          </p:cNvGraphicFramePr>
          <p:nvPr>
            <p:extLst>
              <p:ext uri="{D42A27DB-BD31-4B8C-83A1-F6EECF244321}">
                <p14:modId xmlns:p14="http://schemas.microsoft.com/office/powerpoint/2010/main" val="1315642181"/>
              </p:ext>
            </p:extLst>
          </p:nvPr>
        </p:nvGraphicFramePr>
        <p:xfrm>
          <a:off x="2723340" y="4077072"/>
          <a:ext cx="5184576" cy="457200"/>
        </p:xfrm>
        <a:graphic>
          <a:graphicData uri="http://schemas.openxmlformats.org/drawingml/2006/table">
            <a:tbl>
              <a:tblPr>
                <a:tableStyleId>{5940675A-B579-460E-94D1-54222C63F5DA}</a:tableStyleId>
              </a:tblPr>
              <a:tblGrid>
                <a:gridCol w="5760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7606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576064">
                  <a:extLst>
                    <a:ext uri="{9D8B030D-6E8A-4147-A177-3AD203B41FA5}">
                      <a16:colId xmlns:a16="http://schemas.microsoft.com/office/drawing/2014/main" val="20006"/>
                    </a:ext>
                  </a:extLst>
                </a:gridCol>
                <a:gridCol w="576064">
                  <a:extLst>
                    <a:ext uri="{9D8B030D-6E8A-4147-A177-3AD203B41FA5}">
                      <a16:colId xmlns:a16="http://schemas.microsoft.com/office/drawing/2014/main" val="20007"/>
                    </a:ext>
                  </a:extLst>
                </a:gridCol>
                <a:gridCol w="576064">
                  <a:extLst>
                    <a:ext uri="{9D8B030D-6E8A-4147-A177-3AD203B41FA5}">
                      <a16:colId xmlns:a16="http://schemas.microsoft.com/office/drawing/2014/main" val="3858725169"/>
                    </a:ext>
                  </a:extLst>
                </a:gridCol>
              </a:tblGrid>
              <a:tr h="4572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2</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FF0000"/>
                          </a:solidFill>
                          <a:effectLst/>
                        </a:rPr>
                        <a:t> </a:t>
                      </a:r>
                      <a:endParaRPr kumimoji="0" lang="en-US" altLang="zh-CN" sz="2400" b="1" i="0" u="none" strike="noStrike" cap="none" normalizeH="0" baseline="0" dirty="0">
                        <a:ln>
                          <a:noFill/>
                        </a:ln>
                        <a:solidFill>
                          <a:srgbClr val="FF0000"/>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7</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10</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chemeClr val="tx1"/>
                          </a:solidFill>
                          <a:effectLst/>
                        </a:rPr>
                        <a:t>12</a:t>
                      </a:r>
                      <a:endParaRPr kumimoji="0" lang="en-US" altLang="zh-CN" sz="2400" b="1" i="0" u="none" strike="noStrike" cap="none" normalizeH="0" baseline="0" dirty="0">
                        <a:ln>
                          <a:noFill/>
                        </a:ln>
                        <a:solidFill>
                          <a:schemeClr val="tx1"/>
                        </a:solidFill>
                        <a:effectLst/>
                        <a:latin typeface="Courier New"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graphicFrame>
        <p:nvGraphicFramePr>
          <p:cNvPr id="9" name="Group 3">
            <a:extLst>
              <a:ext uri="{FF2B5EF4-FFF2-40B4-BE49-F238E27FC236}">
                <a16:creationId xmlns:a16="http://schemas.microsoft.com/office/drawing/2014/main" id="{BA331E9D-5BCD-F448-E9D2-1EE5D5DEB2FC}"/>
              </a:ext>
            </a:extLst>
          </p:cNvPr>
          <p:cNvGraphicFramePr>
            <a:graphicFrameLocks noGrp="1"/>
          </p:cNvGraphicFramePr>
          <p:nvPr>
            <p:extLst>
              <p:ext uri="{D42A27DB-BD31-4B8C-83A1-F6EECF244321}">
                <p14:modId xmlns:p14="http://schemas.microsoft.com/office/powerpoint/2010/main" val="923828144"/>
              </p:ext>
            </p:extLst>
          </p:nvPr>
        </p:nvGraphicFramePr>
        <p:xfrm>
          <a:off x="2723340" y="4843699"/>
          <a:ext cx="5184576" cy="457200"/>
        </p:xfrm>
        <a:graphic>
          <a:graphicData uri="http://schemas.openxmlformats.org/drawingml/2006/table">
            <a:tbl>
              <a:tblPr>
                <a:tableStyleId>{5940675A-B579-460E-94D1-54222C63F5DA}</a:tableStyleId>
              </a:tblPr>
              <a:tblGrid>
                <a:gridCol w="576064">
                  <a:extLst>
                    <a:ext uri="{9D8B030D-6E8A-4147-A177-3AD203B41FA5}">
                      <a16:colId xmlns:a16="http://schemas.microsoft.com/office/drawing/2014/main" val="20000"/>
                    </a:ext>
                  </a:extLst>
                </a:gridCol>
                <a:gridCol w="576064">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7606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576064">
                  <a:extLst>
                    <a:ext uri="{9D8B030D-6E8A-4147-A177-3AD203B41FA5}">
                      <a16:colId xmlns:a16="http://schemas.microsoft.com/office/drawing/2014/main" val="20006"/>
                    </a:ext>
                  </a:extLst>
                </a:gridCol>
                <a:gridCol w="576064">
                  <a:extLst>
                    <a:ext uri="{9D8B030D-6E8A-4147-A177-3AD203B41FA5}">
                      <a16:colId xmlns:a16="http://schemas.microsoft.com/office/drawing/2014/main" val="20007"/>
                    </a:ext>
                  </a:extLst>
                </a:gridCol>
                <a:gridCol w="576064">
                  <a:extLst>
                    <a:ext uri="{9D8B030D-6E8A-4147-A177-3AD203B41FA5}">
                      <a16:colId xmlns:a16="http://schemas.microsoft.com/office/drawing/2014/main" val="3858725169"/>
                    </a:ext>
                  </a:extLst>
                </a:gridCol>
              </a:tblGrid>
              <a:tr h="457200">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1</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000066"/>
                          </a:solidFill>
                          <a:effectLst/>
                        </a:rPr>
                        <a:t>2</a:t>
                      </a: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3</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a:ln>
                            <a:noFill/>
                          </a:ln>
                          <a:solidFill>
                            <a:srgbClr val="000066"/>
                          </a:solidFill>
                          <a:effectLst/>
                        </a:rPr>
                        <a:t>4</a:t>
                      </a:r>
                      <a:endParaRPr kumimoji="0" lang="en-US" altLang="zh-CN" sz="2400" b="1" i="0" u="none" strike="noStrike" cap="none" normalizeH="0" baseline="0">
                        <a:ln>
                          <a:noFill/>
                        </a:ln>
                        <a:solidFill>
                          <a:srgbClr val="000066"/>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u="none" strike="noStrike" cap="none" normalizeH="0" baseline="0" dirty="0">
                          <a:ln>
                            <a:noFill/>
                          </a:ln>
                          <a:solidFill>
                            <a:srgbClr val="FF0000"/>
                          </a:solidFill>
                          <a:effectLst/>
                        </a:rPr>
                        <a:t> 7</a:t>
                      </a:r>
                      <a:endParaRPr kumimoji="0" lang="en-US" altLang="zh-CN" sz="2400" b="1" i="0" u="none" strike="noStrike" cap="none" normalizeH="0" baseline="0" dirty="0">
                        <a:ln>
                          <a:noFill/>
                        </a:ln>
                        <a:solidFill>
                          <a:srgbClr val="FF0000"/>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dirty="0">
                          <a:ln>
                            <a:noFill/>
                          </a:ln>
                          <a:solidFill>
                            <a:srgbClr val="FF0000"/>
                          </a:solidFill>
                          <a:effectLst/>
                          <a:latin typeface="Courier New" charset="0"/>
                          <a:ea typeface="宋体" charset="0"/>
                        </a:rPr>
                        <a:t>10</a:t>
                      </a: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r>
                        <a:rPr kumimoji="0" lang="en-US" altLang="zh-CN" sz="2400" b="1" i="0" u="none" strike="noStrike" cap="none" normalizeH="0" baseline="0">
                          <a:ln>
                            <a:noFill/>
                          </a:ln>
                          <a:solidFill>
                            <a:srgbClr val="FF0000"/>
                          </a:solidFill>
                          <a:effectLst/>
                          <a:latin typeface="Courier New" charset="0"/>
                          <a:ea typeface="宋体" charset="0"/>
                        </a:rPr>
                        <a:t>12</a:t>
                      </a:r>
                      <a:endParaRPr kumimoji="0" lang="en-US" altLang="zh-CN" sz="2400" b="1" i="0" u="none" strike="noStrike" cap="none" normalizeH="0" baseline="0" dirty="0">
                        <a:ln>
                          <a:noFill/>
                        </a:ln>
                        <a:solidFill>
                          <a:srgbClr val="FF0000"/>
                        </a:solidFill>
                        <a:effectLst/>
                        <a:latin typeface="Courier New" charset="0"/>
                        <a:ea typeface="宋体" charset="0"/>
                      </a:endParaRPr>
                    </a:p>
                  </a:txBody>
                  <a:tcPr marL="99060" marR="99060" horzOverflow="overflow"/>
                </a:tc>
                <a:tc>
                  <a:txBody>
                    <a:bodyPr/>
                    <a:lstStyle>
                      <a:lvl1pPr eaLnBrk="0" hangingPunct="0">
                        <a:lnSpc>
                          <a:spcPct val="120000"/>
                        </a:lnSpc>
                        <a:spcBef>
                          <a:spcPts val="600"/>
                        </a:spcBef>
                        <a:buClr>
                          <a:schemeClr val="tx2"/>
                        </a:buClr>
                        <a:buSzPct val="50000"/>
                        <a:buFont typeface="Wingdings" charset="2"/>
                        <a:defRPr sz="2800">
                          <a:solidFill>
                            <a:schemeClr val="tx1"/>
                          </a:solidFill>
                          <a:latin typeface="Franklin Gothic Book" charset="0"/>
                        </a:defRPr>
                      </a:lvl1pPr>
                      <a:lvl2pPr marL="742950" indent="-285750" eaLnBrk="0" hangingPunct="0">
                        <a:lnSpc>
                          <a:spcPct val="120000"/>
                        </a:lnSpc>
                        <a:spcBef>
                          <a:spcPts val="600"/>
                        </a:spcBef>
                        <a:buClr>
                          <a:schemeClr val="tx2"/>
                        </a:buClr>
                        <a:buSzPct val="50000"/>
                        <a:buFont typeface="Wingdings 2" charset="2"/>
                        <a:defRPr sz="2400">
                          <a:solidFill>
                            <a:srgbClr val="333399"/>
                          </a:solidFill>
                          <a:latin typeface="Times New Roman" charset="0"/>
                          <a:ea typeface="Times New Roman" charset="0"/>
                          <a:cs typeface="Times New Roman" charset="0"/>
                        </a:defRPr>
                      </a:lvl2pPr>
                      <a:lvl3pPr marL="1143000" indent="-228600" eaLnBrk="0" hangingPunct="0">
                        <a:lnSpc>
                          <a:spcPct val="120000"/>
                        </a:lnSpc>
                        <a:spcBef>
                          <a:spcPts val="600"/>
                        </a:spcBef>
                        <a:buClr>
                          <a:schemeClr val="tx2"/>
                        </a:buClr>
                        <a:buSzPct val="50000"/>
                        <a:buFont typeface="Wingdings 2" charset="2"/>
                        <a:defRPr sz="2000">
                          <a:solidFill>
                            <a:srgbClr val="3333CC"/>
                          </a:solidFill>
                          <a:latin typeface="Times New Roman" charset="0"/>
                          <a:ea typeface="Times New Roman" charset="0"/>
                          <a:cs typeface="Times New Roman" charset="0"/>
                        </a:defRPr>
                      </a:lvl3pPr>
                      <a:lvl4pPr marL="16002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4pPr>
                      <a:lvl5pPr marL="2057400" indent="-228600" eaLnBrk="0" hangingPunct="0">
                        <a:lnSpc>
                          <a:spcPct val="120000"/>
                        </a:lnSpc>
                        <a:spcBef>
                          <a:spcPts val="600"/>
                        </a:spcBef>
                        <a:buClr>
                          <a:schemeClr val="tx2"/>
                        </a:buClr>
                        <a:buSzPct val="50000"/>
                        <a:buFont typeface="Wingdings 2" charset="2"/>
                        <a:defRPr>
                          <a:solidFill>
                            <a:schemeClr val="tx1"/>
                          </a:solidFill>
                          <a:latin typeface="Times New Roman" charset="0"/>
                          <a:ea typeface="Times New Roman" charset="0"/>
                          <a:cs typeface="Times New Roman" charset="0"/>
                        </a:defRPr>
                      </a:lvl5pPr>
                      <a:lvl6pPr marL="25146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6pPr>
                      <a:lvl7pPr marL="29718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7pPr>
                      <a:lvl8pPr marL="34290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8pPr>
                      <a:lvl9pPr marL="3886200" indent="-228600" eaLnBrk="0" fontAlgn="base" hangingPunct="0">
                        <a:lnSpc>
                          <a:spcPct val="120000"/>
                        </a:lnSpc>
                        <a:spcBef>
                          <a:spcPts val="600"/>
                        </a:spcBef>
                        <a:spcAft>
                          <a:spcPct val="0"/>
                        </a:spcAft>
                        <a:buClr>
                          <a:schemeClr val="tx2"/>
                        </a:buClr>
                        <a:buSzPct val="50000"/>
                        <a:buFont typeface="Wingdings 2" charset="2"/>
                        <a:defRPr>
                          <a:solidFill>
                            <a:schemeClr val="tx1"/>
                          </a:solidFill>
                          <a:latin typeface="Times New Roman" charset="0"/>
                          <a:ea typeface="Times New Roman" charset="0"/>
                          <a:cs typeface="Times New Roman" charset="0"/>
                        </a:defRPr>
                      </a:lvl9p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endParaRPr kumimoji="0" lang="en-US" altLang="zh-CN" sz="2400" b="1" i="0" u="none" strike="noStrike" cap="none" normalizeH="0" baseline="0" dirty="0">
                        <a:ln>
                          <a:noFill/>
                        </a:ln>
                        <a:solidFill>
                          <a:schemeClr val="tx1"/>
                        </a:solidFill>
                        <a:effectLst/>
                        <a:latin typeface="Courier New" charset="0"/>
                        <a:ea typeface="宋体" charset="0"/>
                      </a:endParaRPr>
                    </a:p>
                  </a:txBody>
                  <a:tcPr marL="99060" marR="99060" horzOverflow="overflow"/>
                </a:tc>
                <a:tc>
                  <a:txBody>
                    <a:bodyPr/>
                    <a:lstStyle/>
                    <a:p>
                      <a:pPr marL="0" marR="0" lvl="0" indent="0" algn="l" defTabSz="914400" rtl="0" eaLnBrk="1" fontAlgn="base" latinLnBrk="0" hangingPunct="1">
                        <a:lnSpc>
                          <a:spcPct val="95000"/>
                        </a:lnSpc>
                        <a:spcBef>
                          <a:spcPct val="20000"/>
                        </a:spcBef>
                        <a:spcAft>
                          <a:spcPct val="0"/>
                        </a:spcAft>
                        <a:buClr>
                          <a:srgbClr val="FFCC66"/>
                        </a:buClr>
                        <a:buSzPct val="80000"/>
                        <a:buFont typeface="Monotype Sorts" charset="2"/>
                        <a:buNone/>
                        <a:tabLst/>
                      </a:pPr>
                      <a:endParaRPr kumimoji="0" lang="en-US" altLang="zh-CN" sz="2400" b="1" i="0" u="none" strike="noStrike" cap="none" normalizeH="0" baseline="0" dirty="0">
                        <a:ln>
                          <a:noFill/>
                        </a:ln>
                        <a:solidFill>
                          <a:srgbClr val="000066"/>
                        </a:solidFill>
                        <a:effectLst/>
                        <a:latin typeface="Courier New" charset="0"/>
                        <a:ea typeface="宋体" charset="0"/>
                      </a:endParaRPr>
                    </a:p>
                  </a:txBody>
                  <a:tcPr marL="99060" marR="99060" horzOverflow="overflow"/>
                </a:tc>
                <a:extLst>
                  <a:ext uri="{0D108BD9-81ED-4DB2-BD59-A6C34878D82A}">
                    <a16:rowId xmlns:a16="http://schemas.microsoft.com/office/drawing/2014/main" val="10000"/>
                  </a:ext>
                </a:extLst>
              </a:tr>
            </a:tbl>
          </a:graphicData>
        </a:graphic>
      </p:graphicFrame>
      <p:sp>
        <p:nvSpPr>
          <p:cNvPr id="11" name="文本框 10">
            <a:extLst>
              <a:ext uri="{FF2B5EF4-FFF2-40B4-BE49-F238E27FC236}">
                <a16:creationId xmlns:a16="http://schemas.microsoft.com/office/drawing/2014/main" id="{439EE672-1EBE-B5B8-B338-546015499416}"/>
              </a:ext>
            </a:extLst>
          </p:cNvPr>
          <p:cNvSpPr txBox="1"/>
          <p:nvPr/>
        </p:nvSpPr>
        <p:spPr>
          <a:xfrm>
            <a:off x="1954495" y="5758343"/>
            <a:ext cx="6203814" cy="461665"/>
          </a:xfrm>
          <a:prstGeom prst="rect">
            <a:avLst/>
          </a:prstGeom>
          <a:noFill/>
        </p:spPr>
        <p:txBody>
          <a:bodyPr wrap="square">
            <a:spAutoFit/>
          </a:bodyPr>
          <a:lstStyle/>
          <a:p>
            <a:r>
              <a:rPr lang="zh-CN" altLang="en-US" sz="2400" dirty="0"/>
              <a:t>没有</a:t>
            </a:r>
            <a:r>
              <a:rPr lang="en-US" altLang="zh-CN" sz="2400" dirty="0"/>
              <a:t>6</a:t>
            </a:r>
            <a:r>
              <a:rPr lang="zh-CN" altLang="en-US" sz="2400" dirty="0"/>
              <a:t>怎么办？如果有多个</a:t>
            </a:r>
            <a:r>
              <a:rPr lang="en-US" altLang="zh-CN" sz="2400" dirty="0"/>
              <a:t>6</a:t>
            </a:r>
            <a:r>
              <a:rPr lang="zh-CN" altLang="en-US" sz="2400" dirty="0"/>
              <a:t>怎么办？</a:t>
            </a:r>
          </a:p>
        </p:txBody>
      </p:sp>
      <p:sp>
        <p:nvSpPr>
          <p:cNvPr id="16" name="标题 1">
            <a:extLst>
              <a:ext uri="{FF2B5EF4-FFF2-40B4-BE49-F238E27FC236}">
                <a16:creationId xmlns:a16="http://schemas.microsoft.com/office/drawing/2014/main" id="{F3C2A7FE-8F1B-B784-9176-F7318398FC09}"/>
              </a:ext>
            </a:extLst>
          </p:cNvPr>
          <p:cNvSpPr>
            <a:spLocks noGrp="1"/>
          </p:cNvSpPr>
          <p:nvPr>
            <p:ph type="title"/>
          </p:nvPr>
        </p:nvSpPr>
        <p:spPr>
          <a:xfrm>
            <a:off x="287338" y="190500"/>
            <a:ext cx="11523662" cy="677863"/>
          </a:xfrm>
        </p:spPr>
        <p:txBody>
          <a:bodyPr/>
          <a:lstStyle/>
          <a:p>
            <a:pPr algn="l"/>
            <a:r>
              <a:rPr lang="en-US" altLang="zh-CN" dirty="0">
                <a:latin typeface="黑体" panose="02010609060101010101" pitchFamily="49" charset="-122"/>
              </a:rPr>
              <a:t>11.5.4</a:t>
            </a:r>
            <a:r>
              <a:rPr lang="zh-CN" altLang="en-US" dirty="0">
                <a:latin typeface="黑体" panose="02010609060101010101" pitchFamily="49" charset="-122"/>
              </a:rPr>
              <a:t> 在有序数组插入和删除</a:t>
            </a:r>
          </a:p>
        </p:txBody>
      </p:sp>
    </p:spTree>
    <p:extLst>
      <p:ext uri="{BB962C8B-B14F-4D97-AF65-F5344CB8AC3E}">
        <p14:creationId xmlns:p14="http://schemas.microsoft.com/office/powerpoint/2010/main" val="2751617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ox(i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ox(in)">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98436953-8723-CB52-FED5-A93FC4F0A29B}"/>
              </a:ext>
            </a:extLst>
          </p:cNvPr>
          <p:cNvSpPr txBox="1"/>
          <p:nvPr/>
        </p:nvSpPr>
        <p:spPr>
          <a:xfrm>
            <a:off x="1127448" y="1268760"/>
            <a:ext cx="8064896" cy="5355312"/>
          </a:xfrm>
          <a:prstGeom prst="rect">
            <a:avLst/>
          </a:prstGeom>
          <a:noFill/>
        </p:spPr>
        <p:txBody>
          <a:bodyPr wrap="square">
            <a:spAutoFit/>
          </a:bodyPr>
          <a:lstStyle/>
          <a:p>
            <a:pPr algn="l">
              <a:buFont typeface="+mj-lt"/>
              <a:buAutoNum type="arabicPeriod"/>
            </a:pP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a:t>
            </a:r>
            <a:r>
              <a:rPr lang="en-US" altLang="zh-CN" dirty="0" err="1">
                <a:solidFill>
                  <a:srgbClr val="000000"/>
                </a:solidFill>
                <a:highlight>
                  <a:srgbClr val="FFFFFF"/>
                </a:highlight>
                <a:latin typeface="Consolas" panose="020B0609020204030204" pitchFamily="49" charset="0"/>
              </a:rPr>
              <a:t>BinSearch</a:t>
            </a:r>
            <a:r>
              <a:rPr lang="en-US" altLang="zh-CN" dirty="0">
                <a:solidFill>
                  <a:srgbClr val="000000"/>
                </a:solidFill>
                <a:highlight>
                  <a:srgbClr val="FFFFFF"/>
                </a:highlight>
                <a:latin typeface="Consolas" panose="020B0609020204030204" pitchFamily="49" charset="0"/>
              </a:rPr>
              <a:t>(</a:t>
            </a:r>
            <a:r>
              <a:rPr lang="en-US" altLang="zh-CN" b="1" dirty="0">
                <a:solidFill>
                  <a:srgbClr val="2E8B57"/>
                </a:solidFill>
                <a:highlight>
                  <a:srgbClr val="FFFFFF"/>
                </a:highlight>
                <a:latin typeface="Consolas" panose="020B0609020204030204" pitchFamily="49" charset="0"/>
              </a:rPr>
              <a:t>long</a:t>
            </a:r>
            <a:r>
              <a:rPr lang="en-US" altLang="zh-CN" dirty="0">
                <a:solidFill>
                  <a:srgbClr val="000000"/>
                </a:solidFill>
                <a:highlight>
                  <a:srgbClr val="FFFFFF"/>
                </a:highlight>
                <a:latin typeface="Consolas" panose="020B0609020204030204" pitchFamily="49" charset="0"/>
              </a:rPr>
              <a:t> num[], </a:t>
            </a:r>
            <a:r>
              <a:rPr lang="en-US" altLang="zh-CN" b="1" dirty="0">
                <a:solidFill>
                  <a:srgbClr val="2E8B57"/>
                </a:solidFill>
                <a:highlight>
                  <a:srgbClr val="FFFFFF"/>
                </a:highlight>
                <a:latin typeface="Consolas" panose="020B0609020204030204" pitchFamily="49" charset="0"/>
              </a:rPr>
              <a:t>long</a:t>
            </a:r>
            <a:r>
              <a:rPr lang="en-US" altLang="zh-CN" dirty="0">
                <a:solidFill>
                  <a:srgbClr val="000000"/>
                </a:solidFill>
                <a:highlight>
                  <a:srgbClr val="FFFFFF"/>
                </a:highlight>
                <a:latin typeface="Consolas" panose="020B0609020204030204" pitchFamily="49" charset="0"/>
              </a:rPr>
              <a:t> x,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n)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2E8B57"/>
                </a:solidFill>
                <a:highlight>
                  <a:srgbClr val="FFFFFF"/>
                </a:highlight>
                <a:latin typeface="Consolas" panose="020B0609020204030204" pitchFamily="49" charset="0"/>
              </a:rPr>
              <a:t>int</a:t>
            </a:r>
            <a:r>
              <a:rPr lang="en-US" altLang="zh-CN" dirty="0">
                <a:solidFill>
                  <a:srgbClr val="000000"/>
                </a:solidFill>
                <a:highlight>
                  <a:srgbClr val="FFFFFF"/>
                </a:highlight>
                <a:latin typeface="Consolas" panose="020B0609020204030204" pitchFamily="49" charset="0"/>
              </a:rPr>
              <a:t>  low, high, mid;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low = 0;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high = n - 1;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while</a:t>
            </a:r>
            <a:r>
              <a:rPr lang="en-US" altLang="zh-CN" dirty="0">
                <a:solidFill>
                  <a:srgbClr val="000000"/>
                </a:solidFill>
                <a:highlight>
                  <a:srgbClr val="F8F8F8"/>
                </a:highlight>
                <a:latin typeface="Consolas" panose="020B0609020204030204" pitchFamily="49" charset="0"/>
              </a:rPr>
              <a:t> (low &lt;= high){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mid = (high + low) / 2;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if</a:t>
            </a:r>
            <a:r>
              <a:rPr lang="en-US" altLang="zh-CN" dirty="0">
                <a:solidFill>
                  <a:srgbClr val="000000"/>
                </a:solidFill>
                <a:highlight>
                  <a:srgbClr val="F8F8F8"/>
                </a:highlight>
                <a:latin typeface="Consolas" panose="020B0609020204030204" pitchFamily="49" charset="0"/>
              </a:rPr>
              <a:t> (x &gt; num[mid])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low = mid + 1;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else</a:t>
            </a:r>
            <a:r>
              <a:rPr lang="en-US" altLang="zh-CN"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if</a:t>
            </a:r>
            <a:r>
              <a:rPr lang="en-US" altLang="zh-CN" dirty="0">
                <a:solidFill>
                  <a:srgbClr val="000000"/>
                </a:solidFill>
                <a:highlight>
                  <a:srgbClr val="FFFFFF"/>
                </a:highlight>
                <a:latin typeface="Consolas" panose="020B0609020204030204" pitchFamily="49" charset="0"/>
              </a:rPr>
              <a:t> (x &lt; num[mid])  {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high = mid - 1;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else</a:t>
            </a: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r>
              <a:rPr lang="en-US" altLang="zh-CN" b="1" dirty="0">
                <a:solidFill>
                  <a:srgbClr val="006699"/>
                </a:solidFill>
                <a:highlight>
                  <a:srgbClr val="FFFFFF"/>
                </a:highlight>
                <a:latin typeface="Consolas" panose="020B0609020204030204" pitchFamily="49" charset="0"/>
              </a:rPr>
              <a:t>return</a:t>
            </a:r>
            <a:r>
              <a:rPr lang="en-US" altLang="zh-CN" dirty="0">
                <a:solidFill>
                  <a:srgbClr val="000000"/>
                </a:solidFill>
                <a:highlight>
                  <a:srgbClr val="FFFFFF"/>
                </a:highlight>
                <a:latin typeface="Consolas" panose="020B0609020204030204" pitchFamily="49" charset="0"/>
              </a:rPr>
              <a:t> mid;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  </a:t>
            </a:r>
            <a:endParaRPr lang="en-US" altLang="zh-CN" dirty="0">
              <a:solidFill>
                <a:srgbClr val="5C5C5C"/>
              </a:solidFill>
              <a:highlight>
                <a:srgbClr val="FFFFFF"/>
              </a:highlight>
              <a:latin typeface="Consolas" panose="020B0609020204030204" pitchFamily="49" charset="0"/>
            </a:endParaRPr>
          </a:p>
          <a:p>
            <a:pPr algn="l">
              <a:buFont typeface="+mj-lt"/>
              <a:buAutoNum type="arabicPeriod"/>
            </a:pPr>
            <a:r>
              <a:rPr lang="en-US" altLang="zh-CN" dirty="0">
                <a:solidFill>
                  <a:srgbClr val="000000"/>
                </a:solidFill>
                <a:highlight>
                  <a:srgbClr val="F8F8F8"/>
                </a:highlight>
                <a:latin typeface="Consolas" panose="020B0609020204030204" pitchFamily="49" charset="0"/>
              </a:rPr>
              <a:t>    </a:t>
            </a:r>
            <a:r>
              <a:rPr lang="en-US" altLang="zh-CN" b="1" dirty="0">
                <a:solidFill>
                  <a:srgbClr val="006699"/>
                </a:solidFill>
                <a:highlight>
                  <a:srgbClr val="F8F8F8"/>
                </a:highlight>
                <a:latin typeface="Consolas" panose="020B0609020204030204" pitchFamily="49" charset="0"/>
              </a:rPr>
              <a:t>return</a:t>
            </a:r>
            <a:r>
              <a:rPr lang="en-US" altLang="zh-CN" dirty="0">
                <a:solidFill>
                  <a:srgbClr val="000000"/>
                </a:solidFill>
                <a:highlight>
                  <a:srgbClr val="F8F8F8"/>
                </a:highlight>
                <a:latin typeface="Consolas" panose="020B0609020204030204" pitchFamily="49" charset="0"/>
              </a:rPr>
              <a:t> -1;   </a:t>
            </a:r>
            <a:endParaRPr lang="en-US" altLang="zh-CN" dirty="0">
              <a:solidFill>
                <a:srgbClr val="5C5C5C"/>
              </a:solidFill>
              <a:highlight>
                <a:srgbClr val="F8F8F8"/>
              </a:highlight>
              <a:latin typeface="Consolas" panose="020B0609020204030204" pitchFamily="49" charset="0"/>
            </a:endParaRPr>
          </a:p>
          <a:p>
            <a:pPr algn="l">
              <a:buFont typeface="+mj-lt"/>
              <a:buAutoNum type="arabicPeriod"/>
            </a:pPr>
            <a:r>
              <a:rPr lang="en-US" altLang="zh-CN" dirty="0">
                <a:solidFill>
                  <a:srgbClr val="000000"/>
                </a:solidFill>
                <a:highlight>
                  <a:srgbClr val="FFFFFF"/>
                </a:highlight>
                <a:latin typeface="Consolas" panose="020B0609020204030204" pitchFamily="49" charset="0"/>
              </a:rPr>
              <a:t>}  </a:t>
            </a:r>
            <a:endParaRPr lang="en-US" altLang="zh-CN" dirty="0">
              <a:solidFill>
                <a:srgbClr val="5C5C5C"/>
              </a:solidFill>
              <a:highlight>
                <a:srgbClr val="FFFFFF"/>
              </a:highlight>
              <a:latin typeface="Consolas" panose="020B0609020204030204" pitchFamily="49" charset="0"/>
            </a:endParaRPr>
          </a:p>
        </p:txBody>
      </p:sp>
      <p:sp>
        <p:nvSpPr>
          <p:cNvPr id="2" name="灯片编号占位符 1">
            <a:extLst>
              <a:ext uri="{FF2B5EF4-FFF2-40B4-BE49-F238E27FC236}">
                <a16:creationId xmlns:a16="http://schemas.microsoft.com/office/drawing/2014/main" id="{63BF7A80-EAA9-664A-322C-080342D5976C}"/>
              </a:ext>
            </a:extLst>
          </p:cNvPr>
          <p:cNvSpPr>
            <a:spLocks noGrp="1"/>
          </p:cNvSpPr>
          <p:nvPr>
            <p:ph type="sldNum" sz="quarter" idx="12"/>
          </p:nvPr>
        </p:nvSpPr>
        <p:spPr/>
        <p:txBody>
          <a:bodyPr/>
          <a:lstStyle/>
          <a:p>
            <a:pPr>
              <a:defRPr/>
            </a:pPr>
            <a:fld id="{7C4E558B-5425-6346-B896-72F904F12E77}" type="slidenum">
              <a:rPr lang="en-US" altLang="zh-CN" smtClean="0"/>
              <a:pPr>
                <a:defRPr/>
              </a:pPr>
              <a:t>48</a:t>
            </a:fld>
            <a:endParaRPr lang="zh-CN" altLang="en-US" dirty="0"/>
          </a:p>
        </p:txBody>
      </p:sp>
      <p:sp>
        <p:nvSpPr>
          <p:cNvPr id="4" name="标题 1">
            <a:extLst>
              <a:ext uri="{FF2B5EF4-FFF2-40B4-BE49-F238E27FC236}">
                <a16:creationId xmlns:a16="http://schemas.microsoft.com/office/drawing/2014/main" id="{F3C2A7FE-8F1B-B784-9176-F7318398FC09}"/>
              </a:ext>
            </a:extLst>
          </p:cNvPr>
          <p:cNvSpPr>
            <a:spLocks noGrp="1"/>
          </p:cNvSpPr>
          <p:nvPr>
            <p:ph type="title"/>
          </p:nvPr>
        </p:nvSpPr>
        <p:spPr>
          <a:xfrm>
            <a:off x="287338" y="190500"/>
            <a:ext cx="11523662" cy="677863"/>
          </a:xfrm>
        </p:spPr>
        <p:txBody>
          <a:bodyPr/>
          <a:lstStyle/>
          <a:p>
            <a:pPr algn="l"/>
            <a:r>
              <a:rPr lang="en-US" altLang="zh-CN" dirty="0">
                <a:latin typeface="黑体" panose="02010609060101010101" pitchFamily="49" charset="-122"/>
              </a:rPr>
              <a:t>11.5.4</a:t>
            </a:r>
            <a:r>
              <a:rPr lang="zh-CN" altLang="en-US" dirty="0">
                <a:latin typeface="黑体" panose="02010609060101010101" pitchFamily="49" charset="-122"/>
              </a:rPr>
              <a:t> 在有序数组插入和删除</a:t>
            </a:r>
          </a:p>
        </p:txBody>
      </p:sp>
    </p:spTree>
    <p:extLst>
      <p:ext uri="{BB962C8B-B14F-4D97-AF65-F5344CB8AC3E}">
        <p14:creationId xmlns:p14="http://schemas.microsoft.com/office/powerpoint/2010/main" val="17249342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014DC646-648D-CFDC-05A5-8F2A48A7454D}"/>
              </a:ext>
            </a:extLst>
          </p:cNvPr>
          <p:cNvSpPr txBox="1"/>
          <p:nvPr/>
        </p:nvSpPr>
        <p:spPr>
          <a:xfrm>
            <a:off x="1055440" y="1301845"/>
            <a:ext cx="7560840" cy="5416868"/>
          </a:xfrm>
          <a:prstGeom prst="rect">
            <a:avLst/>
          </a:prstGeom>
          <a:noFill/>
        </p:spPr>
        <p:txBody>
          <a:bodyPr wrap="square">
            <a:spAutoFit/>
          </a:bodyPr>
          <a:lstStyle/>
          <a:p>
            <a:pPr algn="l">
              <a:buFont typeface="+mj-lt"/>
              <a:buAutoNum type="arabicPeriod"/>
            </a:pPr>
            <a:r>
              <a:rPr lang="en-US" altLang="zh-CN" sz="1600" dirty="0">
                <a:solidFill>
                  <a:srgbClr val="808080"/>
                </a:solidFill>
                <a:highlight>
                  <a:srgbClr val="FFFFFF"/>
                </a:highlight>
                <a:latin typeface="Consolas" panose="020B0609020204030204" pitchFamily="49" charset="0"/>
              </a:rPr>
              <a:t>#include &lt;</a:t>
            </a:r>
            <a:r>
              <a:rPr lang="en-US" altLang="zh-CN" sz="1600" dirty="0" err="1">
                <a:solidFill>
                  <a:srgbClr val="808080"/>
                </a:solidFill>
                <a:highlight>
                  <a:srgbClr val="FFFFFF"/>
                </a:highlight>
                <a:latin typeface="Consolas" panose="020B0609020204030204" pitchFamily="49" charset="0"/>
              </a:rPr>
              <a:t>stdio.h</a:t>
            </a:r>
            <a:r>
              <a:rPr lang="en-US" altLang="zh-CN" sz="1600" dirty="0">
                <a:solidFill>
                  <a:srgbClr val="808080"/>
                </a:solidFill>
                <a:highlight>
                  <a:srgbClr val="FFFFFF"/>
                </a:highlight>
                <a:latin typeface="Consolas" panose="020B0609020204030204" pitchFamily="49" charset="0"/>
              </a:rPr>
              <a:t>&gt;</a:t>
            </a:r>
            <a:r>
              <a:rPr lang="en-US" altLang="zh-CN" sz="1600" dirty="0">
                <a:solidFill>
                  <a:srgbClr val="000000"/>
                </a:solidFill>
                <a:highlight>
                  <a:srgbClr val="FFFFFF"/>
                </a:highlight>
                <a:latin typeface="Consolas" panose="020B0609020204030204" pitchFamily="49" charset="0"/>
              </a:rPr>
              <a:t>  </a:t>
            </a:r>
          </a:p>
          <a:p>
            <a:pPr>
              <a:buFont typeface="+mj-lt"/>
              <a:buAutoNum type="arabicPeriod"/>
            </a:pPr>
            <a:r>
              <a:rPr lang="fr-FR" altLang="zh-CN" sz="1600" b="1" dirty="0">
                <a:solidFill>
                  <a:srgbClr val="C00000"/>
                </a:solidFill>
                <a:latin typeface="Courier New" panose="02070309020205020404" pitchFamily="49" charset="0"/>
                <a:ea typeface="宋体" panose="02010600030101010101" pitchFamily="2" charset="-122"/>
              </a:rPr>
              <a:t>int</a:t>
            </a:r>
            <a:r>
              <a:rPr lang="fr-FR" altLang="zh-CN" sz="1600" b="1" dirty="0">
                <a:latin typeface="Courier New" panose="02070309020205020404" pitchFamily="49" charset="0"/>
                <a:ea typeface="宋体" panose="02010600030101010101" pitchFamily="2" charset="-122"/>
              </a:rPr>
              <a:t>  BinSearch(</a:t>
            </a:r>
            <a:r>
              <a:rPr lang="fr-FR" altLang="zh-CN" sz="1600" b="1" dirty="0">
                <a:solidFill>
                  <a:srgbClr val="C00000"/>
                </a:solidFill>
                <a:latin typeface="Courier New" panose="02070309020205020404" pitchFamily="49" charset="0"/>
                <a:ea typeface="宋体" panose="02010600030101010101" pitchFamily="2" charset="-122"/>
              </a:rPr>
              <a:t>int</a:t>
            </a:r>
            <a:r>
              <a:rPr lang="fr-FR" altLang="zh-CN" sz="1600" b="1" dirty="0">
                <a:latin typeface="Courier New" panose="02070309020205020404" pitchFamily="49" charset="0"/>
                <a:ea typeface="宋体" panose="02010600030101010101" pitchFamily="2" charset="-122"/>
              </a:rPr>
              <a:t> </a:t>
            </a:r>
            <a:r>
              <a:rPr lang="en-US" altLang="zh-CN" sz="1600" b="1" dirty="0" err="1">
                <a:latin typeface="Courier New" panose="02070309020205020404" pitchFamily="49" charset="0"/>
                <a:ea typeface="宋体" panose="02010600030101010101" pitchFamily="2" charset="-122"/>
              </a:rPr>
              <a:t>arr</a:t>
            </a:r>
            <a:r>
              <a:rPr lang="fr-FR" altLang="zh-CN" sz="1600" b="1" dirty="0">
                <a:latin typeface="Courier New" panose="02070309020205020404" pitchFamily="49" charset="0"/>
                <a:ea typeface="宋体" panose="02010600030101010101" pitchFamily="2" charset="-122"/>
              </a:rPr>
              <a:t>[], </a:t>
            </a:r>
            <a:r>
              <a:rPr lang="fr-FR" altLang="zh-CN" sz="1600" b="1" dirty="0">
                <a:solidFill>
                  <a:srgbClr val="C00000"/>
                </a:solidFill>
                <a:latin typeface="Courier New" panose="02070309020205020404" pitchFamily="49" charset="0"/>
                <a:ea typeface="宋体" panose="02010600030101010101" pitchFamily="2" charset="-122"/>
              </a:rPr>
              <a:t>int value</a:t>
            </a:r>
            <a:r>
              <a:rPr lang="fr-FR" altLang="zh-CN" sz="1600" b="1" dirty="0">
                <a:latin typeface="Courier New" panose="02070309020205020404" pitchFamily="49" charset="0"/>
                <a:ea typeface="宋体" panose="02010600030101010101" pitchFamily="2" charset="-122"/>
              </a:rPr>
              <a:t> , </a:t>
            </a:r>
            <a:r>
              <a:rPr lang="fr-FR" altLang="zh-CN" sz="1600" b="1" dirty="0">
                <a:solidFill>
                  <a:srgbClr val="C00000"/>
                </a:solidFill>
                <a:latin typeface="Courier New" panose="02070309020205020404" pitchFamily="49" charset="0"/>
                <a:ea typeface="宋体" panose="02010600030101010101" pitchFamily="2" charset="-122"/>
              </a:rPr>
              <a:t>int</a:t>
            </a:r>
            <a:r>
              <a:rPr lang="fr-FR" altLang="zh-CN" sz="1600" b="1" dirty="0">
                <a:latin typeface="Courier New" panose="02070309020205020404" pitchFamily="49" charset="0"/>
                <a:ea typeface="宋体" panose="02010600030101010101" pitchFamily="2" charset="-122"/>
              </a:rPr>
              <a:t> n);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b="1" dirty="0">
                <a:solidFill>
                  <a:srgbClr val="2E8B57"/>
                </a:solidFill>
                <a:highlight>
                  <a:srgbClr val="F8F8F8"/>
                </a:highlight>
                <a:latin typeface="Consolas" panose="020B0609020204030204" pitchFamily="49" charset="0"/>
              </a:rPr>
              <a:t>int</a:t>
            </a:r>
            <a:r>
              <a:rPr lang="en-US" altLang="zh-CN" sz="1600" dirty="0">
                <a:solidFill>
                  <a:srgbClr val="000000"/>
                </a:solidFill>
                <a:highlight>
                  <a:srgbClr val="F8F8F8"/>
                </a:highlight>
                <a:latin typeface="Consolas" panose="020B0609020204030204" pitchFamily="49" charset="0"/>
              </a:rPr>
              <a:t> </a:t>
            </a:r>
            <a:r>
              <a:rPr lang="en-US" altLang="zh-CN" sz="1600" dirty="0" err="1">
                <a:solidFill>
                  <a:srgbClr val="000000"/>
                </a:solidFill>
                <a:highlight>
                  <a:srgbClr val="F8F8F8"/>
                </a:highlight>
                <a:latin typeface="Consolas" panose="020B0609020204030204" pitchFamily="49" charset="0"/>
              </a:rPr>
              <a:t>delete_ordered</a:t>
            </a:r>
            <a:r>
              <a:rPr lang="en-US" altLang="zh-CN" sz="1600" dirty="0">
                <a:solidFill>
                  <a:srgbClr val="000000"/>
                </a:solidFill>
                <a:highlight>
                  <a:srgbClr val="F8F8F8"/>
                </a:highlight>
                <a:latin typeface="Consolas" panose="020B0609020204030204" pitchFamily="49" charset="0"/>
              </a:rPr>
              <a:t>(</a:t>
            </a:r>
            <a:r>
              <a:rPr lang="en-US" altLang="zh-CN" sz="1600" b="1" dirty="0">
                <a:solidFill>
                  <a:srgbClr val="2E8B57"/>
                </a:solidFill>
                <a:highlight>
                  <a:srgbClr val="F8F8F8"/>
                </a:highlight>
                <a:latin typeface="Consolas" panose="020B0609020204030204" pitchFamily="49" charset="0"/>
              </a:rPr>
              <a:t>int</a:t>
            </a:r>
            <a:r>
              <a:rPr lang="en-US" altLang="zh-CN" sz="1600" dirty="0">
                <a:solidFill>
                  <a:srgbClr val="000000"/>
                </a:solidFill>
                <a:highlight>
                  <a:srgbClr val="F8F8F8"/>
                </a:highlight>
                <a:latin typeface="Consolas" panose="020B0609020204030204" pitchFamily="49" charset="0"/>
              </a:rPr>
              <a:t> </a:t>
            </a:r>
            <a:r>
              <a:rPr lang="en-US" altLang="zh-CN" sz="1600" dirty="0" err="1">
                <a:solidFill>
                  <a:srgbClr val="000000"/>
                </a:solidFill>
                <a:highlight>
                  <a:srgbClr val="F8F8F8"/>
                </a:highlight>
                <a:latin typeface="Consolas" panose="020B0609020204030204" pitchFamily="49" charset="0"/>
              </a:rPr>
              <a:t>arr</a:t>
            </a:r>
            <a:r>
              <a:rPr lang="en-US" altLang="zh-CN" sz="1600" dirty="0">
                <a:solidFill>
                  <a:srgbClr val="000000"/>
                </a:solidFill>
                <a:highlight>
                  <a:srgbClr val="F8F8F8"/>
                </a:highlight>
                <a:latin typeface="Consolas" panose="020B0609020204030204" pitchFamily="49" charset="0"/>
              </a:rPr>
              <a:t>[], </a:t>
            </a:r>
            <a:r>
              <a:rPr lang="en-US" altLang="zh-CN" sz="1600" b="1" dirty="0">
                <a:solidFill>
                  <a:srgbClr val="2E8B57"/>
                </a:solidFill>
                <a:highlight>
                  <a:srgbClr val="F8F8F8"/>
                </a:highlight>
                <a:latin typeface="Consolas" panose="020B0609020204030204" pitchFamily="49" charset="0"/>
              </a:rPr>
              <a:t>int</a:t>
            </a:r>
            <a:r>
              <a:rPr lang="en-US" altLang="zh-CN" sz="1600" dirty="0">
                <a:solidFill>
                  <a:srgbClr val="000000"/>
                </a:solidFill>
                <a:highlight>
                  <a:srgbClr val="F8F8F8"/>
                </a:highlight>
                <a:latin typeface="Consolas" panose="020B0609020204030204" pitchFamily="49" charset="0"/>
              </a:rPr>
              <a:t> n, </a:t>
            </a:r>
            <a:r>
              <a:rPr lang="en-US" altLang="zh-CN" sz="1600" b="1" dirty="0">
                <a:solidFill>
                  <a:srgbClr val="2E8B57"/>
                </a:solidFill>
                <a:highlight>
                  <a:srgbClr val="F8F8F8"/>
                </a:highlight>
                <a:latin typeface="Consolas" panose="020B0609020204030204" pitchFamily="49" charset="0"/>
              </a:rPr>
              <a:t>int</a:t>
            </a:r>
            <a:r>
              <a:rPr lang="en-US" altLang="zh-CN" sz="1600" dirty="0">
                <a:solidFill>
                  <a:srgbClr val="000000"/>
                </a:solidFill>
                <a:highlight>
                  <a:srgbClr val="F8F8F8"/>
                </a:highlight>
                <a:latin typeface="Consolas" panose="020B0609020204030204" pitchFamily="49" charset="0"/>
              </a:rPr>
              <a:t> value){</a:t>
            </a: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int pos = </a:t>
            </a:r>
            <a:r>
              <a:rPr lang="en-US" altLang="zh-CN" sz="1600" dirty="0" err="1">
                <a:solidFill>
                  <a:srgbClr val="000000"/>
                </a:solidFill>
                <a:highlight>
                  <a:srgbClr val="F8F8F8"/>
                </a:highlight>
                <a:latin typeface="Consolas" panose="020B0609020204030204" pitchFamily="49" charset="0"/>
              </a:rPr>
              <a:t>BinSearch</a:t>
            </a:r>
            <a:r>
              <a:rPr lang="en-US" altLang="zh-CN" sz="1600" dirty="0">
                <a:solidFill>
                  <a:srgbClr val="000000"/>
                </a:solidFill>
                <a:highlight>
                  <a:srgbClr val="F8F8F8"/>
                </a:highlight>
                <a:latin typeface="Consolas" panose="020B0609020204030204" pitchFamily="49" charset="0"/>
              </a:rPr>
              <a:t>(</a:t>
            </a:r>
            <a:r>
              <a:rPr lang="en-US" altLang="zh-CN" sz="1600" dirty="0" err="1">
                <a:solidFill>
                  <a:srgbClr val="000000"/>
                </a:solidFill>
                <a:highlight>
                  <a:srgbClr val="F8F8F8"/>
                </a:highlight>
                <a:latin typeface="Consolas" panose="020B0609020204030204" pitchFamily="49" charset="0"/>
              </a:rPr>
              <a:t>arr,value,n</a:t>
            </a:r>
            <a:r>
              <a:rPr lang="en-US" altLang="zh-CN" sz="1600" dirty="0">
                <a:solidFill>
                  <a:srgbClr val="000000"/>
                </a:solidFill>
                <a:highlight>
                  <a:srgbClr val="F8F8F8"/>
                </a:highlight>
                <a:latin typeface="Consolas" panose="020B0609020204030204" pitchFamily="49" charset="0"/>
              </a:rPr>
              <a:t>);</a:t>
            </a: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if(pos&lt;0){</a:t>
            </a:r>
          </a:p>
          <a:p>
            <a:pPr>
              <a:buFont typeface="+mj-lt"/>
              <a:buAutoNum type="arabicPeriod"/>
            </a:pPr>
            <a:r>
              <a:rPr lang="en-US" altLang="zh-CN" sz="1600" dirty="0">
                <a:solidFill>
                  <a:srgbClr val="000000"/>
                </a:solidFill>
                <a:highlight>
                  <a:srgbClr val="F8F8F8"/>
                </a:highlight>
                <a:latin typeface="Consolas" panose="020B0609020204030204" pitchFamily="49" charset="0"/>
              </a:rPr>
              <a:t>        </a:t>
            </a:r>
            <a:r>
              <a:rPr lang="en-US" altLang="zh-CN" sz="1600" dirty="0" err="1">
                <a:solidFill>
                  <a:srgbClr val="000000"/>
                </a:solidFill>
                <a:highlight>
                  <a:srgbClr val="FFFFFF"/>
                </a:highlight>
                <a:latin typeface="Consolas" panose="020B0609020204030204" pitchFamily="49" charset="0"/>
              </a:rPr>
              <a:t>printf</a:t>
            </a:r>
            <a:r>
              <a:rPr lang="en-US" altLang="zh-CN" sz="1600" dirty="0">
                <a:solidFill>
                  <a:srgbClr val="000000"/>
                </a:solidFill>
                <a:highlight>
                  <a:srgbClr val="FFFFFF"/>
                </a:highlight>
                <a:latin typeface="Consolas" panose="020B0609020204030204" pitchFamily="49" charset="0"/>
              </a:rPr>
              <a:t>(</a:t>
            </a:r>
            <a:r>
              <a:rPr lang="en-US" altLang="zh-CN" sz="1600" dirty="0">
                <a:solidFill>
                  <a:srgbClr val="0000FF"/>
                </a:solidFill>
                <a:highlight>
                  <a:srgbClr val="FFFFFF"/>
                </a:highlight>
                <a:latin typeface="Consolas" panose="020B0609020204030204" pitchFamily="49" charset="0"/>
              </a:rPr>
              <a:t>"Value not found\n"</a:t>
            </a:r>
            <a:r>
              <a:rPr lang="en-US" altLang="zh-CN" sz="1600" dirty="0">
                <a:solidFill>
                  <a:srgbClr val="000000"/>
                </a:solidFill>
                <a:highlight>
                  <a:srgbClr val="FFFFFF"/>
                </a:highlight>
                <a:latin typeface="Consolas" panose="020B0609020204030204" pitchFamily="49" charset="0"/>
              </a:rPr>
              <a:t>);  </a:t>
            </a:r>
            <a:endParaRPr lang="en-US" altLang="zh-CN" sz="1600" dirty="0">
              <a:solidFill>
                <a:srgbClr val="000000"/>
              </a:solidFill>
              <a:highlight>
                <a:srgbClr val="F8F8F8"/>
              </a:highlight>
              <a:latin typeface="Consolas" panose="020B0609020204030204" pitchFamily="49" charset="0"/>
            </a:endParaRP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return n;</a:t>
            </a: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a:t>
            </a:r>
          </a:p>
          <a:p>
            <a:pPr algn="l">
              <a:buFont typeface="+mj-lt"/>
              <a:buAutoNum type="arabicPeriod"/>
            </a:pPr>
            <a:r>
              <a:rPr lang="en-US" altLang="zh-CN" sz="1600" b="1" dirty="0">
                <a:solidFill>
                  <a:srgbClr val="006699"/>
                </a:solidFill>
                <a:highlight>
                  <a:srgbClr val="FFFFFF"/>
                </a:highlight>
                <a:latin typeface="Consolas" panose="020B0609020204030204" pitchFamily="49" charset="0"/>
              </a:rPr>
              <a:t>   for</a:t>
            </a:r>
            <a:r>
              <a:rPr lang="en-US" altLang="zh-CN" sz="1600" dirty="0">
                <a:solidFill>
                  <a:srgbClr val="000000"/>
                </a:solidFill>
                <a:highlight>
                  <a:srgbClr val="FFFFFF"/>
                </a:highlight>
                <a:latin typeface="Consolas" panose="020B0609020204030204" pitchFamily="49" charset="0"/>
              </a:rPr>
              <a:t> (</a:t>
            </a:r>
            <a:r>
              <a:rPr lang="en-US" altLang="zh-CN" sz="1600" b="1" dirty="0">
                <a:solidFill>
                  <a:srgbClr val="2E8B57"/>
                </a:solidFill>
                <a:highlight>
                  <a:srgbClr val="FFFFFF"/>
                </a:highlight>
                <a:latin typeface="Consolas" panose="020B0609020204030204" pitchFamily="49" charset="0"/>
              </a:rPr>
              <a:t>int</a:t>
            </a:r>
            <a:r>
              <a:rPr lang="en-US" altLang="zh-CN" sz="1600" dirty="0">
                <a:solidFill>
                  <a:srgbClr val="000000"/>
                </a:solidFill>
                <a:highlight>
                  <a:srgbClr val="FFFFFF"/>
                </a:highlight>
                <a:latin typeface="Consolas" panose="020B0609020204030204" pitchFamily="49" charset="0"/>
              </a:rPr>
              <a:t> </a:t>
            </a:r>
            <a:r>
              <a:rPr lang="en-US" altLang="zh-CN" sz="1600" dirty="0" err="1">
                <a:solidFill>
                  <a:srgbClr val="000000"/>
                </a:solidFill>
                <a:highlight>
                  <a:srgbClr val="FFFFFF"/>
                </a:highlight>
                <a:latin typeface="Consolas" panose="020B0609020204030204" pitchFamily="49" charset="0"/>
              </a:rPr>
              <a:t>i</a:t>
            </a:r>
            <a:r>
              <a:rPr lang="en-US" altLang="zh-CN" sz="1600" dirty="0">
                <a:solidFill>
                  <a:srgbClr val="000000"/>
                </a:solidFill>
                <a:highlight>
                  <a:srgbClr val="FFFFFF"/>
                </a:highlight>
                <a:latin typeface="Consolas" panose="020B0609020204030204" pitchFamily="49" charset="0"/>
              </a:rPr>
              <a:t> = pos; </a:t>
            </a:r>
            <a:r>
              <a:rPr lang="en-US" altLang="zh-CN" sz="1600" dirty="0" err="1">
                <a:solidFill>
                  <a:srgbClr val="000000"/>
                </a:solidFill>
                <a:highlight>
                  <a:srgbClr val="FFFFFF"/>
                </a:highlight>
                <a:latin typeface="Consolas" panose="020B0609020204030204" pitchFamily="49" charset="0"/>
              </a:rPr>
              <a:t>i</a:t>
            </a:r>
            <a:r>
              <a:rPr lang="en-US" altLang="zh-CN" sz="1600" dirty="0">
                <a:solidFill>
                  <a:srgbClr val="000000"/>
                </a:solidFill>
                <a:highlight>
                  <a:srgbClr val="FFFFFF"/>
                </a:highlight>
                <a:latin typeface="Consolas" panose="020B0609020204030204" pitchFamily="49" charset="0"/>
              </a:rPr>
              <a:t> &lt; n-1; </a:t>
            </a:r>
            <a:r>
              <a:rPr lang="en-US" altLang="zh-CN" sz="1600" dirty="0" err="1">
                <a:solidFill>
                  <a:srgbClr val="000000"/>
                </a:solidFill>
                <a:highlight>
                  <a:srgbClr val="FFFFFF"/>
                </a:highlight>
                <a:latin typeface="Consolas" panose="020B0609020204030204" pitchFamily="49" charset="0"/>
              </a:rPr>
              <a:t>i</a:t>
            </a:r>
            <a:r>
              <a:rPr lang="en-US" altLang="zh-CN" sz="1600" dirty="0">
                <a:solidFill>
                  <a:srgbClr val="000000"/>
                </a:solidFill>
                <a:highlight>
                  <a:srgbClr val="FFFFFF"/>
                </a:highlight>
                <a:latin typeface="Consolas" panose="020B0609020204030204" pitchFamily="49" charset="0"/>
              </a:rPr>
              <a:t>++)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a:t>
            </a:r>
            <a:r>
              <a:rPr lang="en-US" altLang="zh-CN" sz="1600" dirty="0" err="1">
                <a:solidFill>
                  <a:srgbClr val="000000"/>
                </a:solidFill>
                <a:highlight>
                  <a:srgbClr val="F8F8F8"/>
                </a:highlight>
                <a:latin typeface="Consolas" panose="020B0609020204030204" pitchFamily="49" charset="0"/>
              </a:rPr>
              <a:t>arr</a:t>
            </a:r>
            <a:r>
              <a:rPr lang="en-US" altLang="zh-CN" sz="1600" dirty="0">
                <a:solidFill>
                  <a:srgbClr val="000000"/>
                </a:solidFill>
                <a:highlight>
                  <a:srgbClr val="F8F8F8"/>
                </a:highlight>
                <a:latin typeface="Consolas" panose="020B0609020204030204" pitchFamily="49" charset="0"/>
              </a:rPr>
              <a:t>[</a:t>
            </a:r>
            <a:r>
              <a:rPr lang="en-US" altLang="zh-CN" sz="1600" dirty="0" err="1">
                <a:solidFill>
                  <a:srgbClr val="000000"/>
                </a:solidFill>
                <a:highlight>
                  <a:srgbClr val="F8F8F8"/>
                </a:highlight>
                <a:latin typeface="Consolas" panose="020B0609020204030204" pitchFamily="49" charset="0"/>
              </a:rPr>
              <a:t>i</a:t>
            </a:r>
            <a:r>
              <a:rPr lang="en-US" altLang="zh-CN" sz="1600" dirty="0">
                <a:solidFill>
                  <a:srgbClr val="000000"/>
                </a:solidFill>
                <a:highlight>
                  <a:srgbClr val="F8F8F8"/>
                </a:highlight>
                <a:latin typeface="Consolas" panose="020B0609020204030204" pitchFamily="49" charset="0"/>
              </a:rPr>
              <a:t>] = </a:t>
            </a:r>
            <a:r>
              <a:rPr lang="en-US" altLang="zh-CN" sz="1600" dirty="0" err="1">
                <a:solidFill>
                  <a:srgbClr val="000000"/>
                </a:solidFill>
                <a:highlight>
                  <a:srgbClr val="F8F8F8"/>
                </a:highlight>
                <a:latin typeface="Consolas" panose="020B0609020204030204" pitchFamily="49" charset="0"/>
              </a:rPr>
              <a:t>arr</a:t>
            </a:r>
            <a:r>
              <a:rPr lang="en-US" altLang="zh-CN" sz="1600" dirty="0">
                <a:solidFill>
                  <a:srgbClr val="000000"/>
                </a:solidFill>
                <a:highlight>
                  <a:srgbClr val="F8F8F8"/>
                </a:highlight>
                <a:latin typeface="Consolas" panose="020B0609020204030204" pitchFamily="49" charset="0"/>
              </a:rPr>
              <a:t>[</a:t>
            </a:r>
            <a:r>
              <a:rPr lang="en-US" altLang="zh-CN" sz="1600" dirty="0" err="1">
                <a:solidFill>
                  <a:srgbClr val="000000"/>
                </a:solidFill>
                <a:highlight>
                  <a:srgbClr val="F8F8F8"/>
                </a:highlight>
                <a:latin typeface="Consolas" panose="020B0609020204030204" pitchFamily="49" charset="0"/>
              </a:rPr>
              <a:t>i</a:t>
            </a:r>
            <a:r>
              <a:rPr lang="en-US" altLang="zh-CN" sz="1600" dirty="0">
                <a:solidFill>
                  <a:srgbClr val="000000"/>
                </a:solidFill>
                <a:highlight>
                  <a:srgbClr val="F8F8F8"/>
                </a:highlight>
                <a:latin typeface="Consolas" panose="020B0609020204030204" pitchFamily="49" charset="0"/>
              </a:rPr>
              <a:t> + 1];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b="1" dirty="0">
                <a:solidFill>
                  <a:srgbClr val="006699"/>
                </a:solidFill>
                <a:highlight>
                  <a:srgbClr val="FFFFFF"/>
                </a:highlight>
                <a:latin typeface="Consolas" panose="020B0609020204030204" pitchFamily="49" charset="0"/>
              </a:rPr>
              <a:t>   return</a:t>
            </a:r>
            <a:r>
              <a:rPr lang="en-US" altLang="zh-CN" sz="1600" dirty="0">
                <a:solidFill>
                  <a:srgbClr val="000000"/>
                </a:solidFill>
                <a:highlight>
                  <a:srgbClr val="F8F8F8"/>
                </a:highlight>
                <a:latin typeface="Consolas" panose="020B0609020204030204" pitchFamily="49" charset="0"/>
              </a:rPr>
              <a:t> n+1;</a:t>
            </a:r>
          </a:p>
          <a:p>
            <a:pPr algn="l">
              <a:buFont typeface="+mj-lt"/>
              <a:buAutoNum type="arabicPeriod"/>
            </a:pPr>
            <a:r>
              <a:rPr lang="en-US" altLang="zh-CN" sz="1600" dirty="0">
                <a:solidFill>
                  <a:srgbClr val="000000"/>
                </a:solidFill>
                <a:highlight>
                  <a:srgbClr val="F8F8F8"/>
                </a:highlight>
                <a:latin typeface="Consolas" panose="020B0609020204030204" pitchFamily="49" charset="0"/>
              </a:rPr>
              <a:t>}</a:t>
            </a:r>
          </a:p>
          <a:p>
            <a:pPr algn="l">
              <a:buFont typeface="+mj-lt"/>
              <a:buAutoNum type="arabicPeriod"/>
            </a:pPr>
            <a:r>
              <a:rPr lang="en-US" altLang="zh-CN" sz="1600" b="1" dirty="0">
                <a:solidFill>
                  <a:srgbClr val="2E8B57"/>
                </a:solidFill>
                <a:highlight>
                  <a:srgbClr val="F8F8F8"/>
                </a:highlight>
                <a:latin typeface="Consolas" panose="020B0609020204030204" pitchFamily="49" charset="0"/>
              </a:rPr>
              <a:t>int</a:t>
            </a:r>
            <a:r>
              <a:rPr lang="en-US" altLang="zh-CN" sz="1600" dirty="0">
                <a:solidFill>
                  <a:srgbClr val="000000"/>
                </a:solidFill>
                <a:highlight>
                  <a:srgbClr val="F8F8F8"/>
                </a:highlight>
                <a:latin typeface="Consolas" panose="020B0609020204030204" pitchFamily="49" charset="0"/>
              </a:rPr>
              <a:t> main() {  </a:t>
            </a:r>
            <a:endParaRPr lang="en-US" altLang="zh-CN" sz="1600" dirty="0">
              <a:solidFill>
                <a:srgbClr val="5C5C5C"/>
              </a:solidFill>
              <a:highlight>
                <a:srgbClr val="F8F8F8"/>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a:t>
            </a:r>
            <a:r>
              <a:rPr lang="en-US" altLang="zh-CN" sz="1600" b="1" dirty="0">
                <a:solidFill>
                  <a:srgbClr val="2E8B57"/>
                </a:solidFill>
                <a:highlight>
                  <a:srgbClr val="FFFFFF"/>
                </a:highlight>
                <a:latin typeface="Consolas" panose="020B0609020204030204" pitchFamily="49" charset="0"/>
              </a:rPr>
              <a:t>int</a:t>
            </a:r>
            <a:r>
              <a:rPr lang="en-US" altLang="zh-CN" sz="1600" dirty="0">
                <a:solidFill>
                  <a:srgbClr val="000000"/>
                </a:solidFill>
                <a:highlight>
                  <a:srgbClr val="FFFFFF"/>
                </a:highlight>
                <a:latin typeface="Consolas" panose="020B0609020204030204" pitchFamily="49" charset="0"/>
              </a:rPr>
              <a:t> </a:t>
            </a:r>
            <a:r>
              <a:rPr lang="en-US" altLang="zh-CN" sz="1600" dirty="0" err="1">
                <a:solidFill>
                  <a:srgbClr val="000000"/>
                </a:solidFill>
                <a:highlight>
                  <a:srgbClr val="FFFFFF"/>
                </a:highlight>
                <a:latin typeface="Consolas" panose="020B0609020204030204" pitchFamily="49" charset="0"/>
              </a:rPr>
              <a:t>arr</a:t>
            </a:r>
            <a:r>
              <a:rPr lang="en-US" altLang="zh-CN" sz="1600" dirty="0">
                <a:solidFill>
                  <a:srgbClr val="000000"/>
                </a:solidFill>
                <a:highlight>
                  <a:srgbClr val="FFFFFF"/>
                </a:highlight>
                <a:latin typeface="Consolas" panose="020B0609020204030204" pitchFamily="49" charset="0"/>
              </a:rPr>
              <a:t>[100] = {1, 2, 3, 4, 5};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a:t>
            </a:r>
            <a:r>
              <a:rPr lang="en-US" altLang="zh-CN" sz="1600" b="1" dirty="0">
                <a:solidFill>
                  <a:srgbClr val="2E8B57"/>
                </a:solidFill>
                <a:highlight>
                  <a:srgbClr val="F8F8F8"/>
                </a:highlight>
                <a:latin typeface="Consolas" panose="020B0609020204030204" pitchFamily="49" charset="0"/>
              </a:rPr>
              <a:t>int</a:t>
            </a:r>
            <a:r>
              <a:rPr lang="en-US" altLang="zh-CN" sz="1600" dirty="0">
                <a:solidFill>
                  <a:srgbClr val="000000"/>
                </a:solidFill>
                <a:highlight>
                  <a:srgbClr val="F8F8F8"/>
                </a:highlight>
                <a:latin typeface="Consolas" panose="020B0609020204030204" pitchFamily="49" charset="0"/>
              </a:rPr>
              <a:t> n = 5;  </a:t>
            </a:r>
            <a:endParaRPr lang="en-US" altLang="zh-CN" sz="1600" dirty="0">
              <a:solidFill>
                <a:srgbClr val="5C5C5C"/>
              </a:solidFill>
              <a:highlight>
                <a:srgbClr val="F8F8F8"/>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n = </a:t>
            </a:r>
            <a:r>
              <a:rPr lang="en-US" altLang="zh-CN" sz="1600" dirty="0" err="1">
                <a:solidFill>
                  <a:srgbClr val="000000"/>
                </a:solidFill>
                <a:highlight>
                  <a:srgbClr val="FFFFFF"/>
                </a:highlight>
                <a:latin typeface="Consolas" panose="020B0609020204030204" pitchFamily="49" charset="0"/>
              </a:rPr>
              <a:t>delete_ordered</a:t>
            </a:r>
            <a:r>
              <a:rPr lang="en-US" altLang="zh-CN" sz="1600" dirty="0">
                <a:solidFill>
                  <a:srgbClr val="000000"/>
                </a:solidFill>
                <a:highlight>
                  <a:srgbClr val="FFFFFF"/>
                </a:highlight>
                <a:latin typeface="Consolas" panose="020B0609020204030204" pitchFamily="49" charset="0"/>
              </a:rPr>
              <a:t>(</a:t>
            </a:r>
            <a:r>
              <a:rPr lang="en-US" altLang="zh-CN" sz="1600" dirty="0" err="1">
                <a:solidFill>
                  <a:srgbClr val="000000"/>
                </a:solidFill>
                <a:highlight>
                  <a:srgbClr val="FFFFFF"/>
                </a:highlight>
                <a:latin typeface="Consolas" panose="020B0609020204030204" pitchFamily="49" charset="0"/>
              </a:rPr>
              <a:t>arr</a:t>
            </a:r>
            <a:r>
              <a:rPr lang="en-US" altLang="zh-CN" sz="1600" dirty="0">
                <a:solidFill>
                  <a:srgbClr val="000000"/>
                </a:solidFill>
                <a:highlight>
                  <a:srgbClr val="FFFFFF"/>
                </a:highlight>
                <a:latin typeface="Consolas" panose="020B0609020204030204" pitchFamily="49" charset="0"/>
              </a:rPr>
              <a:t>, n, 3);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a:t>
            </a:r>
            <a:r>
              <a:rPr lang="en-US" altLang="zh-CN" sz="1600" b="1" dirty="0">
                <a:solidFill>
                  <a:srgbClr val="006699"/>
                </a:solidFill>
                <a:highlight>
                  <a:srgbClr val="F8F8F8"/>
                </a:highlight>
                <a:latin typeface="Consolas" panose="020B0609020204030204" pitchFamily="49" charset="0"/>
              </a:rPr>
              <a:t>for</a:t>
            </a:r>
            <a:r>
              <a:rPr lang="en-US" altLang="zh-CN" sz="1600" dirty="0">
                <a:solidFill>
                  <a:srgbClr val="000000"/>
                </a:solidFill>
                <a:highlight>
                  <a:srgbClr val="F8F8F8"/>
                </a:highlight>
                <a:latin typeface="Consolas" panose="020B0609020204030204" pitchFamily="49" charset="0"/>
              </a:rPr>
              <a:t> (</a:t>
            </a:r>
            <a:r>
              <a:rPr lang="en-US" altLang="zh-CN" sz="1600" b="1" dirty="0">
                <a:solidFill>
                  <a:srgbClr val="2E8B57"/>
                </a:solidFill>
                <a:highlight>
                  <a:srgbClr val="F8F8F8"/>
                </a:highlight>
                <a:latin typeface="Consolas" panose="020B0609020204030204" pitchFamily="49" charset="0"/>
              </a:rPr>
              <a:t>int</a:t>
            </a:r>
            <a:r>
              <a:rPr lang="en-US" altLang="zh-CN" sz="1600" dirty="0">
                <a:solidFill>
                  <a:srgbClr val="000000"/>
                </a:solidFill>
                <a:highlight>
                  <a:srgbClr val="F8F8F8"/>
                </a:highlight>
                <a:latin typeface="Consolas" panose="020B0609020204030204" pitchFamily="49" charset="0"/>
              </a:rPr>
              <a:t> </a:t>
            </a:r>
            <a:r>
              <a:rPr lang="en-US" altLang="zh-CN" sz="1600" dirty="0" err="1">
                <a:solidFill>
                  <a:srgbClr val="000000"/>
                </a:solidFill>
                <a:highlight>
                  <a:srgbClr val="F8F8F8"/>
                </a:highlight>
                <a:latin typeface="Consolas" panose="020B0609020204030204" pitchFamily="49" charset="0"/>
              </a:rPr>
              <a:t>i</a:t>
            </a:r>
            <a:r>
              <a:rPr lang="en-US" altLang="zh-CN" sz="1600" dirty="0">
                <a:solidFill>
                  <a:srgbClr val="000000"/>
                </a:solidFill>
                <a:highlight>
                  <a:srgbClr val="F8F8F8"/>
                </a:highlight>
                <a:latin typeface="Consolas" panose="020B0609020204030204" pitchFamily="49" charset="0"/>
              </a:rPr>
              <a:t> = 0; </a:t>
            </a:r>
            <a:r>
              <a:rPr lang="en-US" altLang="zh-CN" sz="1600" dirty="0" err="1">
                <a:solidFill>
                  <a:srgbClr val="000000"/>
                </a:solidFill>
                <a:highlight>
                  <a:srgbClr val="F8F8F8"/>
                </a:highlight>
                <a:latin typeface="Consolas" panose="020B0609020204030204" pitchFamily="49" charset="0"/>
              </a:rPr>
              <a:t>i</a:t>
            </a:r>
            <a:r>
              <a:rPr lang="en-US" altLang="zh-CN" sz="1600" dirty="0">
                <a:solidFill>
                  <a:srgbClr val="000000"/>
                </a:solidFill>
                <a:highlight>
                  <a:srgbClr val="F8F8F8"/>
                </a:highlight>
                <a:latin typeface="Consolas" panose="020B0609020204030204" pitchFamily="49" charset="0"/>
              </a:rPr>
              <a:t> &lt; n; </a:t>
            </a:r>
            <a:r>
              <a:rPr lang="en-US" altLang="zh-CN" sz="1600" dirty="0" err="1">
                <a:solidFill>
                  <a:srgbClr val="000000"/>
                </a:solidFill>
                <a:highlight>
                  <a:srgbClr val="F8F8F8"/>
                </a:highlight>
                <a:latin typeface="Consolas" panose="020B0609020204030204" pitchFamily="49" charset="0"/>
              </a:rPr>
              <a:t>i</a:t>
            </a:r>
            <a:r>
              <a:rPr lang="en-US" altLang="zh-CN" sz="1600" dirty="0">
                <a:solidFill>
                  <a:srgbClr val="000000"/>
                </a:solidFill>
                <a:highlight>
                  <a:srgbClr val="F8F8F8"/>
                </a:highlight>
                <a:latin typeface="Consolas" panose="020B0609020204030204" pitchFamily="49" charset="0"/>
              </a:rPr>
              <a:t>++) {  </a:t>
            </a:r>
            <a:endParaRPr lang="en-US" altLang="zh-CN" sz="1600" dirty="0">
              <a:solidFill>
                <a:srgbClr val="5C5C5C"/>
              </a:solidFill>
              <a:highlight>
                <a:srgbClr val="F8F8F8"/>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a:t>
            </a:r>
            <a:r>
              <a:rPr lang="en-US" altLang="zh-CN" sz="1600" dirty="0" err="1">
                <a:solidFill>
                  <a:srgbClr val="000000"/>
                </a:solidFill>
                <a:highlight>
                  <a:srgbClr val="FFFFFF"/>
                </a:highlight>
                <a:latin typeface="Consolas" panose="020B0609020204030204" pitchFamily="49" charset="0"/>
              </a:rPr>
              <a:t>printf</a:t>
            </a:r>
            <a:r>
              <a:rPr lang="en-US" altLang="zh-CN" sz="1600" dirty="0">
                <a:solidFill>
                  <a:srgbClr val="000000"/>
                </a:solidFill>
                <a:highlight>
                  <a:srgbClr val="FFFFFF"/>
                </a:highlight>
                <a:latin typeface="Consolas" panose="020B0609020204030204" pitchFamily="49" charset="0"/>
              </a:rPr>
              <a:t>(</a:t>
            </a:r>
            <a:r>
              <a:rPr lang="en-US" altLang="zh-CN" sz="1600" dirty="0">
                <a:solidFill>
                  <a:srgbClr val="0000FF"/>
                </a:solidFill>
                <a:highlight>
                  <a:srgbClr val="FFFFFF"/>
                </a:highlight>
                <a:latin typeface="Consolas" panose="020B0609020204030204" pitchFamily="49" charset="0"/>
              </a:rPr>
              <a:t>"%d "</a:t>
            </a:r>
            <a:r>
              <a:rPr lang="en-US" altLang="zh-CN" sz="1600" dirty="0">
                <a:solidFill>
                  <a:srgbClr val="000000"/>
                </a:solidFill>
                <a:highlight>
                  <a:srgbClr val="FFFFFF"/>
                </a:highlight>
                <a:latin typeface="Consolas" panose="020B0609020204030204" pitchFamily="49" charset="0"/>
              </a:rPr>
              <a:t>, </a:t>
            </a:r>
            <a:r>
              <a:rPr lang="en-US" altLang="zh-CN" sz="1600" dirty="0" err="1">
                <a:solidFill>
                  <a:srgbClr val="000000"/>
                </a:solidFill>
                <a:highlight>
                  <a:srgbClr val="FFFFFF"/>
                </a:highlight>
                <a:latin typeface="Consolas" panose="020B0609020204030204" pitchFamily="49" charset="0"/>
              </a:rPr>
              <a:t>arr</a:t>
            </a:r>
            <a:r>
              <a:rPr lang="en-US" altLang="zh-CN" sz="1600" dirty="0">
                <a:solidFill>
                  <a:srgbClr val="000000"/>
                </a:solidFill>
                <a:highlight>
                  <a:srgbClr val="FFFFFF"/>
                </a:highlight>
                <a:latin typeface="Consolas" panose="020B0609020204030204" pitchFamily="49" charset="0"/>
              </a:rPr>
              <a:t>[</a:t>
            </a:r>
            <a:r>
              <a:rPr lang="en-US" altLang="zh-CN" sz="1600" dirty="0" err="1">
                <a:solidFill>
                  <a:srgbClr val="000000"/>
                </a:solidFill>
                <a:highlight>
                  <a:srgbClr val="FFFFFF"/>
                </a:highlight>
                <a:latin typeface="Consolas" panose="020B0609020204030204" pitchFamily="49" charset="0"/>
              </a:rPr>
              <a:t>i</a:t>
            </a:r>
            <a:r>
              <a:rPr lang="en-US" altLang="zh-CN" sz="1600" dirty="0">
                <a:solidFill>
                  <a:srgbClr val="000000"/>
                </a:solidFill>
                <a:highlight>
                  <a:srgbClr val="FFFFFF"/>
                </a:highlight>
                <a:latin typeface="Consolas" panose="020B0609020204030204" pitchFamily="49" charset="0"/>
              </a:rPr>
              <a:t>]);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  </a:t>
            </a:r>
            <a:endParaRPr lang="en-US" altLang="zh-CN" sz="1600" dirty="0">
              <a:solidFill>
                <a:srgbClr val="5C5C5C"/>
              </a:solidFill>
              <a:highlight>
                <a:srgbClr val="F8F8F8"/>
              </a:highlight>
              <a:latin typeface="Consolas" panose="020B0609020204030204" pitchFamily="49" charset="0"/>
            </a:endParaRPr>
          </a:p>
          <a:p>
            <a:pPr algn="l">
              <a:buFont typeface="+mj-lt"/>
              <a:buAutoNum type="arabicPeriod"/>
            </a:pPr>
            <a:r>
              <a:rPr lang="en-US" altLang="zh-CN" sz="1600" dirty="0">
                <a:solidFill>
                  <a:srgbClr val="000000"/>
                </a:solidFill>
                <a:highlight>
                  <a:srgbClr val="FFFFFF"/>
                </a:highlight>
                <a:latin typeface="Consolas" panose="020B0609020204030204" pitchFamily="49" charset="0"/>
              </a:rPr>
              <a:t>    </a:t>
            </a:r>
            <a:r>
              <a:rPr lang="en-US" altLang="zh-CN" sz="1600" b="1" dirty="0">
                <a:solidFill>
                  <a:srgbClr val="006699"/>
                </a:solidFill>
                <a:highlight>
                  <a:srgbClr val="FFFFFF"/>
                </a:highlight>
                <a:latin typeface="Consolas" panose="020B0609020204030204" pitchFamily="49" charset="0"/>
              </a:rPr>
              <a:t>return</a:t>
            </a:r>
            <a:r>
              <a:rPr lang="en-US" altLang="zh-CN" sz="1600" dirty="0">
                <a:solidFill>
                  <a:srgbClr val="000000"/>
                </a:solidFill>
                <a:highlight>
                  <a:srgbClr val="FFFFFF"/>
                </a:highlight>
                <a:latin typeface="Consolas" panose="020B0609020204030204" pitchFamily="49" charset="0"/>
              </a:rPr>
              <a:t> 0;  </a:t>
            </a:r>
            <a:endParaRPr lang="en-US" altLang="zh-CN" sz="1600" dirty="0">
              <a:solidFill>
                <a:srgbClr val="5C5C5C"/>
              </a:solidFill>
              <a:highlight>
                <a:srgbClr val="FFFFFF"/>
              </a:highlight>
              <a:latin typeface="Consolas" panose="020B0609020204030204" pitchFamily="49" charset="0"/>
            </a:endParaRPr>
          </a:p>
          <a:p>
            <a:pPr algn="l">
              <a:buFont typeface="+mj-lt"/>
              <a:buAutoNum type="arabicPeriod"/>
            </a:pPr>
            <a:r>
              <a:rPr lang="en-US" altLang="zh-CN" sz="1600" dirty="0">
                <a:solidFill>
                  <a:srgbClr val="000000"/>
                </a:solidFill>
                <a:highlight>
                  <a:srgbClr val="F8F8F8"/>
                </a:highlight>
                <a:latin typeface="Consolas" panose="020B0609020204030204" pitchFamily="49" charset="0"/>
              </a:rPr>
              <a:t>}  </a:t>
            </a:r>
            <a:endParaRPr lang="en-US" altLang="zh-CN" sz="1600" dirty="0">
              <a:solidFill>
                <a:srgbClr val="5C5C5C"/>
              </a:solidFill>
              <a:highlight>
                <a:srgbClr val="F8F8F8"/>
              </a:highlight>
              <a:latin typeface="Consolas" panose="020B0609020204030204" pitchFamily="49" charset="0"/>
            </a:endParaRPr>
          </a:p>
        </p:txBody>
      </p:sp>
      <p:sp>
        <p:nvSpPr>
          <p:cNvPr id="2" name="文本框 1">
            <a:extLst>
              <a:ext uri="{FF2B5EF4-FFF2-40B4-BE49-F238E27FC236}">
                <a16:creationId xmlns:a16="http://schemas.microsoft.com/office/drawing/2014/main" id="{F02CCA26-F604-3381-D15C-DE40A20459C0}"/>
              </a:ext>
            </a:extLst>
          </p:cNvPr>
          <p:cNvSpPr txBox="1"/>
          <p:nvPr/>
        </p:nvSpPr>
        <p:spPr>
          <a:xfrm>
            <a:off x="7680176" y="3284984"/>
            <a:ext cx="3600400" cy="1938992"/>
          </a:xfrm>
          <a:prstGeom prst="rect">
            <a:avLst/>
          </a:prstGeom>
          <a:noFill/>
        </p:spPr>
        <p:txBody>
          <a:bodyPr wrap="square" rtlCol="0">
            <a:spAutoFit/>
          </a:bodyPr>
          <a:lstStyle/>
          <a:p>
            <a:r>
              <a:rPr lang="zh-CN" altLang="en-US" sz="2400" dirty="0"/>
              <a:t>第</a:t>
            </a:r>
            <a:r>
              <a:rPr lang="en-US" altLang="zh-CN" sz="2400" dirty="0"/>
              <a:t>4</a:t>
            </a:r>
            <a:r>
              <a:rPr lang="zh-CN" altLang="en-US" sz="2400" dirty="0"/>
              <a:t>行：</a:t>
            </a:r>
            <a:r>
              <a:rPr lang="en-US" altLang="zh-CN" sz="2400" dirty="0"/>
              <a:t>O(log(n))</a:t>
            </a:r>
          </a:p>
          <a:p>
            <a:r>
              <a:rPr lang="zh-CN" altLang="en-US" sz="2400" dirty="0"/>
              <a:t>第</a:t>
            </a:r>
            <a:r>
              <a:rPr lang="en-US" altLang="zh-CN" sz="2400" dirty="0"/>
              <a:t>5-8</a:t>
            </a:r>
            <a:r>
              <a:rPr lang="zh-CN" altLang="en-US" sz="2400" dirty="0"/>
              <a:t>行：</a:t>
            </a:r>
            <a:r>
              <a:rPr lang="en-US" altLang="zh-CN" sz="2400" dirty="0"/>
              <a:t> O(1)</a:t>
            </a:r>
          </a:p>
          <a:p>
            <a:r>
              <a:rPr lang="zh-CN" altLang="en-US" sz="2400" dirty="0"/>
              <a:t>第</a:t>
            </a:r>
            <a:r>
              <a:rPr lang="en-US" altLang="zh-CN" sz="2400" dirty="0"/>
              <a:t>9-10</a:t>
            </a:r>
            <a:r>
              <a:rPr lang="zh-CN" altLang="en-US" sz="2400" dirty="0"/>
              <a:t>行：</a:t>
            </a:r>
            <a:r>
              <a:rPr lang="en-US" altLang="zh-CN" sz="2400" dirty="0"/>
              <a:t> O(n)</a:t>
            </a:r>
          </a:p>
          <a:p>
            <a:r>
              <a:rPr lang="zh-CN" altLang="en-US" sz="2400" dirty="0"/>
              <a:t>有序数组删除元素时间复杂度为</a:t>
            </a:r>
            <a:r>
              <a:rPr lang="en-US" altLang="zh-CN" sz="2400" dirty="0"/>
              <a:t>O(n)</a:t>
            </a:r>
            <a:endParaRPr lang="zh-CN" altLang="en-US" sz="2400" dirty="0"/>
          </a:p>
        </p:txBody>
      </p:sp>
      <p:sp>
        <p:nvSpPr>
          <p:cNvPr id="3" name="灯片编号占位符 2">
            <a:extLst>
              <a:ext uri="{FF2B5EF4-FFF2-40B4-BE49-F238E27FC236}">
                <a16:creationId xmlns:a16="http://schemas.microsoft.com/office/drawing/2014/main" id="{7371F3E3-2DCE-5A35-7A32-1E8FEE32095E}"/>
              </a:ext>
            </a:extLst>
          </p:cNvPr>
          <p:cNvSpPr>
            <a:spLocks noGrp="1"/>
          </p:cNvSpPr>
          <p:nvPr>
            <p:ph type="sldNum" sz="quarter" idx="12"/>
          </p:nvPr>
        </p:nvSpPr>
        <p:spPr/>
        <p:txBody>
          <a:bodyPr/>
          <a:lstStyle/>
          <a:p>
            <a:pPr>
              <a:defRPr/>
            </a:pPr>
            <a:fld id="{7C4E558B-5425-6346-B896-72F904F12E77}" type="slidenum">
              <a:rPr lang="en-US" altLang="zh-CN" smtClean="0"/>
              <a:pPr>
                <a:defRPr/>
              </a:pPr>
              <a:t>49</a:t>
            </a:fld>
            <a:endParaRPr lang="zh-CN" altLang="en-US" dirty="0"/>
          </a:p>
        </p:txBody>
      </p:sp>
      <p:sp>
        <p:nvSpPr>
          <p:cNvPr id="5" name="标题 1">
            <a:extLst>
              <a:ext uri="{FF2B5EF4-FFF2-40B4-BE49-F238E27FC236}">
                <a16:creationId xmlns:a16="http://schemas.microsoft.com/office/drawing/2014/main" id="{F3C2A7FE-8F1B-B784-9176-F7318398FC09}"/>
              </a:ext>
            </a:extLst>
          </p:cNvPr>
          <p:cNvSpPr>
            <a:spLocks noGrp="1"/>
          </p:cNvSpPr>
          <p:nvPr>
            <p:ph type="title"/>
          </p:nvPr>
        </p:nvSpPr>
        <p:spPr>
          <a:xfrm>
            <a:off x="287338" y="190500"/>
            <a:ext cx="11523662" cy="677863"/>
          </a:xfrm>
        </p:spPr>
        <p:txBody>
          <a:bodyPr/>
          <a:lstStyle/>
          <a:p>
            <a:pPr algn="l"/>
            <a:r>
              <a:rPr lang="en-US" altLang="zh-CN" dirty="0">
                <a:latin typeface="黑体" panose="02010609060101010101" pitchFamily="49" charset="-122"/>
              </a:rPr>
              <a:t>11.5.4</a:t>
            </a:r>
            <a:r>
              <a:rPr lang="zh-CN" altLang="en-US" dirty="0">
                <a:latin typeface="黑体" panose="02010609060101010101" pitchFamily="49" charset="-122"/>
              </a:rPr>
              <a:t> 在有序数组插入和删除</a:t>
            </a:r>
          </a:p>
        </p:txBody>
      </p:sp>
    </p:spTree>
    <p:extLst>
      <p:ext uri="{BB962C8B-B14F-4D97-AF65-F5344CB8AC3E}">
        <p14:creationId xmlns:p14="http://schemas.microsoft.com/office/powerpoint/2010/main" val="26600891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FA291468-DAA7-996E-BC83-4EFCD727A6F6}"/>
              </a:ext>
            </a:extLst>
          </p:cNvPr>
          <p:cNvSpPr>
            <a:spLocks noGrp="1" noChangeArrowheads="1"/>
          </p:cNvSpPr>
          <p:nvPr>
            <p:ph type="title"/>
          </p:nvPr>
        </p:nvSpPr>
        <p:spPr>
          <a:xfrm>
            <a:off x="119336" y="116632"/>
            <a:ext cx="9781728" cy="857023"/>
          </a:xfrm>
        </p:spPr>
        <p:txBody>
          <a:bodyPr>
            <a:normAutofit/>
          </a:bodyPr>
          <a:lstStyle/>
          <a:p>
            <a:r>
              <a:rPr lang="en-US" altLang="zh-CN" dirty="0"/>
              <a:t>11.5.5</a:t>
            </a:r>
            <a:r>
              <a:rPr lang="zh-CN" altLang="en-US" dirty="0"/>
              <a:t>  一维数组的元素修改</a:t>
            </a:r>
            <a:r>
              <a:rPr lang="en-US" altLang="zh-CN" dirty="0"/>
              <a:t>——</a:t>
            </a:r>
            <a:r>
              <a:rPr lang="zh-CN" altLang="en-US" dirty="0"/>
              <a:t>复杂度分析</a:t>
            </a:r>
          </a:p>
        </p:txBody>
      </p:sp>
      <p:sp>
        <p:nvSpPr>
          <p:cNvPr id="2" name="灯片编号占位符 1">
            <a:extLst>
              <a:ext uri="{FF2B5EF4-FFF2-40B4-BE49-F238E27FC236}">
                <a16:creationId xmlns:a16="http://schemas.microsoft.com/office/drawing/2014/main" id="{DC303B74-8DCF-52E5-97DE-075B5CC765FA}"/>
              </a:ext>
            </a:extLst>
          </p:cNvPr>
          <p:cNvSpPr>
            <a:spLocks noGrp="1"/>
          </p:cNvSpPr>
          <p:nvPr>
            <p:ph type="sldNum" sz="quarter" idx="12"/>
          </p:nvPr>
        </p:nvSpPr>
        <p:spPr/>
        <p:txBody>
          <a:bodyPr/>
          <a:lstStyle/>
          <a:p>
            <a:pPr>
              <a:defRPr/>
            </a:pPr>
            <a:fld id="{7C4E558B-5425-6346-B896-72F904F12E77}" type="slidenum">
              <a:rPr lang="en-US" altLang="zh-CN" smtClean="0"/>
              <a:pPr>
                <a:defRPr/>
              </a:pPr>
              <a:t>50</a:t>
            </a:fld>
            <a:endParaRPr lang="zh-CN" altLang="en-US" dirty="0"/>
          </a:p>
        </p:txBody>
      </p:sp>
      <p:graphicFrame>
        <p:nvGraphicFramePr>
          <p:cNvPr id="5" name="表格 4">
            <a:extLst>
              <a:ext uri="{FF2B5EF4-FFF2-40B4-BE49-F238E27FC236}">
                <a16:creationId xmlns:a16="http://schemas.microsoft.com/office/drawing/2014/main" id="{0ECA36FE-BEDF-4DFF-ABD8-ED71D08A0D4B}"/>
              </a:ext>
            </a:extLst>
          </p:cNvPr>
          <p:cNvGraphicFramePr>
            <a:graphicFrameLocks noGrp="1"/>
          </p:cNvGraphicFramePr>
          <p:nvPr>
            <p:extLst>
              <p:ext uri="{D42A27DB-BD31-4B8C-83A1-F6EECF244321}">
                <p14:modId xmlns:p14="http://schemas.microsoft.com/office/powerpoint/2010/main" val="3469372251"/>
              </p:ext>
            </p:extLst>
          </p:nvPr>
        </p:nvGraphicFramePr>
        <p:xfrm>
          <a:off x="2577976" y="2379793"/>
          <a:ext cx="6604000" cy="1112520"/>
        </p:xfrm>
        <a:graphic>
          <a:graphicData uri="http://schemas.openxmlformats.org/drawingml/2006/table">
            <a:tbl>
              <a:tblPr firstRow="1" bandRow="1">
                <a:tableStyleId>{5940675A-B579-460E-94D1-54222C63F5DA}</a:tableStyleId>
              </a:tblPr>
              <a:tblGrid>
                <a:gridCol w="1651000">
                  <a:extLst>
                    <a:ext uri="{9D8B030D-6E8A-4147-A177-3AD203B41FA5}">
                      <a16:colId xmlns:a16="http://schemas.microsoft.com/office/drawing/2014/main" val="4106302988"/>
                    </a:ext>
                  </a:extLst>
                </a:gridCol>
                <a:gridCol w="1651000">
                  <a:extLst>
                    <a:ext uri="{9D8B030D-6E8A-4147-A177-3AD203B41FA5}">
                      <a16:colId xmlns:a16="http://schemas.microsoft.com/office/drawing/2014/main" val="3570737968"/>
                    </a:ext>
                  </a:extLst>
                </a:gridCol>
                <a:gridCol w="1651000">
                  <a:extLst>
                    <a:ext uri="{9D8B030D-6E8A-4147-A177-3AD203B41FA5}">
                      <a16:colId xmlns:a16="http://schemas.microsoft.com/office/drawing/2014/main" val="23161994"/>
                    </a:ext>
                  </a:extLst>
                </a:gridCol>
                <a:gridCol w="1651000">
                  <a:extLst>
                    <a:ext uri="{9D8B030D-6E8A-4147-A177-3AD203B41FA5}">
                      <a16:colId xmlns:a16="http://schemas.microsoft.com/office/drawing/2014/main" val="2667203783"/>
                    </a:ext>
                  </a:extLst>
                </a:gridCol>
              </a:tblGrid>
              <a:tr h="370840">
                <a:tc>
                  <a:txBody>
                    <a:bodyPr/>
                    <a:lstStyle/>
                    <a:p>
                      <a:pPr marL="0" marR="0" lvl="0" indent="0" algn="l" defTabSz="742950" rtl="0" eaLnBrk="1" fontAlgn="auto" latinLnBrk="0" hangingPunct="1">
                        <a:lnSpc>
                          <a:spcPct val="100000"/>
                        </a:lnSpc>
                        <a:spcBef>
                          <a:spcPts val="0"/>
                        </a:spcBef>
                        <a:spcAft>
                          <a:spcPts val="0"/>
                        </a:spcAft>
                        <a:buClrTx/>
                        <a:buSzTx/>
                        <a:buFontTx/>
                        <a:buNone/>
                        <a:tabLst/>
                        <a:defRPr/>
                      </a:pPr>
                      <a:r>
                        <a:rPr lang="zh-CN" altLang="en-US" dirty="0"/>
                        <a:t>时间复杂度</a:t>
                      </a:r>
                    </a:p>
                  </a:txBody>
                  <a:tcPr/>
                </a:tc>
                <a:tc>
                  <a:txBody>
                    <a:bodyPr/>
                    <a:lstStyle/>
                    <a:p>
                      <a:r>
                        <a:rPr lang="zh-CN" altLang="en-US" dirty="0"/>
                        <a:t>指定位置</a:t>
                      </a:r>
                    </a:p>
                  </a:txBody>
                  <a:tcPr/>
                </a:tc>
                <a:tc>
                  <a:txBody>
                    <a:bodyPr/>
                    <a:lstStyle/>
                    <a:p>
                      <a:r>
                        <a:rPr lang="zh-CN" altLang="en-US" dirty="0"/>
                        <a:t>无序</a:t>
                      </a:r>
                    </a:p>
                  </a:txBody>
                  <a:tcPr/>
                </a:tc>
                <a:tc>
                  <a:txBody>
                    <a:bodyPr/>
                    <a:lstStyle/>
                    <a:p>
                      <a:r>
                        <a:rPr lang="zh-CN" altLang="en-US" dirty="0"/>
                        <a:t>有序</a:t>
                      </a:r>
                    </a:p>
                  </a:txBody>
                  <a:tcPr/>
                </a:tc>
                <a:extLst>
                  <a:ext uri="{0D108BD9-81ED-4DB2-BD59-A6C34878D82A}">
                    <a16:rowId xmlns:a16="http://schemas.microsoft.com/office/drawing/2014/main" val="1442365884"/>
                  </a:ext>
                </a:extLst>
              </a:tr>
              <a:tr h="370840">
                <a:tc>
                  <a:txBody>
                    <a:bodyPr/>
                    <a:lstStyle/>
                    <a:p>
                      <a:r>
                        <a:rPr lang="zh-CN" altLang="en-US" dirty="0"/>
                        <a:t>插入</a:t>
                      </a:r>
                    </a:p>
                  </a:txBody>
                  <a:tcPr/>
                </a:tc>
                <a:tc>
                  <a:txBody>
                    <a:bodyPr/>
                    <a:lstStyle/>
                    <a:p>
                      <a:r>
                        <a:rPr lang="en-US" altLang="zh-CN" sz="1600" dirty="0"/>
                        <a:t>O(n)</a:t>
                      </a:r>
                      <a:endParaRPr lang="zh-CN" altLang="en-US" dirty="0"/>
                    </a:p>
                  </a:txBody>
                  <a:tcPr/>
                </a:tc>
                <a:tc>
                  <a:txBody>
                    <a:bodyPr/>
                    <a:lstStyle/>
                    <a:p>
                      <a:r>
                        <a:rPr lang="en-US" altLang="zh-CN" sz="1600" dirty="0"/>
                        <a:t>O(1)</a:t>
                      </a:r>
                      <a:endParaRPr lang="zh-CN" altLang="en-US" dirty="0"/>
                    </a:p>
                  </a:txBody>
                  <a:tcPr/>
                </a:tc>
                <a:tc>
                  <a:txBody>
                    <a:bodyPr/>
                    <a:lstStyle/>
                    <a:p>
                      <a:r>
                        <a:rPr lang="en-US" altLang="zh-CN" sz="1600" dirty="0"/>
                        <a:t>O(n)</a:t>
                      </a:r>
                      <a:endParaRPr lang="zh-CN" altLang="en-US" dirty="0"/>
                    </a:p>
                  </a:txBody>
                  <a:tcPr/>
                </a:tc>
                <a:extLst>
                  <a:ext uri="{0D108BD9-81ED-4DB2-BD59-A6C34878D82A}">
                    <a16:rowId xmlns:a16="http://schemas.microsoft.com/office/drawing/2014/main" val="2491487100"/>
                  </a:ext>
                </a:extLst>
              </a:tr>
              <a:tr h="370840">
                <a:tc>
                  <a:txBody>
                    <a:bodyPr/>
                    <a:lstStyle/>
                    <a:p>
                      <a:r>
                        <a:rPr lang="zh-CN" altLang="en-US" dirty="0"/>
                        <a:t>删除</a:t>
                      </a:r>
                    </a:p>
                  </a:txBody>
                  <a:tcPr/>
                </a:tc>
                <a:tc>
                  <a:txBody>
                    <a:bodyPr/>
                    <a:lstStyle/>
                    <a:p>
                      <a:r>
                        <a:rPr lang="en-US" altLang="zh-CN" sz="1600" dirty="0"/>
                        <a:t>O(n)</a:t>
                      </a:r>
                      <a:endParaRPr lang="zh-CN" altLang="en-US" dirty="0"/>
                    </a:p>
                  </a:txBody>
                  <a:tcPr/>
                </a:tc>
                <a:tc>
                  <a:txBody>
                    <a:bodyPr/>
                    <a:lstStyle/>
                    <a:p>
                      <a:r>
                        <a:rPr lang="en-US" altLang="zh-CN" sz="1600" dirty="0"/>
                        <a:t>O(n)</a:t>
                      </a:r>
                      <a:endParaRPr lang="zh-CN" altLang="en-US" dirty="0"/>
                    </a:p>
                  </a:txBody>
                  <a:tcPr/>
                </a:tc>
                <a:tc>
                  <a:txBody>
                    <a:bodyPr/>
                    <a:lstStyle/>
                    <a:p>
                      <a:r>
                        <a:rPr lang="en-US" altLang="zh-CN" sz="1600" dirty="0"/>
                        <a:t>O(n)</a:t>
                      </a:r>
                      <a:endParaRPr lang="zh-CN" altLang="en-US" dirty="0"/>
                    </a:p>
                  </a:txBody>
                  <a:tcPr/>
                </a:tc>
                <a:extLst>
                  <a:ext uri="{0D108BD9-81ED-4DB2-BD59-A6C34878D82A}">
                    <a16:rowId xmlns:a16="http://schemas.microsoft.com/office/drawing/2014/main" val="4255744524"/>
                  </a:ext>
                </a:extLst>
              </a:tr>
            </a:tbl>
          </a:graphicData>
        </a:graphic>
      </p:graphicFrame>
      <p:graphicFrame>
        <p:nvGraphicFramePr>
          <p:cNvPr id="6" name="表格 5">
            <a:extLst>
              <a:ext uri="{FF2B5EF4-FFF2-40B4-BE49-F238E27FC236}">
                <a16:creationId xmlns:a16="http://schemas.microsoft.com/office/drawing/2014/main" id="{4A3545C3-4018-22A2-F126-728F5F9AEF3C}"/>
              </a:ext>
            </a:extLst>
          </p:cNvPr>
          <p:cNvGraphicFramePr>
            <a:graphicFrameLocks noGrp="1"/>
          </p:cNvGraphicFramePr>
          <p:nvPr>
            <p:extLst>
              <p:ext uri="{D42A27DB-BD31-4B8C-83A1-F6EECF244321}">
                <p14:modId xmlns:p14="http://schemas.microsoft.com/office/powerpoint/2010/main" val="1525628476"/>
              </p:ext>
            </p:extLst>
          </p:nvPr>
        </p:nvGraphicFramePr>
        <p:xfrm>
          <a:off x="4223792" y="3789040"/>
          <a:ext cx="4953000" cy="1381760"/>
        </p:xfrm>
        <a:graphic>
          <a:graphicData uri="http://schemas.openxmlformats.org/drawingml/2006/table">
            <a:tbl>
              <a:tblPr firstRow="1" bandRow="1">
                <a:tableStyleId>{5940675A-B579-460E-94D1-54222C63F5DA}</a:tableStyleId>
              </a:tblPr>
              <a:tblGrid>
                <a:gridCol w="1651000">
                  <a:extLst>
                    <a:ext uri="{9D8B030D-6E8A-4147-A177-3AD203B41FA5}">
                      <a16:colId xmlns:a16="http://schemas.microsoft.com/office/drawing/2014/main" val="4106302988"/>
                    </a:ext>
                  </a:extLst>
                </a:gridCol>
                <a:gridCol w="1651000">
                  <a:extLst>
                    <a:ext uri="{9D8B030D-6E8A-4147-A177-3AD203B41FA5}">
                      <a16:colId xmlns:a16="http://schemas.microsoft.com/office/drawing/2014/main" val="23161994"/>
                    </a:ext>
                  </a:extLst>
                </a:gridCol>
                <a:gridCol w="1651000">
                  <a:extLst>
                    <a:ext uri="{9D8B030D-6E8A-4147-A177-3AD203B41FA5}">
                      <a16:colId xmlns:a16="http://schemas.microsoft.com/office/drawing/2014/main" val="2667203783"/>
                    </a:ext>
                  </a:extLst>
                </a:gridCol>
              </a:tblGrid>
              <a:tr h="370840">
                <a:tc>
                  <a:txBody>
                    <a:bodyPr/>
                    <a:lstStyle/>
                    <a:p>
                      <a:pPr algn="ctr"/>
                      <a:r>
                        <a:rPr lang="zh-CN" altLang="en-US" dirty="0"/>
                        <a:t>查找位置</a:t>
                      </a:r>
                      <a:endParaRPr lang="en-US" altLang="zh-CN" dirty="0"/>
                    </a:p>
                    <a:p>
                      <a:pPr algn="ctr"/>
                      <a:r>
                        <a:rPr lang="zh-CN" altLang="en-US" dirty="0"/>
                        <a:t>时间复杂度</a:t>
                      </a:r>
                    </a:p>
                  </a:txBody>
                  <a:tcPr/>
                </a:tc>
                <a:tc>
                  <a:txBody>
                    <a:bodyPr/>
                    <a:lstStyle/>
                    <a:p>
                      <a:r>
                        <a:rPr lang="zh-CN" altLang="en-US" dirty="0"/>
                        <a:t>无序</a:t>
                      </a:r>
                    </a:p>
                  </a:txBody>
                  <a:tcPr/>
                </a:tc>
                <a:tc>
                  <a:txBody>
                    <a:bodyPr/>
                    <a:lstStyle/>
                    <a:p>
                      <a:r>
                        <a:rPr lang="zh-CN" altLang="en-US" dirty="0"/>
                        <a:t>有序</a:t>
                      </a:r>
                    </a:p>
                  </a:txBody>
                  <a:tcPr/>
                </a:tc>
                <a:extLst>
                  <a:ext uri="{0D108BD9-81ED-4DB2-BD59-A6C34878D82A}">
                    <a16:rowId xmlns:a16="http://schemas.microsoft.com/office/drawing/2014/main" val="1442365884"/>
                  </a:ext>
                </a:extLst>
              </a:tr>
              <a:tr h="370840">
                <a:tc>
                  <a:txBody>
                    <a:bodyPr/>
                    <a:lstStyle/>
                    <a:p>
                      <a:r>
                        <a:rPr lang="zh-CN" altLang="en-US" dirty="0"/>
                        <a:t>插入</a:t>
                      </a:r>
                    </a:p>
                  </a:txBody>
                  <a:tcPr/>
                </a:tc>
                <a:tc>
                  <a:txBody>
                    <a:bodyPr/>
                    <a:lstStyle/>
                    <a:p>
                      <a:r>
                        <a:rPr lang="en-US" altLang="zh-CN" sz="1600" dirty="0"/>
                        <a:t>O(1)</a:t>
                      </a:r>
                      <a:endParaRPr lang="zh-CN" altLang="en-US" dirty="0"/>
                    </a:p>
                  </a:txBody>
                  <a:tcPr/>
                </a:tc>
                <a:tc>
                  <a:txBody>
                    <a:bodyPr/>
                    <a:lstStyle/>
                    <a:p>
                      <a:r>
                        <a:rPr lang="en-US" altLang="zh-CN" sz="1600" dirty="0"/>
                        <a:t>O(log(n))</a:t>
                      </a:r>
                      <a:endParaRPr lang="zh-CN" altLang="en-US" dirty="0"/>
                    </a:p>
                  </a:txBody>
                  <a:tcPr/>
                </a:tc>
                <a:extLst>
                  <a:ext uri="{0D108BD9-81ED-4DB2-BD59-A6C34878D82A}">
                    <a16:rowId xmlns:a16="http://schemas.microsoft.com/office/drawing/2014/main" val="2491487100"/>
                  </a:ext>
                </a:extLst>
              </a:tr>
              <a:tr h="370840">
                <a:tc>
                  <a:txBody>
                    <a:bodyPr/>
                    <a:lstStyle/>
                    <a:p>
                      <a:r>
                        <a:rPr lang="zh-CN" altLang="en-US" dirty="0"/>
                        <a:t>删除</a:t>
                      </a:r>
                    </a:p>
                  </a:txBody>
                  <a:tcPr/>
                </a:tc>
                <a:tc>
                  <a:txBody>
                    <a:bodyPr/>
                    <a:lstStyle/>
                    <a:p>
                      <a:r>
                        <a:rPr lang="en-US" altLang="zh-CN" sz="1600" dirty="0"/>
                        <a:t>O(n)</a:t>
                      </a:r>
                      <a:endParaRPr lang="zh-CN" altLang="en-US" dirty="0"/>
                    </a:p>
                  </a:txBody>
                  <a:tcPr/>
                </a:tc>
                <a:tc>
                  <a:txBody>
                    <a:bodyPr/>
                    <a:lstStyle/>
                    <a:p>
                      <a:r>
                        <a:rPr lang="en-US" altLang="zh-CN" sz="1600" dirty="0"/>
                        <a:t>O(log(n))</a:t>
                      </a:r>
                      <a:endParaRPr lang="zh-CN" altLang="en-US" dirty="0"/>
                    </a:p>
                  </a:txBody>
                  <a:tcPr/>
                </a:tc>
                <a:extLst>
                  <a:ext uri="{0D108BD9-81ED-4DB2-BD59-A6C34878D82A}">
                    <a16:rowId xmlns:a16="http://schemas.microsoft.com/office/drawing/2014/main" val="4255744524"/>
                  </a:ext>
                </a:extLst>
              </a:tr>
            </a:tbl>
          </a:graphicData>
        </a:graphic>
      </p:graphicFrame>
    </p:spTree>
    <p:extLst>
      <p:ext uri="{BB962C8B-B14F-4D97-AF65-F5344CB8AC3E}">
        <p14:creationId xmlns:p14="http://schemas.microsoft.com/office/powerpoint/2010/main" val="19271674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4201" y="260648"/>
            <a:ext cx="11523662" cy="677863"/>
          </a:xfrm>
        </p:spPr>
        <p:txBody>
          <a:bodyPr/>
          <a:lstStyle/>
          <a:p>
            <a:pPr algn="l"/>
            <a:r>
              <a:rPr kumimoji="1" lang="zh-CN" altLang="en-US"/>
              <a:t>本讲小结</a:t>
            </a:r>
          </a:p>
        </p:txBody>
      </p:sp>
      <p:sp>
        <p:nvSpPr>
          <p:cNvPr id="3" name="内容占位符 2"/>
          <p:cNvSpPr>
            <a:spLocks noGrp="1"/>
          </p:cNvSpPr>
          <p:nvPr>
            <p:ph idx="1"/>
          </p:nvPr>
        </p:nvSpPr>
        <p:spPr/>
        <p:txBody>
          <a:bodyPr>
            <a:normAutofit fontScale="25000" lnSpcReduction="20000"/>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幻灯片编号占位符 3"/>
          <p:cNvSpPr>
            <a:spLocks noGrp="1"/>
          </p:cNvSpPr>
          <p:nvPr>
            <p:ph type="sldNum" sz="quarter" idx="12"/>
          </p:nvPr>
        </p:nvSpPr>
        <p:spPr/>
        <p:txBody>
          <a:bodyPr/>
          <a:lstStyle/>
          <a:p>
            <a:fld id="{534ED35A-EF52-5B43-B95A-28F155A70807}" type="slidenum">
              <a:rPr kumimoji="1" lang="zh-CN" altLang="en-US" smtClean="0"/>
              <a:t>51</a:t>
            </a:fld>
            <a:endParaRPr kumimoji="1" lang="zh-CN" altLang="en-US"/>
          </a:p>
        </p:txBody>
      </p:sp>
      <p:sp>
        <p:nvSpPr>
          <p:cNvPr id="5" name="TextBox 1">
            <a:extLst>
              <a:ext uri="{FF2B5EF4-FFF2-40B4-BE49-F238E27FC236}">
                <a16:creationId xmlns:a16="http://schemas.microsoft.com/office/drawing/2014/main" id="{49E69CE0-8E9C-C2B1-119F-B7B3A476F279}"/>
              </a:ext>
            </a:extLst>
          </p:cNvPr>
          <p:cNvSpPr txBox="1">
            <a:spLocks noChangeArrowheads="1"/>
          </p:cNvSpPr>
          <p:nvPr/>
        </p:nvSpPr>
        <p:spPr bwMode="auto">
          <a:xfrm>
            <a:off x="695400" y="1556792"/>
            <a:ext cx="7121878" cy="5700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lvl="1">
              <a:spcBef>
                <a:spcPct val="0"/>
              </a:spcBef>
              <a:buFont typeface="Arial" charset="0"/>
              <a:buChar char="•"/>
            </a:pPr>
            <a:r>
              <a:rPr lang="zh-CN" altLang="en-US" sz="3911" dirty="0">
                <a:solidFill>
                  <a:srgbClr val="000000"/>
                </a:solidFill>
                <a:latin typeface="+mn-lt"/>
                <a:ea typeface="+mn-ea"/>
                <a:cs typeface="+mn-ea"/>
                <a:sym typeface="+mn-lt"/>
              </a:rPr>
              <a:t>算法的定义</a:t>
            </a:r>
            <a:endParaRPr lang="en-US" altLang="zh-CN" sz="3911" dirty="0">
              <a:solidFill>
                <a:srgbClr val="000000"/>
              </a:solidFill>
              <a:latin typeface="+mn-lt"/>
              <a:ea typeface="+mn-ea"/>
              <a:cs typeface="+mn-ea"/>
              <a:sym typeface="+mn-lt"/>
            </a:endParaRPr>
          </a:p>
          <a:p>
            <a:pPr lvl="1">
              <a:spcBef>
                <a:spcPct val="0"/>
              </a:spcBef>
              <a:buFont typeface="Arial" charset="0"/>
              <a:buChar char="•"/>
            </a:pPr>
            <a:r>
              <a:rPr lang="zh-CN" altLang="zh-CN" sz="3911" dirty="0">
                <a:solidFill>
                  <a:srgbClr val="000000"/>
                </a:solidFill>
                <a:latin typeface="+mn-lt"/>
                <a:ea typeface="+mn-ea"/>
                <a:cs typeface="+mn-ea"/>
                <a:sym typeface="+mn-lt"/>
              </a:rPr>
              <a:t>算法分析</a:t>
            </a:r>
            <a:endParaRPr lang="en-US" altLang="zh-CN" sz="3911" dirty="0">
              <a:solidFill>
                <a:srgbClr val="000000"/>
              </a:solidFill>
              <a:latin typeface="+mn-lt"/>
              <a:ea typeface="+mn-ea"/>
              <a:cs typeface="+mn-ea"/>
              <a:sym typeface="+mn-lt"/>
            </a:endParaRPr>
          </a:p>
          <a:p>
            <a:pPr lvl="2">
              <a:spcBef>
                <a:spcPct val="0"/>
              </a:spcBef>
              <a:buFont typeface="Wingdings" charset="2"/>
              <a:buChar char="ü"/>
            </a:pPr>
            <a:r>
              <a:rPr lang="zh-CN" altLang="en-US" sz="3111" dirty="0">
                <a:solidFill>
                  <a:srgbClr val="FF0000"/>
                </a:solidFill>
                <a:latin typeface="+mn-lt"/>
                <a:ea typeface="+mn-ea"/>
                <a:cs typeface="+mn-ea"/>
                <a:sym typeface="+mn-lt"/>
              </a:rPr>
              <a:t>时间复杂度分析</a:t>
            </a:r>
            <a:endParaRPr lang="en-US" altLang="zh-CN" sz="3111" dirty="0">
              <a:solidFill>
                <a:srgbClr val="FF0000"/>
              </a:solidFill>
              <a:latin typeface="+mn-lt"/>
              <a:ea typeface="+mn-ea"/>
              <a:cs typeface="+mn-ea"/>
              <a:sym typeface="+mn-lt"/>
            </a:endParaRPr>
          </a:p>
          <a:p>
            <a:pPr lvl="2">
              <a:spcBef>
                <a:spcPct val="0"/>
              </a:spcBef>
              <a:buFont typeface="Wingdings" charset="2"/>
              <a:buChar char="ü"/>
            </a:pPr>
            <a:r>
              <a:rPr lang="zh-CN" altLang="en-US" sz="3111" dirty="0">
                <a:solidFill>
                  <a:srgbClr val="FF0000"/>
                </a:solidFill>
                <a:latin typeface="+mn-lt"/>
                <a:ea typeface="+mn-ea"/>
                <a:cs typeface="+mn-ea"/>
                <a:sym typeface="+mn-lt"/>
              </a:rPr>
              <a:t>空间复杂度分析</a:t>
            </a:r>
            <a:endParaRPr lang="zh-CN" altLang="zh-CN" sz="3111" dirty="0">
              <a:solidFill>
                <a:srgbClr val="FF0000"/>
              </a:solidFill>
              <a:latin typeface="+mn-lt"/>
              <a:ea typeface="+mn-ea"/>
              <a:cs typeface="+mn-ea"/>
              <a:sym typeface="+mn-lt"/>
            </a:endParaRPr>
          </a:p>
          <a:p>
            <a:pPr lvl="1">
              <a:spcBef>
                <a:spcPct val="0"/>
              </a:spcBef>
              <a:buFont typeface="Arial" charset="0"/>
              <a:buChar char="•"/>
            </a:pPr>
            <a:r>
              <a:rPr lang="zh-CN" altLang="en-US" sz="3911" dirty="0">
                <a:solidFill>
                  <a:srgbClr val="000000"/>
                </a:solidFill>
                <a:latin typeface="+mn-lt"/>
                <a:ea typeface="+mn-ea"/>
                <a:cs typeface="+mn-ea"/>
                <a:sym typeface="+mn-lt"/>
              </a:rPr>
              <a:t>应用举例</a:t>
            </a:r>
            <a:endParaRPr lang="en-US" altLang="zh-CN" sz="3911" dirty="0">
              <a:solidFill>
                <a:srgbClr val="000000"/>
              </a:solidFill>
              <a:latin typeface="+mn-lt"/>
              <a:ea typeface="+mn-ea"/>
              <a:cs typeface="+mn-ea"/>
              <a:sym typeface="+mn-lt"/>
            </a:endParaRPr>
          </a:p>
          <a:p>
            <a:pPr lvl="2">
              <a:spcBef>
                <a:spcPct val="0"/>
              </a:spcBef>
              <a:buFont typeface="Wingdings" charset="2"/>
              <a:buChar char="ü"/>
            </a:pPr>
            <a:r>
              <a:rPr lang="zh-CN" altLang="en-US" sz="3111" dirty="0">
                <a:solidFill>
                  <a:srgbClr val="000000"/>
                </a:solidFill>
                <a:latin typeface="+mn-lt"/>
                <a:ea typeface="+mn-ea"/>
                <a:cs typeface="+mn-ea"/>
                <a:sym typeface="+mn-lt"/>
              </a:rPr>
              <a:t>查找算法</a:t>
            </a:r>
            <a:endParaRPr lang="en-US" altLang="zh-CN" sz="3111" dirty="0">
              <a:solidFill>
                <a:srgbClr val="000000"/>
              </a:solidFill>
              <a:latin typeface="+mn-lt"/>
              <a:ea typeface="+mn-ea"/>
              <a:cs typeface="+mn-ea"/>
              <a:sym typeface="+mn-lt"/>
            </a:endParaRPr>
          </a:p>
          <a:p>
            <a:pPr lvl="3">
              <a:spcBef>
                <a:spcPct val="0"/>
              </a:spcBef>
              <a:buFont typeface="Arial" charset="0"/>
              <a:buChar char="•"/>
            </a:pPr>
            <a:r>
              <a:rPr lang="zh-CN" altLang="en-US" sz="2711" dirty="0">
                <a:solidFill>
                  <a:srgbClr val="000000"/>
                </a:solidFill>
                <a:latin typeface="+mn-lt"/>
                <a:ea typeface="+mn-ea"/>
                <a:cs typeface="+mn-ea"/>
                <a:sym typeface="+mn-lt"/>
              </a:rPr>
              <a:t>顺序查找</a:t>
            </a:r>
            <a:endParaRPr lang="en-US" altLang="zh-CN" sz="2711" dirty="0">
              <a:solidFill>
                <a:srgbClr val="000000"/>
              </a:solidFill>
              <a:latin typeface="+mn-lt"/>
              <a:ea typeface="+mn-ea"/>
              <a:cs typeface="+mn-ea"/>
              <a:sym typeface="+mn-lt"/>
            </a:endParaRPr>
          </a:p>
          <a:p>
            <a:pPr lvl="3">
              <a:spcBef>
                <a:spcPct val="0"/>
              </a:spcBef>
              <a:buFont typeface="Arial" charset="0"/>
              <a:buChar char="•"/>
            </a:pPr>
            <a:r>
              <a:rPr lang="zh-CN" altLang="en-US" sz="2711" dirty="0">
                <a:solidFill>
                  <a:srgbClr val="000000"/>
                </a:solidFill>
                <a:latin typeface="+mn-lt"/>
                <a:ea typeface="+mn-ea"/>
                <a:cs typeface="+mn-ea"/>
                <a:sym typeface="+mn-lt"/>
              </a:rPr>
              <a:t>折半查找</a:t>
            </a:r>
            <a:endParaRPr lang="en-US" altLang="zh-CN" sz="2711" dirty="0">
              <a:solidFill>
                <a:srgbClr val="000000"/>
              </a:solidFill>
              <a:latin typeface="+mn-lt"/>
              <a:ea typeface="+mn-ea"/>
              <a:cs typeface="+mn-ea"/>
              <a:sym typeface="+mn-lt"/>
            </a:endParaRPr>
          </a:p>
          <a:p>
            <a:pPr lvl="2">
              <a:spcBef>
                <a:spcPct val="0"/>
              </a:spcBef>
              <a:buFont typeface="Wingdings" charset="2"/>
              <a:buChar char="ü"/>
            </a:pPr>
            <a:r>
              <a:rPr lang="zh-CN" altLang="en-US" sz="3111" dirty="0">
                <a:solidFill>
                  <a:srgbClr val="000000"/>
                </a:solidFill>
                <a:latin typeface="+mn-lt"/>
                <a:ea typeface="+mn-ea"/>
                <a:cs typeface="+mn-ea"/>
                <a:sym typeface="+mn-lt"/>
              </a:rPr>
              <a:t>数组修改</a:t>
            </a:r>
            <a:endParaRPr lang="en-US" altLang="zh-CN" sz="2711" dirty="0">
              <a:solidFill>
                <a:srgbClr val="000000"/>
              </a:solidFill>
              <a:latin typeface="+mn-lt"/>
              <a:ea typeface="+mn-ea"/>
              <a:cs typeface="+mn-ea"/>
              <a:sym typeface="+mn-lt"/>
            </a:endParaRPr>
          </a:p>
          <a:p>
            <a:pPr lvl="3">
              <a:spcBef>
                <a:spcPct val="0"/>
              </a:spcBef>
              <a:buFont typeface="Arial" charset="0"/>
              <a:buChar char="•"/>
            </a:pPr>
            <a:endParaRPr lang="zh-CN" altLang="zh-CN" sz="2311" dirty="0">
              <a:solidFill>
                <a:srgbClr val="000000"/>
              </a:solidFill>
              <a:latin typeface="+mn-lt"/>
              <a:ea typeface="+mn-ea"/>
              <a:cs typeface="+mn-ea"/>
              <a:sym typeface="+mn-lt"/>
            </a:endParaRPr>
          </a:p>
          <a:p>
            <a:pPr eaLnBrk="1" hangingPunct="1">
              <a:lnSpc>
                <a:spcPct val="150000"/>
              </a:lnSpc>
              <a:spcBef>
                <a:spcPct val="0"/>
              </a:spcBef>
              <a:buFontTx/>
              <a:buNone/>
            </a:pPr>
            <a:endParaRPr lang="zh-CN" altLang="en-US" sz="2489" dirty="0">
              <a:solidFill>
                <a:srgbClr val="1A9EE9"/>
              </a:solidFill>
              <a:latin typeface="+mn-lt"/>
              <a:ea typeface="+mn-ea"/>
              <a:cs typeface="+mn-ea"/>
              <a:sym typeface="+mn-lt"/>
            </a:endParaRPr>
          </a:p>
        </p:txBody>
      </p:sp>
    </p:spTree>
    <p:extLst>
      <p:ext uri="{BB962C8B-B14F-4D97-AF65-F5344CB8AC3E}">
        <p14:creationId xmlns:p14="http://schemas.microsoft.com/office/powerpoint/2010/main" val="1089741378"/>
      </p:ext>
    </p:extLst>
  </p:cSld>
  <p:clrMapOvr>
    <a:masterClrMapping/>
  </p:clrMapOvr>
</p:sld>
</file>

<file path=ppt/theme/theme1.xml><?xml version="1.0" encoding="utf-8"?>
<a:theme xmlns:a="http://schemas.openxmlformats.org/drawingml/2006/main" name="1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微软雅黑"/>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bwMode="auto">
        <a:noFill/>
        <a:ln>
          <a:noFill/>
        </a:ln>
      </a:spPr>
      <a:bodyPr wrap="none">
        <a:spAutoFit/>
      </a:bodyPr>
      <a:lstStyle>
        <a:defPPr>
          <a:defRPr sz="2400">
            <a:latin typeface="黑体" panose="02010609060101010101" pitchFamily="49" charset="-122"/>
            <a:ea typeface="黑体" panose="02010609060101010101" pitchFamily="49" charset="-122"/>
          </a:defRPr>
        </a:defPPr>
      </a:lstStyle>
    </a:tx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6921</TotalTime>
  <Words>5836</Words>
  <Application>Microsoft Office PowerPoint</Application>
  <PresentationFormat>宽屏</PresentationFormat>
  <Paragraphs>1067</Paragraphs>
  <Slides>51</Slides>
  <Notes>21</Notes>
  <HiddenSlides>0</HiddenSlides>
  <MMClips>0</MMClips>
  <ScaleCrop>false</ScaleCrop>
  <HeadingPairs>
    <vt:vector size="6" baseType="variant">
      <vt:variant>
        <vt:lpstr>已用的字体</vt:lpstr>
      </vt:variant>
      <vt:variant>
        <vt:i4>18</vt:i4>
      </vt:variant>
      <vt:variant>
        <vt:lpstr>主题</vt:lpstr>
      </vt:variant>
      <vt:variant>
        <vt:i4>2</vt:i4>
      </vt:variant>
      <vt:variant>
        <vt:lpstr>幻灯片标题</vt:lpstr>
      </vt:variant>
      <vt:variant>
        <vt:i4>51</vt:i4>
      </vt:variant>
    </vt:vector>
  </HeadingPairs>
  <TitlesOfParts>
    <vt:vector size="71" baseType="lpstr">
      <vt:lpstr>Monotype Sorts</vt:lpstr>
      <vt:lpstr>等线</vt:lpstr>
      <vt:lpstr>黑体</vt:lpstr>
      <vt:lpstr>华文仿宋</vt:lpstr>
      <vt:lpstr>楷体_GB2312</vt:lpstr>
      <vt:lpstr>宋体</vt:lpstr>
      <vt:lpstr>微软雅黑</vt:lpstr>
      <vt:lpstr>Arial</vt:lpstr>
      <vt:lpstr>Calibri</vt:lpstr>
      <vt:lpstr>Calibri Light</vt:lpstr>
      <vt:lpstr>Cambria Math</vt:lpstr>
      <vt:lpstr>Consolas</vt:lpstr>
      <vt:lpstr>Courier New</vt:lpstr>
      <vt:lpstr>Franklin Gothic Book</vt:lpstr>
      <vt:lpstr>Tahoma</vt:lpstr>
      <vt:lpstr>Times New Roman</vt:lpstr>
      <vt:lpstr>Wingdings</vt:lpstr>
      <vt:lpstr>Wingdings 2</vt:lpstr>
      <vt:lpstr>1_默认设计模板</vt:lpstr>
      <vt:lpstr>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11.4 查找算法</vt:lpstr>
      <vt:lpstr>PowerPoint 演示文稿</vt:lpstr>
      <vt:lpstr>【例】顺序查找某学号对应的学生的成绩</vt:lpstr>
      <vt:lpstr>回顾：猜数游戏中的问题求解方法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11.5.1在给定位置插入和删除——插入数</vt:lpstr>
      <vt:lpstr>11.5.2在给定位置插入和删除——插入数</vt:lpstr>
      <vt:lpstr>11.5.2在给定位置插入和删除——插入数</vt:lpstr>
      <vt:lpstr>11.5.2在给定位置插入和删除——删除数</vt:lpstr>
      <vt:lpstr>11.5.2在给定位置插入和删除——删除数</vt:lpstr>
      <vt:lpstr>11.5.3无序数组插入和删除</vt:lpstr>
      <vt:lpstr>11.5.3 无序数组插入和删除</vt:lpstr>
      <vt:lpstr>11.5.3 无序数组插入和删除</vt:lpstr>
      <vt:lpstr>11.5.3 无序数组插入和删除</vt:lpstr>
      <vt:lpstr>11.5.3 无序数组插入和删除</vt:lpstr>
      <vt:lpstr>11.5.4 在有序数组插入和删除</vt:lpstr>
      <vt:lpstr>11.5.4 在有序数组插入和删除</vt:lpstr>
      <vt:lpstr>11.5.4 在有序数组插入和删除</vt:lpstr>
      <vt:lpstr>11.5.4 在有序数组插入和删除</vt:lpstr>
      <vt:lpstr>11.5.4 在有序数组插入和删除</vt:lpstr>
      <vt:lpstr>11.5.4 在有序数组插入和删除</vt:lpstr>
      <vt:lpstr>11.5.5  一维数组的元素修改——复杂度分析</vt:lpstr>
      <vt:lpstr>本讲小结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baoquan zhang</cp:lastModifiedBy>
  <cp:revision>168</cp:revision>
  <dcterms:created xsi:type="dcterms:W3CDTF">2017-09-13T07:44:35Z</dcterms:created>
  <dcterms:modified xsi:type="dcterms:W3CDTF">2025-10-30T07:46:47Z</dcterms:modified>
</cp:coreProperties>
</file>